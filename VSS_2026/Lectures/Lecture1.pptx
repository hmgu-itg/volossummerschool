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4.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1" r:id="rId2"/>
    <p:sldMasterId id="2147483664" r:id="rId3"/>
    <p:sldMasterId id="2147483667" r:id="rId4"/>
    <p:sldMasterId id="2147483699" r:id="rId5"/>
  </p:sldMasterIdLst>
  <p:notesMasterIdLst>
    <p:notesMasterId r:id="rId44"/>
  </p:notesMasterIdLst>
  <p:handoutMasterIdLst>
    <p:handoutMasterId r:id="rId45"/>
  </p:handoutMasterIdLst>
  <p:sldIdLst>
    <p:sldId id="256" r:id="rId6"/>
    <p:sldId id="275" r:id="rId7"/>
    <p:sldId id="277" r:id="rId8"/>
    <p:sldId id="278" r:id="rId9"/>
    <p:sldId id="1233" r:id="rId10"/>
    <p:sldId id="1235" r:id="rId11"/>
    <p:sldId id="1236" r:id="rId12"/>
    <p:sldId id="1232" r:id="rId13"/>
    <p:sldId id="263" r:id="rId14"/>
    <p:sldId id="264" r:id="rId15"/>
    <p:sldId id="265" r:id="rId16"/>
    <p:sldId id="1237" r:id="rId17"/>
    <p:sldId id="1238" r:id="rId18"/>
    <p:sldId id="1239" r:id="rId19"/>
    <p:sldId id="261" r:id="rId20"/>
    <p:sldId id="262" r:id="rId21"/>
    <p:sldId id="280" r:id="rId22"/>
    <p:sldId id="281" r:id="rId23"/>
    <p:sldId id="279" r:id="rId24"/>
    <p:sldId id="266" r:id="rId25"/>
    <p:sldId id="283" r:id="rId26"/>
    <p:sldId id="282" r:id="rId27"/>
    <p:sldId id="285" r:id="rId28"/>
    <p:sldId id="284" r:id="rId29"/>
    <p:sldId id="286" r:id="rId30"/>
    <p:sldId id="287" r:id="rId31"/>
    <p:sldId id="288" r:id="rId32"/>
    <p:sldId id="289" r:id="rId33"/>
    <p:sldId id="290" r:id="rId34"/>
    <p:sldId id="291" r:id="rId35"/>
    <p:sldId id="294" r:id="rId36"/>
    <p:sldId id="293" r:id="rId37"/>
    <p:sldId id="295" r:id="rId38"/>
    <p:sldId id="296" r:id="rId39"/>
    <p:sldId id="267" r:id="rId40"/>
    <p:sldId id="268" r:id="rId41"/>
    <p:sldId id="269" r:id="rId42"/>
    <p:sldId id="358" r:id="rId4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5B4AD512-90E7-8D4E-99DC-1EC8FE9C2ACC}">
          <p14:sldIdLst>
            <p14:sldId id="256"/>
            <p14:sldId id="275"/>
            <p14:sldId id="277"/>
            <p14:sldId id="278"/>
            <p14:sldId id="1233"/>
            <p14:sldId id="1235"/>
            <p14:sldId id="1236"/>
            <p14:sldId id="1232"/>
            <p14:sldId id="263"/>
            <p14:sldId id="264"/>
            <p14:sldId id="265"/>
            <p14:sldId id="1237"/>
            <p14:sldId id="1238"/>
            <p14:sldId id="1239"/>
            <p14:sldId id="261"/>
            <p14:sldId id="262"/>
            <p14:sldId id="280"/>
            <p14:sldId id="281"/>
            <p14:sldId id="279"/>
            <p14:sldId id="266"/>
            <p14:sldId id="283"/>
            <p14:sldId id="282"/>
            <p14:sldId id="285"/>
            <p14:sldId id="284"/>
            <p14:sldId id="286"/>
            <p14:sldId id="287"/>
            <p14:sldId id="288"/>
            <p14:sldId id="289"/>
            <p14:sldId id="290"/>
            <p14:sldId id="291"/>
            <p14:sldId id="294"/>
            <p14:sldId id="293"/>
            <p14:sldId id="295"/>
            <p14:sldId id="296"/>
            <p14:sldId id="267"/>
            <p14:sldId id="268"/>
            <p14:sldId id="269"/>
            <p14:sldId id="35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D"/>
    <a:srgbClr val="FFFDFF"/>
    <a:srgbClr val="FDFFFF"/>
    <a:srgbClr val="FEFEFE"/>
    <a:srgbClr val="FEFFFE"/>
    <a:srgbClr val="FFFEFE"/>
    <a:srgbClr val="FEFEFF"/>
    <a:srgbClr val="FFFFFE"/>
    <a:srgbClr val="FFFEFF"/>
    <a:srgbClr val="FE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E25E649-3F16-4E02-A733-19D2CDBF48F0}" styleName="Mittlere Formatvorlage 3 - Akz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ittlere Formatvorlage 3 - Akz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603" autoAdjust="0"/>
    <p:restoredTop sz="86376" autoAdjust="0"/>
  </p:normalViewPr>
  <p:slideViewPr>
    <p:cSldViewPr snapToGrid="0" snapToObjects="1">
      <p:cViewPr varScale="1">
        <p:scale>
          <a:sx n="137" d="100"/>
          <a:sy n="137" d="100"/>
        </p:scale>
        <p:origin x="714" y="126"/>
      </p:cViewPr>
      <p:guideLst/>
    </p:cSldViewPr>
  </p:slideViewPr>
  <p:outlineViewPr>
    <p:cViewPr>
      <p:scale>
        <a:sx n="33" d="100"/>
        <a:sy n="33" d="100"/>
      </p:scale>
      <p:origin x="0" y="-4924"/>
    </p:cViewPr>
  </p:outlineViewPr>
  <p:notesTextViewPr>
    <p:cViewPr>
      <p:scale>
        <a:sx n="40" d="100"/>
        <a:sy n="40" d="100"/>
      </p:scale>
      <p:origin x="0" y="0"/>
    </p:cViewPr>
  </p:notesTextViewPr>
  <p:sorterViewPr>
    <p:cViewPr varScale="1">
      <p:scale>
        <a:sx n="100" d="100"/>
        <a:sy n="100" d="100"/>
      </p:scale>
      <p:origin x="0" y="0"/>
    </p:cViewPr>
  </p:sorterViewPr>
  <p:notesViewPr>
    <p:cSldViewPr snapToGrid="0" snapToObjects="1" showGuides="1">
      <p:cViewPr varScale="1">
        <p:scale>
          <a:sx n="130" d="100"/>
          <a:sy n="130" d="100"/>
        </p:scale>
        <p:origin x="3680" y="1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handoutMaster" Target="handoutMasters/handoutMaster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slideMaster" Target="slideMasters/slideMaster1.xml"/><Relationship Id="rId6"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7A216AD3-8131-1240-9755-3B897D81423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dirty="0">
              <a:latin typeface="Arial" panose="020B0604020202020204" pitchFamily="34" charset="0"/>
            </a:endParaRPr>
          </a:p>
        </p:txBody>
      </p:sp>
      <p:sp>
        <p:nvSpPr>
          <p:cNvPr id="3" name="Datumsplatzhalter 2">
            <a:extLst>
              <a:ext uri="{FF2B5EF4-FFF2-40B4-BE49-F238E27FC236}">
                <a16:creationId xmlns:a16="http://schemas.microsoft.com/office/drawing/2014/main" id="{F7B83CF5-80BA-6B45-ADFD-760F87E2C20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530CA10-49B1-204C-87EF-E5C19DAF49E1}" type="datetimeFigureOut">
              <a:rPr lang="de-DE" smtClean="0">
                <a:latin typeface="Arial" panose="020B0604020202020204" pitchFamily="34" charset="0"/>
              </a:rPr>
              <a:t>20.05.2026</a:t>
            </a:fld>
            <a:endParaRPr lang="de-DE" dirty="0">
              <a:latin typeface="Arial" panose="020B0604020202020204" pitchFamily="34" charset="0"/>
            </a:endParaRPr>
          </a:p>
        </p:txBody>
      </p:sp>
      <p:sp>
        <p:nvSpPr>
          <p:cNvPr id="4" name="Fußzeilenplatzhalter 3">
            <a:extLst>
              <a:ext uri="{FF2B5EF4-FFF2-40B4-BE49-F238E27FC236}">
                <a16:creationId xmlns:a16="http://schemas.microsoft.com/office/drawing/2014/main" id="{6D59CB8E-D557-AD47-AEC2-3D03986ADA5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dirty="0">
              <a:latin typeface="Arial" panose="020B0604020202020204" pitchFamily="34" charset="0"/>
            </a:endParaRPr>
          </a:p>
        </p:txBody>
      </p:sp>
      <p:sp>
        <p:nvSpPr>
          <p:cNvPr id="5" name="Foliennummernplatzhalter 4">
            <a:extLst>
              <a:ext uri="{FF2B5EF4-FFF2-40B4-BE49-F238E27FC236}">
                <a16:creationId xmlns:a16="http://schemas.microsoft.com/office/drawing/2014/main" id="{71F2DBC3-D07F-1349-9F02-94D71FEF54D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B64D3E-4979-3D43-A679-92EDCB27B697}" type="slidenum">
              <a:rPr lang="de-DE" smtClean="0">
                <a:latin typeface="Arial" panose="020B0604020202020204" pitchFamily="34" charset="0"/>
              </a:rPr>
              <a:t>‹#›</a:t>
            </a:fld>
            <a:endParaRPr lang="de-DE" dirty="0">
              <a:latin typeface="Arial" panose="020B0604020202020204" pitchFamily="34" charset="0"/>
            </a:endParaRPr>
          </a:p>
        </p:txBody>
      </p:sp>
    </p:spTree>
    <p:extLst>
      <p:ext uri="{BB962C8B-B14F-4D97-AF65-F5344CB8AC3E}">
        <p14:creationId xmlns:p14="http://schemas.microsoft.com/office/powerpoint/2010/main" val="247649611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de-DE" dirty="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7FC5174F-B1B3-B343-BAC9-1DB116F48413}" type="datetimeFigureOut">
              <a:rPr lang="de-DE" smtClean="0"/>
              <a:pPr/>
              <a:t>20.05.2026</a:t>
            </a:fld>
            <a:endParaRPr lang="de-DE" dirty="0"/>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de-DE" dirty="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2261B6D2-019D-6B4C-B503-D27907A2E600}" type="slidenum">
              <a:rPr lang="de-DE" smtClean="0"/>
              <a:pPr/>
              <a:t>‹#›</a:t>
            </a:fld>
            <a:endParaRPr lang="de-DE" dirty="0"/>
          </a:p>
        </p:txBody>
      </p:sp>
    </p:spTree>
    <p:extLst>
      <p:ext uri="{BB962C8B-B14F-4D97-AF65-F5344CB8AC3E}">
        <p14:creationId xmlns:p14="http://schemas.microsoft.com/office/powerpoint/2010/main" val="31921601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lubio.ch/blog/genotyping-terms"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effectLst/>
                <a:latin typeface="Calibri" panose="020F0502020204030204" pitchFamily="34" charset="0"/>
                <a:ea typeface="Calibri" panose="020F0502020204030204" pitchFamily="34" charset="0"/>
                <a:cs typeface="Times New Roman" panose="02020603050405020304" pitchFamily="18" charset="0"/>
              </a:rPr>
              <a:t>Hello everyone. I am Konstantinos Hatzikotoulas, and I am a Senior Staff Scientist in Institute of Translational Genomics at Helmholtz Zentrum München and I am also affiliated with Technical University of Munich. Today I am going to present you current tools and best practices for carrying out a genome-wide scan.</a:t>
            </a:r>
          </a:p>
          <a:p>
            <a:endParaRPr lang="en-GB" dirty="0"/>
          </a:p>
        </p:txBody>
      </p:sp>
    </p:spTree>
    <p:extLst>
      <p:ext uri="{BB962C8B-B14F-4D97-AF65-F5344CB8AC3E}">
        <p14:creationId xmlns:p14="http://schemas.microsoft.com/office/powerpoint/2010/main" val="16979196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effectLst/>
                <a:latin typeface="Calibri" panose="020F0502020204030204" pitchFamily="34" charset="0"/>
                <a:ea typeface="Calibri" panose="020F0502020204030204" pitchFamily="34" charset="0"/>
                <a:cs typeface="Times New Roman" panose="02020603050405020304" pitchFamily="18" charset="0"/>
              </a:rPr>
              <a:t>In human beings, 99.9% of all bases in the genome—from individual to individual—are the same. The remaining 0.1% make a person unique. One type of this variation is the SNP. A SNP is a germline substitution of a single nucleotide at a specific position in the genome. The word polymorphism consists of two Greek words. Poly which means many and morphism which means faces, so already we have an indication that something is different in the population. Indeed, most of the people will have the upper DNA molecule in our figure but some might have the lower one. We see that there is a difference at a single base-pair location (a C/T polymorphism). They occur almost once in every ~600 nucleotides on average, which means there are roughly 4 to 5 million SNPs in a person's genome. Most of them are harmless but some of them are responsible for diseases, either directly affecting the change of the protein in a coding region or indirectly in the non coding region by regulating the coding elements. When we observe 2 different distinct nucleotides is Biallelic/, three </a:t>
            </a:r>
            <a:r>
              <a:rPr lang="en-GB" sz="1800" dirty="0" err="1">
                <a:effectLst/>
                <a:latin typeface="Calibri" panose="020F0502020204030204" pitchFamily="34" charset="0"/>
                <a:ea typeface="Calibri" panose="020F0502020204030204" pitchFamily="34" charset="0"/>
                <a:cs typeface="Times New Roman" panose="02020603050405020304" pitchFamily="18" charset="0"/>
              </a:rPr>
              <a:t>Triallelic</a:t>
            </a:r>
            <a:r>
              <a:rPr lang="en-GB" sz="1800" dirty="0">
                <a:effectLst/>
                <a:latin typeface="Calibri" panose="020F0502020204030204" pitchFamily="34" charset="0"/>
                <a:ea typeface="Calibri" panose="020F0502020204030204" pitchFamily="34" charset="0"/>
                <a:cs typeface="Times New Roman" panose="02020603050405020304" pitchFamily="18" charset="0"/>
              </a:rPr>
              <a:t> and four Quatra-allelic. If we have INDELS and Copy number variation then we call them multi allelic or polyallelic SNPs. A typical measure of this variation in a population is the frequency and specifically we usually use the term MAF which is the 2nd most common allele. The alleles frequency necessarily sum to unity, so 100%. In our example. for biallelic SNPs, if the MAF of T allele is q then the frequency of the C allele is p=1-q. People often talk of common and rare SNPs, although the distinction is not well deﬁned, and likely depends on sample size: the most common division is common as MAF &gt;0.05, low frequency between 5% and 1%, and rare lower than 1%. One more thing that we need to know about the alleles and their terminology, is that one is called ‘the reference allele’ which sometimes is also referred to as the “wildtype” or major or ancestral allele, while the other ‘the non-reference’ is referred to as the alternative or “mutant” allele. Usually, the reference allele is the most common one, but this is not universally true, as you saw in Clara’s presentation, and the most common allele in one population may not be most common in another. Care must be taken when combining datasets to ensure that the reference alleles are the same. </a:t>
            </a:r>
            <a:r>
              <a:rPr lang="en-GB"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https://www.lubio.ch/blog/genotyping-terms</a:t>
            </a:r>
            <a:r>
              <a:rPr lang="en-GB" sz="1800" dirty="0">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
        <p:nvSpPr>
          <p:cNvPr id="4" name="Slide Number Placeholder 3"/>
          <p:cNvSpPr>
            <a:spLocks noGrp="1"/>
          </p:cNvSpPr>
          <p:nvPr>
            <p:ph type="sldNum" sz="quarter" idx="5"/>
          </p:nvPr>
        </p:nvSpPr>
        <p:spPr/>
        <p:txBody>
          <a:bodyPr/>
          <a:lstStyle/>
          <a:p>
            <a:fld id="{3EB0F0C9-1577-498E-BF55-4174A76E442E}" type="slidenum">
              <a:rPr lang="en-GB" smtClean="0"/>
              <a:t>2</a:t>
            </a:fld>
            <a:endParaRPr lang="en-GB"/>
          </a:p>
        </p:txBody>
      </p:sp>
    </p:spTree>
    <p:extLst>
      <p:ext uri="{BB962C8B-B14F-4D97-AF65-F5344CB8AC3E}">
        <p14:creationId xmlns:p14="http://schemas.microsoft.com/office/powerpoint/2010/main" val="33426965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effectLst/>
                <a:latin typeface="Calibri" panose="020F0502020204030204" pitchFamily="34" charset="0"/>
                <a:ea typeface="Calibri" panose="020F0502020204030204" pitchFamily="34" charset="0"/>
                <a:cs typeface="Times New Roman" panose="02020603050405020304" pitchFamily="18" charset="0"/>
              </a:rPr>
              <a:t>The other term that I want to talk about is genotypes. As you know humans are diploid organisms, which means you have two copies of each chromosome—one from each parent. So in our figure here you might have taken the green chromosomes, the blue or one of each, and thus at a given position in the DNA, the pair of alleles from the two chromosomes makes up the genotype at that position. Genotypes can be described as heterozygous or homozygous. Heterozygous genotypes contain one copy of one allele and one copy of the other. Homozygous genotypes have two copies of the same allele. So in our figure either AA or aa. In terms of analysis …. </a:t>
            </a:r>
          </a:p>
          <a:p>
            <a:endParaRPr lang="en-GB" dirty="0"/>
          </a:p>
        </p:txBody>
      </p:sp>
      <p:sp>
        <p:nvSpPr>
          <p:cNvPr id="4" name="Slide Number Placeholder 3"/>
          <p:cNvSpPr>
            <a:spLocks noGrp="1"/>
          </p:cNvSpPr>
          <p:nvPr>
            <p:ph type="sldNum" sz="quarter" idx="5"/>
          </p:nvPr>
        </p:nvSpPr>
        <p:spPr/>
        <p:txBody>
          <a:bodyPr/>
          <a:lstStyle/>
          <a:p>
            <a:fld id="{3EB0F0C9-1577-498E-BF55-4174A76E442E}" type="slidenum">
              <a:rPr lang="en-GB" smtClean="0"/>
              <a:t>3</a:t>
            </a:fld>
            <a:endParaRPr lang="en-GB"/>
          </a:p>
        </p:txBody>
      </p:sp>
    </p:spTree>
    <p:extLst>
      <p:ext uri="{BB962C8B-B14F-4D97-AF65-F5344CB8AC3E}">
        <p14:creationId xmlns:p14="http://schemas.microsoft.com/office/powerpoint/2010/main" val="12097960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effectLst/>
                <a:latin typeface="Calibri" panose="020F0502020204030204" pitchFamily="34" charset="0"/>
                <a:ea typeface="Calibri" panose="020F0502020204030204" pitchFamily="34" charset="0"/>
                <a:cs typeface="Times New Roman" panose="02020603050405020304" pitchFamily="18" charset="0"/>
              </a:rPr>
              <a:t>And again to analyse and quantify the genotyping variation we calculate the frequencies, which simply is the number of individuals with a given genotype divided by the total number of individuals in the population. Also, the frequency of alleles in a diploid population can be used to predict the frequencies of the corresponding genotypes under the Hardy–Weinberg equilibrium law, so in our example where p is the frequency of the reference allele and q is the frequency of the alternative allele, then, p square is the fraction of the population homozygous for the reference allele, 2pq is the fraction of heterozygotes, and q2 is the fraction homozygous for the non-reference allele.  </a:t>
            </a:r>
          </a:p>
          <a:p>
            <a:endParaRPr lang="en-GB" dirty="0"/>
          </a:p>
        </p:txBody>
      </p:sp>
      <p:sp>
        <p:nvSpPr>
          <p:cNvPr id="4" name="Slide Number Placeholder 3"/>
          <p:cNvSpPr>
            <a:spLocks noGrp="1"/>
          </p:cNvSpPr>
          <p:nvPr>
            <p:ph type="sldNum" sz="quarter" idx="5"/>
          </p:nvPr>
        </p:nvSpPr>
        <p:spPr/>
        <p:txBody>
          <a:bodyPr/>
          <a:lstStyle/>
          <a:p>
            <a:fld id="{3EB0F0C9-1577-498E-BF55-4174A76E442E}" type="slidenum">
              <a:rPr lang="en-GB" smtClean="0"/>
              <a:t>4</a:t>
            </a:fld>
            <a:endParaRPr lang="en-GB"/>
          </a:p>
        </p:txBody>
      </p:sp>
    </p:spTree>
    <p:extLst>
      <p:ext uri="{BB962C8B-B14F-4D97-AF65-F5344CB8AC3E}">
        <p14:creationId xmlns:p14="http://schemas.microsoft.com/office/powerpoint/2010/main" val="31296373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CF4D6-E89D-FA72-8ECD-BA5D93C5CF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2DBAED-1E1E-F723-7A08-3A4878162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45841E-FA2A-296C-73FA-243D3BFBB90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effectLst/>
                <a:latin typeface="Calibri" panose="020F0502020204030204" pitchFamily="34" charset="0"/>
                <a:ea typeface="Calibri" panose="020F0502020204030204" pitchFamily="34" charset="0"/>
                <a:cs typeface="Times New Roman" panose="02020603050405020304" pitchFamily="18" charset="0"/>
              </a:rPr>
              <a:t>These are the basic steps of a GWAS analysis pipeline. Once you have completed the genotyping the first format of the data that you receive is lighting intensities and is what the genotyping machines actually measuring and more specifically two sets of intensity for every individual at every position. The format of the data can vary depending on the vendor specific file format such as CEL (Affymetrix) or IDAT (Illumina). Once you’ve got these intensities you want transform them into something usable which is the genotypes. This is a process known as calling and I give you an example of </a:t>
            </a:r>
            <a:r>
              <a:rPr lang="en-GB" sz="1800" dirty="0" err="1">
                <a:effectLst/>
                <a:latin typeface="Calibri" panose="020F0502020204030204" pitchFamily="34" charset="0"/>
                <a:ea typeface="Calibri" panose="020F0502020204030204" pitchFamily="34" charset="0"/>
                <a:cs typeface="Times New Roman" panose="02020603050405020304" pitchFamily="18" charset="0"/>
              </a:rPr>
              <a:t>gencall</a:t>
            </a:r>
            <a:r>
              <a:rPr lang="en-GB" sz="1800" dirty="0">
                <a:effectLst/>
                <a:latin typeface="Calibri" panose="020F0502020204030204" pitchFamily="34" charset="0"/>
                <a:ea typeface="Calibri" panose="020F0502020204030204" pitchFamily="34" charset="0"/>
                <a:cs typeface="Times New Roman" panose="02020603050405020304" pitchFamily="18" charset="0"/>
              </a:rPr>
              <a:t> and </a:t>
            </a:r>
            <a:r>
              <a:rPr lang="en-GB" sz="1800" dirty="0" err="1">
                <a:effectLst/>
                <a:latin typeface="Calibri" panose="020F0502020204030204" pitchFamily="34" charset="0"/>
                <a:ea typeface="Calibri" panose="020F0502020204030204" pitchFamily="34" charset="0"/>
                <a:cs typeface="Times New Roman" panose="02020603050405020304" pitchFamily="18" charset="0"/>
              </a:rPr>
              <a:t>zcall</a:t>
            </a:r>
            <a:r>
              <a:rPr lang="en-GB" sz="1800" dirty="0">
                <a:effectLst/>
                <a:latin typeface="Calibri" panose="020F0502020204030204" pitchFamily="34" charset="0"/>
                <a:ea typeface="Calibri" panose="020F0502020204030204" pitchFamily="34" charset="0"/>
                <a:cs typeface="Times New Roman" panose="02020603050405020304" pitchFamily="18" charset="0"/>
              </a:rPr>
              <a:t> calling algorithms. After this step you have a usable piece of data which contains your genotypes. There are many formats that you receive the files but the most popular one is PLINK which is </a:t>
            </a:r>
            <a:r>
              <a:rPr lang="en-GB" sz="1800" dirty="0" err="1">
                <a:effectLst/>
                <a:latin typeface="Calibri" panose="020F0502020204030204" pitchFamily="34" charset="0"/>
                <a:ea typeface="Calibri" panose="020F0502020204030204" pitchFamily="34" charset="0"/>
                <a:cs typeface="Times New Roman" panose="02020603050405020304" pitchFamily="18" charset="0"/>
              </a:rPr>
              <a:t>mailnly</a:t>
            </a:r>
            <a:r>
              <a:rPr lang="en-GB" sz="1800" dirty="0">
                <a:effectLst/>
                <a:latin typeface="Calibri" panose="020F0502020204030204" pitchFamily="34" charset="0"/>
                <a:ea typeface="Calibri" panose="020F0502020204030204" pitchFamily="34" charset="0"/>
                <a:cs typeface="Times New Roman" panose="02020603050405020304" pitchFamily="18" charset="0"/>
              </a:rPr>
              <a:t> used by </a:t>
            </a:r>
            <a:r>
              <a:rPr lang="en-GB" sz="1800" dirty="0" err="1">
                <a:effectLst/>
                <a:latin typeface="Calibri" panose="020F0502020204030204" pitchFamily="34" charset="0"/>
                <a:ea typeface="Calibri" panose="020F0502020204030204" pitchFamily="34" charset="0"/>
                <a:cs typeface="Times New Roman" panose="02020603050405020304" pitchFamily="18" charset="0"/>
              </a:rPr>
              <a:t>Illuminas</a:t>
            </a:r>
            <a:r>
              <a:rPr lang="en-GB" sz="1800" dirty="0">
                <a:effectLst/>
                <a:latin typeface="Calibri" panose="020F0502020204030204" pitchFamily="34" charset="0"/>
                <a:ea typeface="Calibri" panose="020F0502020204030204" pitchFamily="34" charset="0"/>
                <a:cs typeface="Times New Roman" panose="02020603050405020304" pitchFamily="18" charset="0"/>
              </a:rPr>
              <a:t>. However, you cannot run your association analysis yet as these data contain some errors leading to spurious associations. A thorough QC can help us identify samples and variants that should be removed prior to association analysis to minimize false-positive and false-negative associations. There are many software/languages that you use to identify outliers and low quality variants but the most commonly used ones are PLINK and R for visualizing the results. PLINK is a general toolbox that allows manipulation, association and other statistical analyses.  Since it’s going to the one that we are going to use in our QC practical, a big part of this presentation explains how PLINK can be used but you will also have the opportunity to try this in the next practical. After that you proceed to the association analysis and examples of software are … and I am having a slide about these towards the end of this presentation.</a:t>
            </a:r>
          </a:p>
          <a:p>
            <a:endParaRPr lang="en-GB" dirty="0"/>
          </a:p>
        </p:txBody>
      </p:sp>
      <p:sp>
        <p:nvSpPr>
          <p:cNvPr id="4" name="Slide Number Placeholder 3">
            <a:extLst>
              <a:ext uri="{FF2B5EF4-FFF2-40B4-BE49-F238E27FC236}">
                <a16:creationId xmlns:a16="http://schemas.microsoft.com/office/drawing/2014/main" id="{2EA261B9-14AE-112D-B5E6-7A44E3FC2A51}"/>
              </a:ext>
            </a:extLst>
          </p:cNvPr>
          <p:cNvSpPr>
            <a:spLocks noGrp="1"/>
          </p:cNvSpPr>
          <p:nvPr>
            <p:ph type="sldNum" sz="quarter" idx="5"/>
          </p:nvPr>
        </p:nvSpPr>
        <p:spPr/>
        <p:txBody>
          <a:bodyPr/>
          <a:lstStyle/>
          <a:p>
            <a:fld id="{3EB0F0C9-1577-498E-BF55-4174A76E442E}" type="slidenum">
              <a:rPr lang="en-GB" smtClean="0"/>
              <a:t>5</a:t>
            </a:fld>
            <a:endParaRPr lang="en-GB"/>
          </a:p>
        </p:txBody>
      </p:sp>
    </p:spTree>
    <p:extLst>
      <p:ext uri="{BB962C8B-B14F-4D97-AF65-F5344CB8AC3E}">
        <p14:creationId xmlns:p14="http://schemas.microsoft.com/office/powerpoint/2010/main" val="38682511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A8F87-E181-6B40-C3AF-DB5D9FAA51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EE016A-85EC-6409-40B7-1B0C21DFE2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C74080-15BA-90A7-6A7D-7C38384379D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A265556-E346-C97E-773F-FC0AD096BE81}"/>
              </a:ext>
            </a:extLst>
          </p:cNvPr>
          <p:cNvSpPr>
            <a:spLocks noGrp="1"/>
          </p:cNvSpPr>
          <p:nvPr>
            <p:ph type="sldNum" sz="quarter" idx="5"/>
          </p:nvPr>
        </p:nvSpPr>
        <p:spPr/>
        <p:txBody>
          <a:bodyPr/>
          <a:lstStyle/>
          <a:p>
            <a:fld id="{3EB0F0C9-1577-498E-BF55-4174A76E442E}" type="slidenum">
              <a:rPr lang="en-GB" smtClean="0"/>
              <a:t>6</a:t>
            </a:fld>
            <a:endParaRPr lang="en-GB"/>
          </a:p>
        </p:txBody>
      </p:sp>
    </p:spTree>
    <p:extLst>
      <p:ext uri="{BB962C8B-B14F-4D97-AF65-F5344CB8AC3E}">
        <p14:creationId xmlns:p14="http://schemas.microsoft.com/office/powerpoint/2010/main" val="13762041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F15B8-E383-F8B0-160D-A6ECE89328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AD0A96-66F7-82C9-790A-38ED16C5D5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141802-1A27-9A13-92A4-5D1A65AC29F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3953464-8CDB-2774-17BA-40385ED2BB87}"/>
              </a:ext>
            </a:extLst>
          </p:cNvPr>
          <p:cNvSpPr>
            <a:spLocks noGrp="1"/>
          </p:cNvSpPr>
          <p:nvPr>
            <p:ph type="sldNum" sz="quarter" idx="5"/>
          </p:nvPr>
        </p:nvSpPr>
        <p:spPr/>
        <p:txBody>
          <a:bodyPr/>
          <a:lstStyle/>
          <a:p>
            <a:fld id="{3EB0F0C9-1577-498E-BF55-4174A76E442E}" type="slidenum">
              <a:rPr lang="en-GB" smtClean="0"/>
              <a:t>7</a:t>
            </a:fld>
            <a:endParaRPr lang="en-GB"/>
          </a:p>
        </p:txBody>
      </p:sp>
    </p:spTree>
    <p:extLst>
      <p:ext uri="{BB962C8B-B14F-4D97-AF65-F5344CB8AC3E}">
        <p14:creationId xmlns:p14="http://schemas.microsoft.com/office/powerpoint/2010/main" val="15602805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Arial" panose="020B0604020202020204" pitchFamily="34" charset="0"/>
                <a:ea typeface="+mn-ea"/>
                <a:cs typeface="+mn-cs"/>
              </a:rPr>
              <a:t>These are the basic steps of a GWAS analysis pipeline. Once you have completed the genotyping the first format of the data that you receive is lighting intensities and is what the genotyping machines actually measuring and more specifically two sets of intensity for every individual at every position. The format of the data can vary depending on the vendor specific file format such as CEL (Affymetrix) or IDAT (Illumina). Once you’ve got these intensities you want transform them into something usable which is the genotypes. This is a process known as calling and I give you an example of </a:t>
            </a:r>
            <a:r>
              <a:rPr lang="en-GB" sz="1200" b="0" i="0" kern="1200" dirty="0" err="1">
                <a:solidFill>
                  <a:schemeClr val="tx1"/>
                </a:solidFill>
                <a:effectLst/>
                <a:latin typeface="Arial" panose="020B0604020202020204" pitchFamily="34" charset="0"/>
                <a:ea typeface="+mn-ea"/>
                <a:cs typeface="+mn-cs"/>
              </a:rPr>
              <a:t>gencall</a:t>
            </a:r>
            <a:r>
              <a:rPr lang="en-GB" sz="1200" b="0" i="0" kern="1200" dirty="0">
                <a:solidFill>
                  <a:schemeClr val="tx1"/>
                </a:solidFill>
                <a:effectLst/>
                <a:latin typeface="Arial" panose="020B0604020202020204" pitchFamily="34" charset="0"/>
                <a:ea typeface="+mn-ea"/>
                <a:cs typeface="+mn-cs"/>
              </a:rPr>
              <a:t> and </a:t>
            </a:r>
            <a:r>
              <a:rPr lang="en-GB" sz="1200" b="0" i="0" kern="1200" dirty="0" err="1">
                <a:solidFill>
                  <a:schemeClr val="tx1"/>
                </a:solidFill>
                <a:effectLst/>
                <a:latin typeface="Arial" panose="020B0604020202020204" pitchFamily="34" charset="0"/>
                <a:ea typeface="+mn-ea"/>
                <a:cs typeface="+mn-cs"/>
              </a:rPr>
              <a:t>zcall</a:t>
            </a:r>
            <a:r>
              <a:rPr lang="en-GB" sz="1200" b="0" i="0" kern="1200" dirty="0">
                <a:solidFill>
                  <a:schemeClr val="tx1"/>
                </a:solidFill>
                <a:effectLst/>
                <a:latin typeface="Arial" panose="020B0604020202020204" pitchFamily="34" charset="0"/>
                <a:ea typeface="+mn-ea"/>
                <a:cs typeface="+mn-cs"/>
              </a:rPr>
              <a:t> calling algorithms. After this step you have a usable piece of data which contains your genotypes. There are many formats that you receive the files but the most popular one is PLINK which is </a:t>
            </a:r>
            <a:r>
              <a:rPr lang="en-GB" sz="1200" b="0" i="0" kern="1200" dirty="0" err="1">
                <a:solidFill>
                  <a:schemeClr val="tx1"/>
                </a:solidFill>
                <a:effectLst/>
                <a:latin typeface="Arial" panose="020B0604020202020204" pitchFamily="34" charset="0"/>
                <a:ea typeface="+mn-ea"/>
                <a:cs typeface="+mn-cs"/>
              </a:rPr>
              <a:t>mailnly</a:t>
            </a:r>
            <a:r>
              <a:rPr lang="en-GB" sz="1200" b="0" i="0" kern="1200" dirty="0">
                <a:solidFill>
                  <a:schemeClr val="tx1"/>
                </a:solidFill>
                <a:effectLst/>
                <a:latin typeface="Arial" panose="020B0604020202020204" pitchFamily="34" charset="0"/>
                <a:ea typeface="+mn-ea"/>
                <a:cs typeface="+mn-cs"/>
              </a:rPr>
              <a:t> used by </a:t>
            </a:r>
            <a:r>
              <a:rPr lang="en-GB" sz="1200" b="0" i="0" kern="1200" dirty="0" err="1">
                <a:solidFill>
                  <a:schemeClr val="tx1"/>
                </a:solidFill>
                <a:effectLst/>
                <a:latin typeface="Arial" panose="020B0604020202020204" pitchFamily="34" charset="0"/>
                <a:ea typeface="+mn-ea"/>
                <a:cs typeface="+mn-cs"/>
              </a:rPr>
              <a:t>Illuminas</a:t>
            </a:r>
            <a:r>
              <a:rPr lang="en-GB" sz="1200" b="0" i="0" kern="1200" dirty="0">
                <a:solidFill>
                  <a:schemeClr val="tx1"/>
                </a:solidFill>
                <a:effectLst/>
                <a:latin typeface="Arial" panose="020B0604020202020204" pitchFamily="34" charset="0"/>
                <a:ea typeface="+mn-ea"/>
                <a:cs typeface="+mn-cs"/>
              </a:rPr>
              <a:t>. However, you cannot run your association analysis yet as these data contain some errors leading to spurious associations. A thorough QC can help us identify samples and variants that should be removed prior to association analysis to minimize false-positive and false-negative associations. There are many software/languages that you use to identify outliers and low quality variants but the most commonly used ones are PLINK and R for visualizing the results. PLINK is a general toolbox that allows manipulation, association and other statistical analyses.  Since it’s going to the one that we are going to use in our QC practical, a big part of this presentation explains how PLINK can be used but you will also have the opportunity to try this in the next practical. After that you proceed to the association analysis and examples of software are … and I am having a slide about these towards the end of this presentation.</a:t>
            </a:r>
            <a:endParaRPr lang="en-DE" sz="1200" b="0" i="0" kern="1200" dirty="0">
              <a:solidFill>
                <a:schemeClr val="tx1"/>
              </a:solidFill>
              <a:effectLst/>
              <a:latin typeface="Arial" panose="020B0604020202020204" pitchFamily="34" charset="0"/>
              <a:ea typeface="+mn-ea"/>
              <a:cs typeface="+mn-cs"/>
            </a:endParaRPr>
          </a:p>
          <a:p>
            <a:endParaRPr lang="en-GB" dirty="0"/>
          </a:p>
        </p:txBody>
      </p:sp>
      <p:sp>
        <p:nvSpPr>
          <p:cNvPr id="4" name="Slide Number Placeholder 3"/>
          <p:cNvSpPr>
            <a:spLocks noGrp="1"/>
          </p:cNvSpPr>
          <p:nvPr>
            <p:ph type="sldNum" sz="quarter" idx="5"/>
          </p:nvPr>
        </p:nvSpPr>
        <p:spPr/>
        <p:txBody>
          <a:bodyPr/>
          <a:lstStyle/>
          <a:p>
            <a:fld id="{3EB0F0C9-1577-498E-BF55-4174A76E442E}" type="slidenum">
              <a:rPr lang="en-GB" smtClean="0"/>
              <a:t>8</a:t>
            </a:fld>
            <a:endParaRPr lang="en-GB"/>
          </a:p>
        </p:txBody>
      </p:sp>
    </p:spTree>
    <p:extLst>
      <p:ext uri="{BB962C8B-B14F-4D97-AF65-F5344CB8AC3E}">
        <p14:creationId xmlns:p14="http://schemas.microsoft.com/office/powerpoint/2010/main" val="9970177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buNone/>
            </a:pPr>
            <a:r>
              <a:rPr lang="en-GB" sz="1800" dirty="0" err="1">
                <a:effectLst/>
                <a:latin typeface="Calibri" panose="020F0502020204030204" pitchFamily="34" charset="0"/>
                <a:ea typeface="Calibri" panose="020F0502020204030204" pitchFamily="34" charset="0"/>
                <a:cs typeface="Times New Roman" panose="02020603050405020304" pitchFamily="18" charset="0"/>
              </a:rPr>
              <a:t>GenomeStudio</a:t>
            </a:r>
            <a:r>
              <a:rPr lang="en-GB" sz="1800" dirty="0">
                <a:effectLst/>
                <a:latin typeface="Calibri" panose="020F0502020204030204" pitchFamily="34" charset="0"/>
                <a:ea typeface="Calibri" panose="020F0502020204030204" pitchFamily="34" charset="0"/>
                <a:cs typeface="Times New Roman" panose="02020603050405020304" pitchFamily="18" charset="0"/>
              </a:rPr>
              <a:t> software is using </a:t>
            </a:r>
            <a:r>
              <a:rPr lang="en-GB" sz="1800" dirty="0" err="1">
                <a:effectLst/>
                <a:latin typeface="Calibri" panose="020F0502020204030204" pitchFamily="34" charset="0"/>
                <a:ea typeface="Calibri" panose="020F0502020204030204" pitchFamily="34" charset="0"/>
                <a:cs typeface="Times New Roman" panose="02020603050405020304" pitchFamily="18" charset="0"/>
              </a:rPr>
              <a:t>GenCall</a:t>
            </a:r>
            <a:r>
              <a:rPr lang="en-GB" sz="1800" dirty="0">
                <a:effectLst/>
                <a:latin typeface="Calibri" panose="020F0502020204030204" pitchFamily="34" charset="0"/>
                <a:ea typeface="Calibri" panose="020F0502020204030204" pitchFamily="34" charset="0"/>
                <a:cs typeface="Times New Roman" panose="02020603050405020304" pitchFamily="18" charset="0"/>
              </a:rPr>
              <a:t> algorithms for clustering, calling, and scoring genotypes</a:t>
            </a:r>
          </a:p>
          <a:p>
            <a:pPr>
              <a:lnSpc>
                <a:spcPct val="107000"/>
              </a:lnSpc>
              <a:spcAft>
                <a:spcPts val="800"/>
              </a:spcAft>
              <a:buNone/>
            </a:pPr>
            <a:r>
              <a:rPr lang="en-GB" sz="1800" dirty="0" err="1">
                <a:effectLst/>
                <a:latin typeface="Calibri" panose="020F0502020204030204" pitchFamily="34" charset="0"/>
                <a:ea typeface="Calibri" panose="020F0502020204030204" pitchFamily="34" charset="0"/>
                <a:cs typeface="Times New Roman" panose="02020603050405020304" pitchFamily="18" charset="0"/>
              </a:rPr>
              <a:t>zCall</a:t>
            </a:r>
            <a:r>
              <a:rPr lang="en-GB" sz="1800" dirty="0">
                <a:effectLst/>
                <a:latin typeface="Calibri" panose="020F0502020204030204" pitchFamily="34" charset="0"/>
                <a:ea typeface="Calibri" panose="020F0502020204030204" pitchFamily="34" charset="0"/>
                <a:cs typeface="Times New Roman" panose="02020603050405020304" pitchFamily="18" charset="0"/>
              </a:rPr>
              <a:t>: a rare variant caller for array-based genotyping</a:t>
            </a:r>
          </a:p>
          <a:p>
            <a:pPr marL="342900" lvl="0" indent="-342900">
              <a:lnSpc>
                <a:spcPct val="107000"/>
              </a:lnSpc>
              <a:buFont typeface="+mj-lt"/>
              <a:buAutoNum type="alphaUcParenR"/>
            </a:pPr>
            <a:r>
              <a:rPr lang="en-GB" sz="1800" dirty="0">
                <a:effectLst/>
                <a:latin typeface="Calibri" panose="020F0502020204030204" pitchFamily="34" charset="0"/>
                <a:ea typeface="Calibri" panose="020F0502020204030204" pitchFamily="34" charset="0"/>
                <a:cs typeface="Times New Roman" panose="02020603050405020304" pitchFamily="18" charset="0"/>
              </a:rPr>
              <a:t>The cluster plot presented in Cartesian coordinates. The x-axis is the normalized intensity for allele A. The y-axis is the normalized intensity for allele B. </a:t>
            </a:r>
          </a:p>
          <a:p>
            <a:pPr marL="342900" lvl="0" indent="-342900">
              <a:lnSpc>
                <a:spcPct val="107000"/>
              </a:lnSpc>
              <a:spcAft>
                <a:spcPts val="800"/>
              </a:spcAft>
              <a:buFont typeface="+mj-lt"/>
              <a:buAutoNum type="alphaUcParenR"/>
            </a:pPr>
            <a:r>
              <a:rPr lang="en-GB" sz="1800" dirty="0">
                <a:effectLst/>
                <a:latin typeface="Calibri" panose="020F0502020204030204" pitchFamily="34" charset="0"/>
                <a:ea typeface="Calibri" panose="020F0502020204030204" pitchFamily="34" charset="0"/>
                <a:cs typeface="Times New Roman" panose="02020603050405020304" pitchFamily="18" charset="0"/>
              </a:rPr>
              <a:t>The same cluster plot presented in polar coordinates. The x-axis is the normalized h, which is computed as h ¼p2 arctanA1B. The y-axis is the normalized R, which is computed as R ¼A </a:t>
            </a:r>
            <a:r>
              <a:rPr lang="en-GB" sz="1800" dirty="0" err="1">
                <a:effectLst/>
                <a:latin typeface="Calibri" panose="020F0502020204030204" pitchFamily="34" charset="0"/>
                <a:ea typeface="Calibri" panose="020F0502020204030204" pitchFamily="34" charset="0"/>
                <a:cs typeface="Times New Roman" panose="02020603050405020304" pitchFamily="18" charset="0"/>
              </a:rPr>
              <a:t>þB</a:t>
            </a:r>
            <a:r>
              <a:rPr lang="en-GB" sz="18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In both plots, the red cluster (Left in A and Right in B) denotes the AA genotype, the purple cluster (middle) denotes the AB genotype and the blue cluster (Left in A and Right in B) denotes the BB cluster. The samples in between clusters (black) were not assigned a genotype.</a:t>
            </a:r>
          </a:p>
          <a:p>
            <a:pPr marL="0" indent="0">
              <a:buNone/>
            </a:pPr>
            <a:endParaRPr lang="en-GB" dirty="0"/>
          </a:p>
        </p:txBody>
      </p:sp>
      <p:sp>
        <p:nvSpPr>
          <p:cNvPr id="4" name="Slide Number Placeholder 3"/>
          <p:cNvSpPr>
            <a:spLocks noGrp="1"/>
          </p:cNvSpPr>
          <p:nvPr>
            <p:ph type="sldNum" sz="quarter" idx="5"/>
          </p:nvPr>
        </p:nvSpPr>
        <p:spPr/>
        <p:txBody>
          <a:bodyPr/>
          <a:lstStyle/>
          <a:p>
            <a:fld id="{3EB0F0C9-1577-498E-BF55-4174A76E442E}" type="slidenum">
              <a:rPr lang="en-GB" smtClean="0"/>
              <a:t>9</a:t>
            </a:fld>
            <a:endParaRPr lang="en-GB"/>
          </a:p>
        </p:txBody>
      </p:sp>
    </p:spTree>
    <p:extLst>
      <p:ext uri="{BB962C8B-B14F-4D97-AF65-F5344CB8AC3E}">
        <p14:creationId xmlns:p14="http://schemas.microsoft.com/office/powerpoint/2010/main" val="7304630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ct val="107000"/>
              </a:lnSpc>
              <a:spcAft>
                <a:spcPts val="800"/>
              </a:spcAft>
              <a:buFont typeface="+mj-lt"/>
              <a:buAutoNum type="alphaUcParenBoth"/>
              <a:tabLst>
                <a:tab pos="457200" algn="l"/>
              </a:tabLst>
            </a:pPr>
            <a:r>
              <a:rPr lang="en-GB" sz="1800" dirty="0">
                <a:effectLst/>
                <a:latin typeface="Calibri" panose="020F0502020204030204" pitchFamily="34" charset="0"/>
                <a:ea typeface="Calibri" panose="020F0502020204030204" pitchFamily="34" charset="0"/>
                <a:cs typeface="Times New Roman" panose="02020603050405020304" pitchFamily="18" charset="0"/>
              </a:rPr>
              <a:t>An example of a SNP with presumed AB and BB clusters closely connected. In this scenario, either remove the SNP (preferred) or remove the samples between the clusters. </a:t>
            </a:r>
          </a:p>
          <a:p>
            <a:pPr marL="342900" lvl="0" indent="-342900">
              <a:lnSpc>
                <a:spcPct val="107000"/>
              </a:lnSpc>
              <a:spcAft>
                <a:spcPts val="800"/>
              </a:spcAft>
              <a:buFont typeface="+mj-lt"/>
              <a:buAutoNum type="alphaUcParenBoth"/>
              <a:tabLst>
                <a:tab pos="457200" algn="l"/>
              </a:tabLst>
            </a:pPr>
            <a:r>
              <a:rPr lang="en-GB" sz="1800" dirty="0">
                <a:effectLst/>
                <a:latin typeface="Calibri" panose="020F0502020204030204" pitchFamily="34" charset="0"/>
                <a:ea typeface="Calibri" panose="020F0502020204030204" pitchFamily="34" charset="0"/>
                <a:cs typeface="Times New Roman" panose="02020603050405020304" pitchFamily="18" charset="0"/>
              </a:rPr>
              <a:t>An example of a SNP with a long tail in the AA cluster. We recommend removing the samples of the tail to be conservative. </a:t>
            </a:r>
          </a:p>
          <a:p>
            <a:pPr marL="342900" lvl="0" indent="-342900">
              <a:lnSpc>
                <a:spcPct val="107000"/>
              </a:lnSpc>
              <a:spcAft>
                <a:spcPts val="800"/>
              </a:spcAft>
              <a:buFont typeface="+mj-lt"/>
              <a:buAutoNum type="alphaUcParenBoth"/>
              <a:tabLst>
                <a:tab pos="457200" algn="l"/>
              </a:tabLst>
            </a:pPr>
            <a:r>
              <a:rPr lang="en-GB" sz="1800" dirty="0">
                <a:effectLst/>
                <a:latin typeface="Calibri" panose="020F0502020204030204" pitchFamily="34" charset="0"/>
                <a:ea typeface="Calibri" panose="020F0502020204030204" pitchFamily="34" charset="0"/>
                <a:cs typeface="Times New Roman" panose="02020603050405020304" pitchFamily="18" charset="0"/>
              </a:rPr>
              <a:t>An example of a SNP with a strange extension or tail in the AA cluster. The exact cause of this pattern is unknown. We recommend either removing the SNP or removing the samples in the extension. </a:t>
            </a:r>
          </a:p>
          <a:p>
            <a:pPr marL="342900" lvl="0" indent="-342900">
              <a:lnSpc>
                <a:spcPct val="107000"/>
              </a:lnSpc>
              <a:spcAft>
                <a:spcPts val="800"/>
              </a:spcAft>
              <a:buFont typeface="+mj-lt"/>
              <a:buAutoNum type="alphaUcParenBoth"/>
              <a:tabLst>
                <a:tab pos="457200" algn="l"/>
              </a:tabLst>
            </a:pPr>
            <a:r>
              <a:rPr lang="en-GB" sz="1800" dirty="0">
                <a:effectLst/>
                <a:latin typeface="Calibri" panose="020F0502020204030204" pitchFamily="34" charset="0"/>
                <a:ea typeface="Calibri" panose="020F0502020204030204" pitchFamily="34" charset="0"/>
                <a:cs typeface="Times New Roman" panose="02020603050405020304" pitchFamily="18" charset="0"/>
              </a:rPr>
              <a:t>An example of a SNP with four visible clusters that does not make biological sense. We recommend removing this SNP.</a:t>
            </a:r>
          </a:p>
          <a:p>
            <a:pPr marL="0" indent="0">
              <a:buNone/>
            </a:pPr>
            <a:endParaRPr lang="en-GB" dirty="0"/>
          </a:p>
        </p:txBody>
      </p:sp>
      <p:sp>
        <p:nvSpPr>
          <p:cNvPr id="4" name="Slide Number Placeholder 3"/>
          <p:cNvSpPr>
            <a:spLocks noGrp="1"/>
          </p:cNvSpPr>
          <p:nvPr>
            <p:ph type="sldNum" sz="quarter" idx="5"/>
          </p:nvPr>
        </p:nvSpPr>
        <p:spPr/>
        <p:txBody>
          <a:bodyPr/>
          <a:lstStyle/>
          <a:p>
            <a:fld id="{3EB0F0C9-1577-498E-BF55-4174A76E442E}" type="slidenum">
              <a:rPr lang="en-GB" smtClean="0"/>
              <a:t>10</a:t>
            </a:fld>
            <a:endParaRPr lang="en-GB"/>
          </a:p>
        </p:txBody>
      </p:sp>
    </p:spTree>
    <p:extLst>
      <p:ext uri="{BB962C8B-B14F-4D97-AF65-F5344CB8AC3E}">
        <p14:creationId xmlns:p14="http://schemas.microsoft.com/office/powerpoint/2010/main" val="38106344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ct val="107000"/>
              </a:lnSpc>
              <a:spcAft>
                <a:spcPts val="800"/>
              </a:spcAft>
              <a:buFont typeface="+mj-lt"/>
              <a:buAutoNum type="alphaUcParenBoth"/>
              <a:tabLst>
                <a:tab pos="457200" algn="l"/>
              </a:tabLst>
            </a:pPr>
            <a:r>
              <a:rPr lang="en-GB" sz="1800" dirty="0">
                <a:effectLst/>
                <a:latin typeface="Calibri" panose="020F0502020204030204" pitchFamily="34" charset="0"/>
                <a:ea typeface="Calibri" panose="020F0502020204030204" pitchFamily="34" charset="0"/>
                <a:cs typeface="Times New Roman" panose="02020603050405020304" pitchFamily="18" charset="0"/>
              </a:rPr>
              <a:t>An example of a SNP with low </a:t>
            </a:r>
            <a:r>
              <a:rPr lang="en-GB" sz="1800" dirty="0" err="1">
                <a:effectLst/>
                <a:latin typeface="Calibri" panose="020F0502020204030204" pitchFamily="34" charset="0"/>
                <a:ea typeface="Calibri" panose="020F0502020204030204" pitchFamily="34" charset="0"/>
                <a:cs typeface="Times New Roman" panose="02020603050405020304" pitchFamily="18" charset="0"/>
              </a:rPr>
              <a:t>GenTrain</a:t>
            </a:r>
            <a:r>
              <a:rPr lang="en-GB" sz="1800" dirty="0">
                <a:effectLst/>
                <a:latin typeface="Calibri" panose="020F0502020204030204" pitchFamily="34" charset="0"/>
                <a:ea typeface="Calibri" panose="020F0502020204030204" pitchFamily="34" charset="0"/>
                <a:cs typeface="Times New Roman" panose="02020603050405020304" pitchFamily="18" charset="0"/>
              </a:rPr>
              <a:t> score (0.42). (B) By manually realigning the cluster positions, the cluster becomes much clearer and the </a:t>
            </a:r>
            <a:r>
              <a:rPr lang="en-GB" sz="1800" dirty="0" err="1">
                <a:effectLst/>
                <a:latin typeface="Calibri" panose="020F0502020204030204" pitchFamily="34" charset="0"/>
                <a:ea typeface="Calibri" panose="020F0502020204030204" pitchFamily="34" charset="0"/>
                <a:cs typeface="Times New Roman" panose="02020603050405020304" pitchFamily="18" charset="0"/>
              </a:rPr>
              <a:t>GenTrain</a:t>
            </a:r>
            <a:r>
              <a:rPr lang="en-GB" sz="1800" dirty="0">
                <a:effectLst/>
                <a:latin typeface="Calibri" panose="020F0502020204030204" pitchFamily="34" charset="0"/>
                <a:ea typeface="Calibri" panose="020F0502020204030204" pitchFamily="34" charset="0"/>
                <a:cs typeface="Times New Roman" panose="02020603050405020304" pitchFamily="18" charset="0"/>
              </a:rPr>
              <a:t> score improves to 0.8. (C) An example of miss-cluster by the </a:t>
            </a:r>
            <a:r>
              <a:rPr lang="en-GB" sz="1800" dirty="0" err="1">
                <a:effectLst/>
                <a:latin typeface="Calibri" panose="020F0502020204030204" pitchFamily="34" charset="0"/>
                <a:ea typeface="Calibri" panose="020F0502020204030204" pitchFamily="34" charset="0"/>
                <a:cs typeface="Times New Roman" panose="02020603050405020304" pitchFamily="18" charset="0"/>
              </a:rPr>
              <a:t>GenTrain</a:t>
            </a:r>
            <a:r>
              <a:rPr lang="en-GB" sz="1800" dirty="0">
                <a:effectLst/>
                <a:latin typeface="Calibri" panose="020F0502020204030204" pitchFamily="34" charset="0"/>
                <a:ea typeface="Calibri" panose="020F0502020204030204" pitchFamily="34" charset="0"/>
                <a:cs typeface="Times New Roman" panose="02020603050405020304" pitchFamily="18" charset="0"/>
              </a:rPr>
              <a:t> algorithm, with a cluster separation score of 0.65. (D) The same SNP was re-clustered by manually realigning the cluster positions, and the cluster separation score increased to 1.</a:t>
            </a:r>
          </a:p>
          <a:p>
            <a:pPr marL="342900" lvl="0" indent="-342900">
              <a:lnSpc>
                <a:spcPct val="107000"/>
              </a:lnSpc>
              <a:spcAft>
                <a:spcPts val="800"/>
              </a:spcAft>
              <a:buFont typeface="+mj-lt"/>
              <a:buAutoNum type="alphaUcParenBoth"/>
              <a:tabLst>
                <a:tab pos="457200" algn="l"/>
              </a:tabLst>
            </a:pPr>
            <a:r>
              <a:rPr lang="en-GB" sz="1800" dirty="0">
                <a:effectLst/>
                <a:latin typeface="Calibri" panose="020F0502020204030204" pitchFamily="34" charset="0"/>
                <a:ea typeface="Calibri" panose="020F0502020204030204" pitchFamily="34" charset="0"/>
                <a:cs typeface="Times New Roman" panose="02020603050405020304" pitchFamily="18" charset="0"/>
              </a:rPr>
              <a:t>The most important QC parameter is the </a:t>
            </a:r>
            <a:r>
              <a:rPr lang="en-GB" sz="1800" dirty="0" err="1">
                <a:effectLst/>
                <a:latin typeface="Calibri" panose="020F0502020204030204" pitchFamily="34" charset="0"/>
                <a:ea typeface="Calibri" panose="020F0502020204030204" pitchFamily="34" charset="0"/>
                <a:cs typeface="Times New Roman" panose="02020603050405020304" pitchFamily="18" charset="0"/>
              </a:rPr>
              <a:t>GenTrain</a:t>
            </a:r>
            <a:r>
              <a:rPr lang="en-GB" sz="1800" dirty="0">
                <a:effectLst/>
                <a:latin typeface="Calibri" panose="020F0502020204030204" pitchFamily="34" charset="0"/>
                <a:ea typeface="Calibri" panose="020F0502020204030204" pitchFamily="34" charset="0"/>
                <a:cs typeface="Times New Roman" panose="02020603050405020304" pitchFamily="18" charset="0"/>
              </a:rPr>
              <a:t> score. The </a:t>
            </a:r>
            <a:r>
              <a:rPr lang="en-GB" sz="1800" dirty="0" err="1">
                <a:effectLst/>
                <a:latin typeface="Calibri" panose="020F0502020204030204" pitchFamily="34" charset="0"/>
                <a:ea typeface="Calibri" panose="020F0502020204030204" pitchFamily="34" charset="0"/>
                <a:cs typeface="Times New Roman" panose="02020603050405020304" pitchFamily="18" charset="0"/>
              </a:rPr>
              <a:t>GenTrain</a:t>
            </a:r>
            <a:r>
              <a:rPr lang="en-GB" sz="1800" dirty="0">
                <a:effectLst/>
                <a:latin typeface="Calibri" panose="020F0502020204030204" pitchFamily="34" charset="0"/>
                <a:ea typeface="Calibri" panose="020F0502020204030204" pitchFamily="34" charset="0"/>
                <a:cs typeface="Times New Roman" panose="02020603050405020304" pitchFamily="18" charset="0"/>
              </a:rPr>
              <a:t> score is computed from the </a:t>
            </a:r>
            <a:r>
              <a:rPr lang="en-GB" sz="1800" dirty="0" err="1">
                <a:effectLst/>
                <a:latin typeface="Calibri" panose="020F0502020204030204" pitchFamily="34" charset="0"/>
                <a:ea typeface="Calibri" panose="020F0502020204030204" pitchFamily="34" charset="0"/>
                <a:cs typeface="Times New Roman" panose="02020603050405020304" pitchFamily="18" charset="0"/>
              </a:rPr>
              <a:t>GenTrain</a:t>
            </a:r>
            <a:r>
              <a:rPr lang="en-GB" sz="1800" dirty="0">
                <a:effectLst/>
                <a:latin typeface="Calibri" panose="020F0502020204030204" pitchFamily="34" charset="0"/>
                <a:ea typeface="Calibri" panose="020F0502020204030204" pitchFamily="34" charset="0"/>
                <a:cs typeface="Times New Roman" panose="02020603050405020304" pitchFamily="18" charset="0"/>
              </a:rPr>
              <a:t> 2.0 clustering algorithm. It is a measurement of SNP calling quality, ranging from 0 to 1, with higher value meaning better quality. An example of a </a:t>
            </a:r>
            <a:r>
              <a:rPr lang="en-GB" sz="1800" dirty="0" err="1">
                <a:effectLst/>
                <a:latin typeface="Calibri" panose="020F0502020204030204" pitchFamily="34" charset="0"/>
                <a:ea typeface="Calibri" panose="020F0502020204030204" pitchFamily="34" charset="0"/>
                <a:cs typeface="Times New Roman" panose="02020603050405020304" pitchFamily="18" charset="0"/>
              </a:rPr>
              <a:t>GenTrain</a:t>
            </a:r>
            <a:r>
              <a:rPr lang="en-GB" sz="1800" dirty="0">
                <a:effectLst/>
                <a:latin typeface="Calibri" panose="020F0502020204030204" pitchFamily="34" charset="0"/>
                <a:ea typeface="Calibri" panose="020F0502020204030204" pitchFamily="34" charset="0"/>
                <a:cs typeface="Times New Roman" panose="02020603050405020304" pitchFamily="18" charset="0"/>
              </a:rPr>
              <a:t> score is given in Figure 4. The second most important QC parameter is the cluster separation score, which measures how well the AA, AB and BB clusters are separated. The cluster separation score also ranges from 0 to 1, with higher meaning better (more separation). An example of a cluster separation score is given in Figure 4. The third most important QC parameter is call frequency, which measures the percentage of samples with successful calls for that SNP. The call frequency also ranges from 0 to 1, with higher meaning more samples have successful calls for this SNP. These three scores are often positively correlated, but they also identify unique scenarios to which only one of the three measures may be sensitive. Therefore, to determine whether manual re-clustering is needed, it is best to sort the SNPs by each of the three QC parameters, from small to large, and go through the SNPs with the lowest scores on any of the three measures.</a:t>
            </a:r>
          </a:p>
          <a:p>
            <a:pPr marL="0" indent="0">
              <a:buNone/>
            </a:pPr>
            <a:endParaRPr lang="en-GB" dirty="0"/>
          </a:p>
        </p:txBody>
      </p:sp>
      <p:sp>
        <p:nvSpPr>
          <p:cNvPr id="4" name="Slide Number Placeholder 3"/>
          <p:cNvSpPr>
            <a:spLocks noGrp="1"/>
          </p:cNvSpPr>
          <p:nvPr>
            <p:ph type="sldNum" sz="quarter" idx="5"/>
          </p:nvPr>
        </p:nvSpPr>
        <p:spPr/>
        <p:txBody>
          <a:bodyPr/>
          <a:lstStyle/>
          <a:p>
            <a:fld id="{3EB0F0C9-1577-498E-BF55-4174A76E442E}" type="slidenum">
              <a:rPr lang="en-GB" smtClean="0"/>
              <a:t>11</a:t>
            </a:fld>
            <a:endParaRPr lang="en-GB"/>
          </a:p>
        </p:txBody>
      </p:sp>
    </p:spTree>
    <p:extLst>
      <p:ext uri="{BB962C8B-B14F-4D97-AF65-F5344CB8AC3E}">
        <p14:creationId xmlns:p14="http://schemas.microsoft.com/office/powerpoint/2010/main" val="32941748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B2E7A-BF8B-F7BA-DA5F-842648EE05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037FB8-58DF-0114-2BA6-BF10B70E71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21FB76-8322-91CF-8BD1-43301AA08B1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B0DD011-FCBD-0418-3F49-86E49C8112EE}"/>
              </a:ext>
            </a:extLst>
          </p:cNvPr>
          <p:cNvSpPr>
            <a:spLocks noGrp="1"/>
          </p:cNvSpPr>
          <p:nvPr>
            <p:ph type="sldNum" sz="quarter" idx="5"/>
          </p:nvPr>
        </p:nvSpPr>
        <p:spPr/>
        <p:txBody>
          <a:bodyPr/>
          <a:lstStyle/>
          <a:p>
            <a:fld id="{3EB0F0C9-1577-498E-BF55-4174A76E442E}" type="slidenum">
              <a:rPr lang="en-GB" smtClean="0"/>
              <a:t>12</a:t>
            </a:fld>
            <a:endParaRPr lang="en-GB"/>
          </a:p>
        </p:txBody>
      </p:sp>
    </p:spTree>
    <p:extLst>
      <p:ext uri="{BB962C8B-B14F-4D97-AF65-F5344CB8AC3E}">
        <p14:creationId xmlns:p14="http://schemas.microsoft.com/office/powerpoint/2010/main" val="13877328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8D945-D684-097A-534B-EC878C194A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0CE16D-5AAD-9ECD-26AC-424F9FEEE8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A41539-89DA-BE01-7FCB-0145BFB95B8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i="0" kern="1200" dirty="0">
                <a:solidFill>
                  <a:schemeClr val="tx1"/>
                </a:solidFill>
                <a:effectLst/>
                <a:latin typeface="Arial" panose="020B0604020202020204" pitchFamily="34" charset="0"/>
                <a:ea typeface="+mn-ea"/>
                <a:cs typeface="+mn-cs"/>
              </a:rPr>
              <a:t>a</a:t>
            </a:r>
            <a:r>
              <a:rPr lang="en-GB" sz="1200" b="0" i="0" kern="1200" dirty="0">
                <a:solidFill>
                  <a:schemeClr val="tx1"/>
                </a:solidFill>
                <a:effectLst/>
                <a:latin typeface="Arial" panose="020B0604020202020204" pitchFamily="34" charset="0"/>
                <a:ea typeface="+mn-ea"/>
                <a:cs typeface="+mn-cs"/>
              </a:rPr>
              <a:t> | Genome-wide association studies (GWAS) are conducted to identify associated variants, often visualized as a Manhattan plot to show their genomic positions and strength of association. </a:t>
            </a:r>
            <a:r>
              <a:rPr lang="en-GB" sz="1200" b="1" i="0" kern="1200" dirty="0">
                <a:solidFill>
                  <a:schemeClr val="tx1"/>
                </a:solidFill>
                <a:effectLst/>
                <a:latin typeface="Arial" panose="020B0604020202020204" pitchFamily="34" charset="0"/>
                <a:ea typeface="+mn-ea"/>
                <a:cs typeface="+mn-cs"/>
              </a:rPr>
              <a:t>b</a:t>
            </a:r>
            <a:r>
              <a:rPr lang="en-GB" sz="1200" b="0" i="0" kern="1200" dirty="0">
                <a:solidFill>
                  <a:schemeClr val="tx1"/>
                </a:solidFill>
                <a:effectLst/>
                <a:latin typeface="Arial" panose="020B0604020202020204" pitchFamily="34" charset="0"/>
                <a:ea typeface="+mn-ea"/>
                <a:cs typeface="+mn-cs"/>
              </a:rPr>
              <a:t> | To prioritize likely causal variants, statistical fine-mapping is applied to identify a set of variants that are likely to include the causal variant (blue box) as well as the most likely causal variant (rs12345; blue dot). Massively parallel reporter assays can be used to measure whether alleles differ in their ability to drive gene expression or other molecular activity for each variant (not shown). </a:t>
            </a:r>
            <a:r>
              <a:rPr lang="en-GB" sz="1200" b="1" i="0" kern="1200" dirty="0">
                <a:solidFill>
                  <a:schemeClr val="tx1"/>
                </a:solidFill>
                <a:effectLst/>
                <a:latin typeface="Arial" panose="020B0604020202020204" pitchFamily="34" charset="0"/>
                <a:ea typeface="+mn-ea"/>
                <a:cs typeface="+mn-cs"/>
              </a:rPr>
              <a:t>c</a:t>
            </a:r>
            <a:r>
              <a:rPr lang="en-GB" sz="1200" b="0" i="0" kern="1200" dirty="0">
                <a:solidFill>
                  <a:schemeClr val="tx1"/>
                </a:solidFill>
                <a:effectLst/>
                <a:latin typeface="Arial" panose="020B0604020202020204" pitchFamily="34" charset="0"/>
                <a:ea typeface="+mn-ea"/>
                <a:cs typeface="+mn-cs"/>
              </a:rPr>
              <a:t> | Functional annotations of the genome can be integrated with GWAS data to identify epigenetic mechanisms that may be perturbed by the causal variant, including enhancers, promoters or other functional elements. Additional approaches include mapping molecular quantitative trait loci (</a:t>
            </a:r>
            <a:r>
              <a:rPr lang="en-GB" sz="1200" b="0" i="0" kern="1200" dirty="0" err="1">
                <a:solidFill>
                  <a:schemeClr val="tx1"/>
                </a:solidFill>
                <a:effectLst/>
                <a:latin typeface="Arial" panose="020B0604020202020204" pitchFamily="34" charset="0"/>
                <a:ea typeface="+mn-ea"/>
                <a:cs typeface="+mn-cs"/>
              </a:rPr>
              <a:t>molQTL</a:t>
            </a:r>
            <a:r>
              <a:rPr lang="en-GB" sz="1200" b="0" i="0" kern="1200" dirty="0">
                <a:solidFill>
                  <a:schemeClr val="tx1"/>
                </a:solidFill>
                <a:effectLst/>
                <a:latin typeface="Arial" panose="020B0604020202020204" pitchFamily="34" charset="0"/>
                <a:ea typeface="+mn-ea"/>
                <a:cs typeface="+mn-cs"/>
              </a:rPr>
              <a:t>) or in vitro assays (not shown). </a:t>
            </a:r>
            <a:r>
              <a:rPr lang="en-GB" sz="1200" b="1" i="0" kern="1200" dirty="0">
                <a:solidFill>
                  <a:schemeClr val="tx1"/>
                </a:solidFill>
                <a:effectLst/>
                <a:latin typeface="Arial" panose="020B0604020202020204" pitchFamily="34" charset="0"/>
                <a:ea typeface="+mn-ea"/>
                <a:cs typeface="+mn-cs"/>
              </a:rPr>
              <a:t>d</a:t>
            </a:r>
            <a:r>
              <a:rPr lang="en-GB" sz="1200" b="0" i="0" kern="1200" dirty="0">
                <a:solidFill>
                  <a:schemeClr val="tx1"/>
                </a:solidFill>
                <a:effectLst/>
                <a:latin typeface="Arial" panose="020B0604020202020204" pitchFamily="34" charset="0"/>
                <a:ea typeface="+mn-ea"/>
                <a:cs typeface="+mn-cs"/>
              </a:rPr>
              <a:t> | Target gene for a GWAS locus can be prioritized by mapping expression quantitative trait loci (</a:t>
            </a:r>
            <a:r>
              <a:rPr lang="en-GB" sz="1200" b="0" i="0" kern="1200" dirty="0" err="1">
                <a:solidFill>
                  <a:schemeClr val="tx1"/>
                </a:solidFill>
                <a:effectLst/>
                <a:latin typeface="Arial" panose="020B0604020202020204" pitchFamily="34" charset="0"/>
                <a:ea typeface="+mn-ea"/>
                <a:cs typeface="+mn-cs"/>
              </a:rPr>
              <a:t>eQTLs</a:t>
            </a:r>
            <a:r>
              <a:rPr lang="en-GB" sz="1200" b="0" i="0" kern="1200" dirty="0">
                <a:solidFill>
                  <a:schemeClr val="tx1"/>
                </a:solidFill>
                <a:effectLst/>
                <a:latin typeface="Arial" panose="020B0604020202020204" pitchFamily="34" charset="0"/>
                <a:ea typeface="+mn-ea"/>
                <a:cs typeface="+mn-cs"/>
              </a:rPr>
              <a:t>) (left) and their co-localization (right) to identify loci where the causal variant from GWAS is also a causal variant affecting gene expression. For GWAS variants in enhancers, high-throughput chromosome conformation capture (Hi-C) data and maps of enhancer target genes can be used together with simple prioritization by distance to identify genes affected by the causal variant (below). </a:t>
            </a:r>
            <a:r>
              <a:rPr lang="en-GB" sz="1200" b="1" i="0" kern="1200" dirty="0">
                <a:solidFill>
                  <a:schemeClr val="tx1"/>
                </a:solidFill>
                <a:effectLst/>
                <a:latin typeface="Arial" panose="020B0604020202020204" pitchFamily="34" charset="0"/>
                <a:ea typeface="+mn-ea"/>
                <a:cs typeface="+mn-cs"/>
              </a:rPr>
              <a:t>e</a:t>
            </a:r>
            <a:r>
              <a:rPr lang="en-GB" sz="1200" b="0" i="0" kern="1200" dirty="0">
                <a:solidFill>
                  <a:schemeClr val="tx1"/>
                </a:solidFill>
                <a:effectLst/>
                <a:latin typeface="Arial" panose="020B0604020202020204" pitchFamily="34" charset="0"/>
                <a:ea typeface="+mn-ea"/>
                <a:cs typeface="+mn-cs"/>
              </a:rPr>
              <a:t> | To identify pathways whose perturbation may mediate the trait in question (red box), one can analyse the enrichment of multiple GWAS-implicated genes in predefined pathways. Additional approaches include </a:t>
            </a:r>
            <a:r>
              <a:rPr lang="en-GB" sz="1200" b="0" i="1" kern="1200" dirty="0">
                <a:solidFill>
                  <a:schemeClr val="tx1"/>
                </a:solidFill>
                <a:effectLst/>
                <a:latin typeface="Arial" panose="020B0604020202020204" pitchFamily="34" charset="0"/>
                <a:ea typeface="+mn-ea"/>
                <a:cs typeface="+mn-cs"/>
              </a:rPr>
              <a:t>trans</a:t>
            </a:r>
            <a:r>
              <a:rPr lang="en-GB" sz="1200" b="0" i="0" kern="1200" dirty="0">
                <a:solidFill>
                  <a:schemeClr val="tx1"/>
                </a:solidFill>
                <a:effectLst/>
                <a:latin typeface="Arial" panose="020B0604020202020204" pitchFamily="34" charset="0"/>
                <a:ea typeface="+mn-ea"/>
                <a:cs typeface="+mn-cs"/>
              </a:rPr>
              <a:t>-</a:t>
            </a:r>
            <a:r>
              <a:rPr lang="en-GB" sz="1200" b="0" i="0" kern="1200" dirty="0" err="1">
                <a:solidFill>
                  <a:schemeClr val="tx1"/>
                </a:solidFill>
                <a:effectLst/>
                <a:latin typeface="Arial" panose="020B0604020202020204" pitchFamily="34" charset="0"/>
                <a:ea typeface="+mn-ea"/>
                <a:cs typeface="+mn-cs"/>
              </a:rPr>
              <a:t>eQTL</a:t>
            </a:r>
            <a:r>
              <a:rPr lang="en-GB" sz="1200" b="0" i="0" kern="1200" dirty="0">
                <a:solidFill>
                  <a:schemeClr val="tx1"/>
                </a:solidFill>
                <a:effectLst/>
                <a:latin typeface="Arial" panose="020B0604020202020204" pitchFamily="34" charset="0"/>
                <a:ea typeface="+mn-ea"/>
                <a:cs typeface="+mn-cs"/>
              </a:rPr>
              <a:t> mapping and CRISPR perturbation of GWAS loci/genes followed by cellular phenotyping (not shown). For these analyses, the context of a relevant tissue, cell type and cell state needs to be carefully considered and analysed. ATAC-</a:t>
            </a:r>
            <a:r>
              <a:rPr lang="en-GB" sz="1200" b="0" i="0" kern="1200" dirty="0" err="1">
                <a:solidFill>
                  <a:schemeClr val="tx1"/>
                </a:solidFill>
                <a:effectLst/>
                <a:latin typeface="Arial" panose="020B0604020202020204" pitchFamily="34" charset="0"/>
                <a:ea typeface="+mn-ea"/>
                <a:cs typeface="+mn-cs"/>
              </a:rPr>
              <a:t>seq</a:t>
            </a:r>
            <a:r>
              <a:rPr lang="en-GB" sz="1200" b="0" i="0" kern="1200">
                <a:solidFill>
                  <a:schemeClr val="tx1"/>
                </a:solidFill>
                <a:effectLst/>
                <a:latin typeface="Arial" panose="020B0604020202020204" pitchFamily="34" charset="0"/>
                <a:ea typeface="+mn-ea"/>
                <a:cs typeface="+mn-cs"/>
              </a:rPr>
              <a:t>, assay for transposase-accessible chromatin using sequencing; H3K27Ac, histone H3 acetylated at K27; SNP, single-nucleotide polymorphism.</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7689779-735A-D84C-3D18-86953A056091}"/>
              </a:ext>
            </a:extLst>
          </p:cNvPr>
          <p:cNvSpPr>
            <a:spLocks noGrp="1"/>
          </p:cNvSpPr>
          <p:nvPr>
            <p:ph type="sldNum" sz="quarter" idx="5"/>
          </p:nvPr>
        </p:nvSpPr>
        <p:spPr/>
        <p:txBody>
          <a:bodyPr/>
          <a:lstStyle/>
          <a:p>
            <a:fld id="{3EB0F0C9-1577-498E-BF55-4174A76E442E}" type="slidenum">
              <a:rPr lang="en-GB" smtClean="0"/>
              <a:t>13</a:t>
            </a:fld>
            <a:endParaRPr lang="en-GB"/>
          </a:p>
        </p:txBody>
      </p:sp>
    </p:spTree>
    <p:extLst>
      <p:ext uri="{BB962C8B-B14F-4D97-AF65-F5344CB8AC3E}">
        <p14:creationId xmlns:p14="http://schemas.microsoft.com/office/powerpoint/2010/main" val="9481564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9AA76-1E85-449E-24B4-63505F820B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73EF5D-58DD-159D-7D71-6074971060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26B50A-083E-FF9E-81E4-5DC3524547E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F6138CF-D54E-BBB2-81F0-752DCCDB5D64}"/>
              </a:ext>
            </a:extLst>
          </p:cNvPr>
          <p:cNvSpPr>
            <a:spLocks noGrp="1"/>
          </p:cNvSpPr>
          <p:nvPr>
            <p:ph type="sldNum" sz="quarter" idx="5"/>
          </p:nvPr>
        </p:nvSpPr>
        <p:spPr/>
        <p:txBody>
          <a:bodyPr/>
          <a:lstStyle/>
          <a:p>
            <a:fld id="{3EB0F0C9-1577-498E-BF55-4174A76E442E}" type="slidenum">
              <a:rPr lang="en-GB" smtClean="0"/>
              <a:t>14</a:t>
            </a:fld>
            <a:endParaRPr lang="en-GB"/>
          </a:p>
        </p:txBody>
      </p:sp>
    </p:spTree>
    <p:extLst>
      <p:ext uri="{BB962C8B-B14F-4D97-AF65-F5344CB8AC3E}">
        <p14:creationId xmlns:p14="http://schemas.microsoft.com/office/powerpoint/2010/main" val="29792215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EB0F0C9-1577-498E-BF55-4174A76E442E}" type="slidenum">
              <a:rPr lang="en-GB" smtClean="0"/>
              <a:t>15</a:t>
            </a:fld>
            <a:endParaRPr lang="en-GB"/>
          </a:p>
        </p:txBody>
      </p:sp>
    </p:spTree>
    <p:extLst>
      <p:ext uri="{BB962C8B-B14F-4D97-AF65-F5344CB8AC3E}">
        <p14:creationId xmlns:p14="http://schemas.microsoft.com/office/powerpoint/2010/main" val="9257940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EB0F0C9-1577-498E-BF55-4174A76E442E}" type="slidenum">
              <a:rPr lang="en-GB" smtClean="0"/>
              <a:t>16</a:t>
            </a:fld>
            <a:endParaRPr lang="en-GB"/>
          </a:p>
        </p:txBody>
      </p:sp>
    </p:spTree>
    <p:extLst>
      <p:ext uri="{BB962C8B-B14F-4D97-AF65-F5344CB8AC3E}">
        <p14:creationId xmlns:p14="http://schemas.microsoft.com/office/powerpoint/2010/main" val="15920508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EB0F0C9-1577-498E-BF55-4174A76E442E}" type="slidenum">
              <a:rPr lang="en-GB" smtClean="0"/>
              <a:t>17</a:t>
            </a:fld>
            <a:endParaRPr lang="en-GB"/>
          </a:p>
        </p:txBody>
      </p:sp>
    </p:spTree>
    <p:extLst>
      <p:ext uri="{BB962C8B-B14F-4D97-AF65-F5344CB8AC3E}">
        <p14:creationId xmlns:p14="http://schemas.microsoft.com/office/powerpoint/2010/main" val="9408826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EB0F0C9-1577-498E-BF55-4174A76E442E}" type="slidenum">
              <a:rPr lang="en-GB" smtClean="0"/>
              <a:t>18</a:t>
            </a:fld>
            <a:endParaRPr lang="en-GB"/>
          </a:p>
        </p:txBody>
      </p:sp>
    </p:spTree>
    <p:extLst>
      <p:ext uri="{BB962C8B-B14F-4D97-AF65-F5344CB8AC3E}">
        <p14:creationId xmlns:p14="http://schemas.microsoft.com/office/powerpoint/2010/main" val="20590887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EB0F0C9-1577-498E-BF55-4174A76E442E}" type="slidenum">
              <a:rPr lang="en-GB" smtClean="0"/>
              <a:t>19</a:t>
            </a:fld>
            <a:endParaRPr lang="en-GB"/>
          </a:p>
        </p:txBody>
      </p:sp>
    </p:spTree>
    <p:extLst>
      <p:ext uri="{BB962C8B-B14F-4D97-AF65-F5344CB8AC3E}">
        <p14:creationId xmlns:p14="http://schemas.microsoft.com/office/powerpoint/2010/main" val="32283456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EB0F0C9-1577-498E-BF55-4174A76E442E}" type="slidenum">
              <a:rPr lang="en-GB" smtClean="0"/>
              <a:t>20</a:t>
            </a:fld>
            <a:endParaRPr lang="en-GB"/>
          </a:p>
        </p:txBody>
      </p:sp>
    </p:spTree>
    <p:extLst>
      <p:ext uri="{BB962C8B-B14F-4D97-AF65-F5344CB8AC3E}">
        <p14:creationId xmlns:p14="http://schemas.microsoft.com/office/powerpoint/2010/main" val="9090421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EB0F0C9-1577-498E-BF55-4174A76E442E}" type="slidenum">
              <a:rPr lang="en-GB" smtClean="0"/>
              <a:t>21</a:t>
            </a:fld>
            <a:endParaRPr lang="en-GB"/>
          </a:p>
        </p:txBody>
      </p:sp>
    </p:spTree>
    <p:extLst>
      <p:ext uri="{BB962C8B-B14F-4D97-AF65-F5344CB8AC3E}">
        <p14:creationId xmlns:p14="http://schemas.microsoft.com/office/powerpoint/2010/main" val="6165013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EB0F0C9-1577-498E-BF55-4174A76E442E}" type="slidenum">
              <a:rPr lang="en-GB" smtClean="0"/>
              <a:t>23</a:t>
            </a:fld>
            <a:endParaRPr lang="en-GB"/>
          </a:p>
        </p:txBody>
      </p:sp>
    </p:spTree>
    <p:extLst>
      <p:ext uri="{BB962C8B-B14F-4D97-AF65-F5344CB8AC3E}">
        <p14:creationId xmlns:p14="http://schemas.microsoft.com/office/powerpoint/2010/main" val="16461857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EB0F0C9-1577-498E-BF55-4174A76E442E}" type="slidenum">
              <a:rPr lang="en-GB" smtClean="0"/>
              <a:t>24</a:t>
            </a:fld>
            <a:endParaRPr lang="en-GB"/>
          </a:p>
        </p:txBody>
      </p:sp>
    </p:spTree>
    <p:extLst>
      <p:ext uri="{BB962C8B-B14F-4D97-AF65-F5344CB8AC3E}">
        <p14:creationId xmlns:p14="http://schemas.microsoft.com/office/powerpoint/2010/main" val="37995971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EB0F0C9-1577-498E-BF55-4174A76E442E}" type="slidenum">
              <a:rPr lang="en-GB" smtClean="0"/>
              <a:t>25</a:t>
            </a:fld>
            <a:endParaRPr lang="en-GB"/>
          </a:p>
        </p:txBody>
      </p:sp>
    </p:spTree>
    <p:extLst>
      <p:ext uri="{BB962C8B-B14F-4D97-AF65-F5344CB8AC3E}">
        <p14:creationId xmlns:p14="http://schemas.microsoft.com/office/powerpoint/2010/main" val="17309168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EB0F0C9-1577-498E-BF55-4174A76E442E}" type="slidenum">
              <a:rPr lang="en-GB" smtClean="0"/>
              <a:t>26</a:t>
            </a:fld>
            <a:endParaRPr lang="en-GB"/>
          </a:p>
        </p:txBody>
      </p:sp>
    </p:spTree>
    <p:extLst>
      <p:ext uri="{BB962C8B-B14F-4D97-AF65-F5344CB8AC3E}">
        <p14:creationId xmlns:p14="http://schemas.microsoft.com/office/powerpoint/2010/main" val="15196543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EB0F0C9-1577-498E-BF55-4174A76E442E}" type="slidenum">
              <a:rPr lang="en-GB" smtClean="0"/>
              <a:t>27</a:t>
            </a:fld>
            <a:endParaRPr lang="en-GB"/>
          </a:p>
        </p:txBody>
      </p:sp>
    </p:spTree>
    <p:extLst>
      <p:ext uri="{BB962C8B-B14F-4D97-AF65-F5344CB8AC3E}">
        <p14:creationId xmlns:p14="http://schemas.microsoft.com/office/powerpoint/2010/main" val="29277880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EB0F0C9-1577-498E-BF55-4174A76E442E}" type="slidenum">
              <a:rPr lang="en-GB" smtClean="0"/>
              <a:t>28</a:t>
            </a:fld>
            <a:endParaRPr lang="en-GB"/>
          </a:p>
        </p:txBody>
      </p:sp>
    </p:spTree>
    <p:extLst>
      <p:ext uri="{BB962C8B-B14F-4D97-AF65-F5344CB8AC3E}">
        <p14:creationId xmlns:p14="http://schemas.microsoft.com/office/powerpoint/2010/main" val="26900852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EB0F0C9-1577-498E-BF55-4174A76E442E}" type="slidenum">
              <a:rPr lang="en-GB" smtClean="0"/>
              <a:t>29</a:t>
            </a:fld>
            <a:endParaRPr lang="en-GB"/>
          </a:p>
        </p:txBody>
      </p:sp>
    </p:spTree>
    <p:extLst>
      <p:ext uri="{BB962C8B-B14F-4D97-AF65-F5344CB8AC3E}">
        <p14:creationId xmlns:p14="http://schemas.microsoft.com/office/powerpoint/2010/main" val="5973618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EB0F0C9-1577-498E-BF55-4174A76E442E}" type="slidenum">
              <a:rPr lang="en-GB" smtClean="0"/>
              <a:t>30</a:t>
            </a:fld>
            <a:endParaRPr lang="en-GB"/>
          </a:p>
        </p:txBody>
      </p:sp>
    </p:spTree>
    <p:extLst>
      <p:ext uri="{BB962C8B-B14F-4D97-AF65-F5344CB8AC3E}">
        <p14:creationId xmlns:p14="http://schemas.microsoft.com/office/powerpoint/2010/main" val="12096658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EB0F0C9-1577-498E-BF55-4174A76E442E}" type="slidenum">
              <a:rPr lang="en-GB" smtClean="0"/>
              <a:t>31</a:t>
            </a:fld>
            <a:endParaRPr lang="en-GB"/>
          </a:p>
        </p:txBody>
      </p:sp>
    </p:spTree>
    <p:extLst>
      <p:ext uri="{BB962C8B-B14F-4D97-AF65-F5344CB8AC3E}">
        <p14:creationId xmlns:p14="http://schemas.microsoft.com/office/powerpoint/2010/main" val="3837812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EB0F0C9-1577-498E-BF55-4174A76E442E}" type="slidenum">
              <a:rPr lang="en-GB" smtClean="0"/>
              <a:t>32</a:t>
            </a:fld>
            <a:endParaRPr lang="en-GB"/>
          </a:p>
        </p:txBody>
      </p:sp>
    </p:spTree>
    <p:extLst>
      <p:ext uri="{BB962C8B-B14F-4D97-AF65-F5344CB8AC3E}">
        <p14:creationId xmlns:p14="http://schemas.microsoft.com/office/powerpoint/2010/main" val="33448417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EB0F0C9-1577-498E-BF55-4174A76E442E}" type="slidenum">
              <a:rPr lang="en-GB" smtClean="0"/>
              <a:t>33</a:t>
            </a:fld>
            <a:endParaRPr lang="en-GB"/>
          </a:p>
        </p:txBody>
      </p:sp>
    </p:spTree>
    <p:extLst>
      <p:ext uri="{BB962C8B-B14F-4D97-AF65-F5344CB8AC3E}">
        <p14:creationId xmlns:p14="http://schemas.microsoft.com/office/powerpoint/2010/main" val="38480028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EB0F0C9-1577-498E-BF55-4174A76E442E}" type="slidenum">
              <a:rPr lang="en-GB" smtClean="0"/>
              <a:t>34</a:t>
            </a:fld>
            <a:endParaRPr lang="en-GB"/>
          </a:p>
        </p:txBody>
      </p:sp>
    </p:spTree>
    <p:extLst>
      <p:ext uri="{BB962C8B-B14F-4D97-AF65-F5344CB8AC3E}">
        <p14:creationId xmlns:p14="http://schemas.microsoft.com/office/powerpoint/2010/main" val="17831815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EB0F0C9-1577-498E-BF55-4174A76E442E}" type="slidenum">
              <a:rPr lang="en-GB" smtClean="0"/>
              <a:t>35</a:t>
            </a:fld>
            <a:endParaRPr lang="en-GB"/>
          </a:p>
        </p:txBody>
      </p:sp>
    </p:spTree>
    <p:extLst>
      <p:ext uri="{BB962C8B-B14F-4D97-AF65-F5344CB8AC3E}">
        <p14:creationId xmlns:p14="http://schemas.microsoft.com/office/powerpoint/2010/main" val="3582533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EB0F0C9-1577-498E-BF55-4174A76E442E}" type="slidenum">
              <a:rPr lang="en-GB" smtClean="0"/>
              <a:t>36</a:t>
            </a:fld>
            <a:endParaRPr lang="en-GB"/>
          </a:p>
        </p:txBody>
      </p:sp>
    </p:spTree>
    <p:extLst>
      <p:ext uri="{BB962C8B-B14F-4D97-AF65-F5344CB8AC3E}">
        <p14:creationId xmlns:p14="http://schemas.microsoft.com/office/powerpoint/2010/main" val="24684709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EB0F0C9-1577-498E-BF55-4174A76E442E}" type="slidenum">
              <a:rPr lang="en-GB" smtClean="0"/>
              <a:t>37</a:t>
            </a:fld>
            <a:endParaRPr lang="en-GB"/>
          </a:p>
        </p:txBody>
      </p:sp>
    </p:spTree>
    <p:extLst>
      <p:ext uri="{BB962C8B-B14F-4D97-AF65-F5344CB8AC3E}">
        <p14:creationId xmlns:p14="http://schemas.microsoft.com/office/powerpoint/2010/main" val="28246481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svg"/><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sp>
        <p:nvSpPr>
          <p:cNvPr id="9" name="Rechteck 2">
            <a:extLst>
              <a:ext uri="{FF2B5EF4-FFF2-40B4-BE49-F238E27FC236}">
                <a16:creationId xmlns:a16="http://schemas.microsoft.com/office/drawing/2014/main" id="{359C6863-AE85-9E4E-9846-6FFC93F6649C}"/>
              </a:ext>
            </a:extLst>
          </p:cNvPr>
          <p:cNvSpPr/>
          <p:nvPr userDrawn="1"/>
        </p:nvSpPr>
        <p:spPr>
          <a:xfrm>
            <a:off x="0" y="0"/>
            <a:ext cx="12192000" cy="6858000"/>
          </a:xfrm>
          <a:prstGeom prst="rect">
            <a:avLst/>
          </a:prstGeom>
          <a:solidFill>
            <a:srgbClr val="69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8" name="Rechteck 1">
            <a:extLst>
              <a:ext uri="{FF2B5EF4-FFF2-40B4-BE49-F238E27FC236}">
                <a16:creationId xmlns:a16="http://schemas.microsoft.com/office/drawing/2014/main" id="{00B71A7A-2253-CB44-BCC2-373B1693E92D}"/>
              </a:ext>
            </a:extLst>
          </p:cNvPr>
          <p:cNvSpPr/>
          <p:nvPr userDrawn="1"/>
        </p:nvSpPr>
        <p:spPr>
          <a:xfrm>
            <a:off x="832028" y="2723417"/>
            <a:ext cx="10578093" cy="41345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endParaRPr>
          </a:p>
        </p:txBody>
      </p:sp>
      <p:pic>
        <p:nvPicPr>
          <p:cNvPr id="22" name="Logo WR">
            <a:extLst>
              <a:ext uri="{FF2B5EF4-FFF2-40B4-BE49-F238E27FC236}">
                <a16:creationId xmlns:a16="http://schemas.microsoft.com/office/drawing/2014/main" id="{2213ACBE-2A3C-564A-BE27-C3F0B656402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029" y="459149"/>
            <a:ext cx="2060749" cy="698760"/>
          </a:xfrm>
          <a:prstGeom prst="rect">
            <a:avLst/>
          </a:prstGeom>
        </p:spPr>
      </p:pic>
      <p:sp>
        <p:nvSpPr>
          <p:cNvPr id="39" name="Textplatzhalter 1">
            <a:extLst>
              <a:ext uri="{FF2B5EF4-FFF2-40B4-BE49-F238E27FC236}">
                <a16:creationId xmlns:a16="http://schemas.microsoft.com/office/drawing/2014/main" id="{356A218B-D456-2E4D-BF53-09D390E2DA89}"/>
              </a:ext>
            </a:extLst>
          </p:cNvPr>
          <p:cNvSpPr>
            <a:spLocks noGrp="1"/>
          </p:cNvSpPr>
          <p:nvPr>
            <p:ph type="body" sz="quarter" idx="10" hasCustomPrompt="1"/>
          </p:nvPr>
        </p:nvSpPr>
        <p:spPr>
          <a:xfrm>
            <a:off x="1270800" y="4996800"/>
            <a:ext cx="5400000" cy="523220"/>
          </a:xfrm>
          <a:prstGeom prst="rect">
            <a:avLst/>
          </a:prstGeom>
        </p:spPr>
        <p:txBody>
          <a:bodyPr>
            <a:spAutoFit/>
          </a:bodyPr>
          <a:lstStyle>
            <a:lvl1pPr>
              <a:spcAft>
                <a:spcPts val="0"/>
              </a:spcAft>
              <a:defRPr>
                <a:solidFill>
                  <a:schemeClr val="bg1"/>
                </a:solidFill>
              </a:defRPr>
            </a:lvl1pPr>
          </a:lstStyle>
          <a:p>
            <a:r>
              <a:rPr lang="en-US" sz="1400" noProof="0" dirty="0">
                <a:solidFill>
                  <a:schemeClr val="bg1"/>
                </a:solidFill>
                <a:latin typeface="Arial" panose="020B0604020202020204" pitchFamily="34" charset="0"/>
                <a:cs typeface="Arial" panose="020B0604020202020204" pitchFamily="34" charset="0"/>
              </a:rPr>
              <a:t>Subtitle or specification of subject</a:t>
            </a:r>
          </a:p>
          <a:p>
            <a:fld id="{65FA27FA-8BAF-834A-9736-5F1D1A9AA41F}" type="datetime4">
              <a:rPr lang="en-US" sz="1400" noProof="0" smtClean="0">
                <a:solidFill>
                  <a:schemeClr val="bg1"/>
                </a:solidFill>
                <a:latin typeface="Arial" panose="020B0604020202020204" pitchFamily="34" charset="0"/>
                <a:cs typeface="Arial" panose="020B0604020202020204" pitchFamily="34" charset="0"/>
              </a:rPr>
              <a:pPr/>
              <a:t>November 4, 2021</a:t>
            </a:fld>
            <a:endParaRPr lang="en-US" sz="1400" noProof="0" dirty="0">
              <a:solidFill>
                <a:schemeClr val="bg1"/>
              </a:solidFill>
              <a:latin typeface="Arial" panose="020B0604020202020204" pitchFamily="34" charset="0"/>
              <a:cs typeface="Arial" panose="020B0604020202020204" pitchFamily="34" charset="0"/>
            </a:endParaRPr>
          </a:p>
        </p:txBody>
      </p:sp>
      <p:sp>
        <p:nvSpPr>
          <p:cNvPr id="37" name="Titel 1">
            <a:extLst>
              <a:ext uri="{FF2B5EF4-FFF2-40B4-BE49-F238E27FC236}">
                <a16:creationId xmlns:a16="http://schemas.microsoft.com/office/drawing/2014/main" id="{2788C1DE-FE53-4445-BAB0-AE0A1EDF884B}"/>
              </a:ext>
            </a:extLst>
          </p:cNvPr>
          <p:cNvSpPr>
            <a:spLocks noGrp="1"/>
          </p:cNvSpPr>
          <p:nvPr>
            <p:ph type="title" hasCustomPrompt="1"/>
          </p:nvPr>
        </p:nvSpPr>
        <p:spPr>
          <a:xfrm>
            <a:off x="1270800" y="3042000"/>
            <a:ext cx="9360000" cy="1590308"/>
          </a:xfrm>
          <a:prstGeom prst="rect">
            <a:avLst/>
          </a:prstGeom>
        </p:spPr>
        <p:txBody>
          <a:bodyPr lIns="90000" tIns="46800" rIns="90000" bIns="46800"/>
          <a:lstStyle>
            <a:lvl1pPr>
              <a:defRPr>
                <a:solidFill>
                  <a:schemeClr val="bg1"/>
                </a:solidFill>
              </a:defRPr>
            </a:lvl1pPr>
          </a:lstStyle>
          <a:p>
            <a:r>
              <a:rPr lang="en-US" sz="5400" noProof="0" dirty="0">
                <a:solidFill>
                  <a:schemeClr val="bg1"/>
                </a:solidFill>
                <a:latin typeface="Arial" panose="020B0604020202020204" pitchFamily="34" charset="0"/>
                <a:cs typeface="Arial" panose="020B0604020202020204" pitchFamily="34" charset="0"/>
              </a:rPr>
              <a:t>Presentation title</a:t>
            </a:r>
            <a:br>
              <a:rPr lang="en-US" sz="5400" noProof="0" dirty="0">
                <a:solidFill>
                  <a:schemeClr val="bg1"/>
                </a:solidFill>
                <a:latin typeface="Arial" panose="020B0604020202020204" pitchFamily="34" charset="0"/>
                <a:cs typeface="Arial" panose="020B0604020202020204" pitchFamily="34" charset="0"/>
              </a:rPr>
            </a:br>
            <a:r>
              <a:rPr lang="en-US" sz="5400" noProof="0" dirty="0">
                <a:solidFill>
                  <a:schemeClr val="bg1"/>
                </a:solidFill>
                <a:latin typeface="Arial" panose="020B0604020202020204" pitchFamily="34" charset="0"/>
                <a:cs typeface="Arial" panose="020B0604020202020204" pitchFamily="34" charset="0"/>
              </a:rPr>
              <a:t>Arial Regular, 54 </a:t>
            </a:r>
            <a:r>
              <a:rPr lang="en-US" sz="5400" noProof="0" dirty="0" err="1">
                <a:solidFill>
                  <a:schemeClr val="bg1"/>
                </a:solidFill>
                <a:latin typeface="Arial" panose="020B0604020202020204" pitchFamily="34" charset="0"/>
                <a:cs typeface="Arial" panose="020B0604020202020204" pitchFamily="34" charset="0"/>
              </a:rPr>
              <a:t>pt</a:t>
            </a:r>
            <a:endParaRPr lang="en-US" sz="5400" noProof="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34862922"/>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40601E0-7893-9F4E-B51C-441B00B1791E}"/>
              </a:ext>
            </a:extLst>
          </p:cNvPr>
          <p:cNvSpPr>
            <a:spLocks noGrp="1"/>
          </p:cNvSpPr>
          <p:nvPr>
            <p:ph type="title" hasCustomPrompt="1"/>
          </p:nvPr>
        </p:nvSpPr>
        <p:spPr>
          <a:xfrm>
            <a:off x="831599" y="2725199"/>
            <a:ext cx="10576799" cy="4132801"/>
          </a:xfrm>
          <a:prstGeom prst="rect">
            <a:avLst/>
          </a:prstGeom>
          <a:solidFill>
            <a:schemeClr val="accent2"/>
          </a:solidFill>
        </p:spPr>
        <p:txBody>
          <a:bodyPr lIns="529200" tIns="360000" rIns="90000" bIns="46800"/>
          <a:lstStyle>
            <a:lvl1pPr marL="0" marR="0" indent="0" algn="l" defTabSz="914400" rtl="0" eaLnBrk="1" fontAlgn="auto" latinLnBrk="0" hangingPunct="1">
              <a:lnSpc>
                <a:spcPct val="90000"/>
              </a:lnSpc>
              <a:spcBef>
                <a:spcPct val="0"/>
              </a:spcBef>
              <a:spcAft>
                <a:spcPts val="0"/>
              </a:spcAft>
              <a:buClrTx/>
              <a:buSzTx/>
              <a:buFontTx/>
              <a:buNone/>
              <a:tabLst/>
              <a:defRPr>
                <a:solidFill>
                  <a:schemeClr val="bg1"/>
                </a:solidFill>
              </a:defRPr>
            </a:lvl1pPr>
          </a:lstStyle>
          <a:p>
            <a:r>
              <a:rPr lang="en-US" dirty="0">
                <a:cs typeface="Arial" panose="020B0604020202020204" pitchFamily="34" charset="0"/>
              </a:rPr>
              <a:t>Presentation title</a:t>
            </a:r>
            <a:br>
              <a:rPr lang="en-US" dirty="0">
                <a:cs typeface="Arial" panose="020B0604020202020204" pitchFamily="34" charset="0"/>
              </a:rPr>
            </a:br>
            <a:r>
              <a:rPr lang="en-US" dirty="0">
                <a:cs typeface="Arial" panose="020B0604020202020204" pitchFamily="34" charset="0"/>
              </a:rPr>
              <a:t>Arial Regular, 54 </a:t>
            </a:r>
            <a:r>
              <a:rPr lang="en-US" dirty="0" err="1">
                <a:cs typeface="Arial" panose="020B0604020202020204" pitchFamily="34" charset="0"/>
              </a:rPr>
              <a:t>pt</a:t>
            </a:r>
            <a:endParaRPr lang="en-US" dirty="0">
              <a:cs typeface="Arial" panose="020B0604020202020204" pitchFamily="34" charset="0"/>
            </a:endParaRPr>
          </a:p>
        </p:txBody>
      </p:sp>
      <p:sp>
        <p:nvSpPr>
          <p:cNvPr id="39" name="Textplatzhalter 1">
            <a:extLst>
              <a:ext uri="{FF2B5EF4-FFF2-40B4-BE49-F238E27FC236}">
                <a16:creationId xmlns:a16="http://schemas.microsoft.com/office/drawing/2014/main" id="{356A218B-D456-2E4D-BF53-09D390E2DA89}"/>
              </a:ext>
            </a:extLst>
          </p:cNvPr>
          <p:cNvSpPr>
            <a:spLocks noGrp="1"/>
          </p:cNvSpPr>
          <p:nvPr>
            <p:ph type="body" sz="quarter" idx="10" hasCustomPrompt="1"/>
          </p:nvPr>
        </p:nvSpPr>
        <p:spPr>
          <a:xfrm>
            <a:off x="1270800" y="4996800"/>
            <a:ext cx="5400000" cy="523220"/>
          </a:xfrm>
          <a:prstGeom prst="rect">
            <a:avLst/>
          </a:prstGeom>
        </p:spPr>
        <p:txBody>
          <a:bodyPr>
            <a:spAutoFit/>
          </a:bodyPr>
          <a:lstStyle>
            <a:lvl1pPr>
              <a:spcAft>
                <a:spcPts val="0"/>
              </a:spcAft>
              <a:defRPr>
                <a:solidFill>
                  <a:schemeClr val="bg1"/>
                </a:solidFill>
              </a:defRPr>
            </a:lvl1pPr>
          </a:lstStyle>
          <a:p>
            <a:r>
              <a:rPr lang="en-US" sz="1400" noProof="0" dirty="0">
                <a:solidFill>
                  <a:schemeClr val="bg1"/>
                </a:solidFill>
                <a:latin typeface="Arial" panose="020B0604020202020204" pitchFamily="34" charset="0"/>
                <a:cs typeface="Arial" panose="020B0604020202020204" pitchFamily="34" charset="0"/>
              </a:rPr>
              <a:t>Subtitle or specification of subject</a:t>
            </a:r>
          </a:p>
          <a:p>
            <a:fld id="{65FA27FA-8BAF-834A-9736-5F1D1A9AA41F}" type="datetime4">
              <a:rPr lang="en-US" sz="1400" noProof="0" smtClean="0">
                <a:solidFill>
                  <a:schemeClr val="bg1"/>
                </a:solidFill>
                <a:latin typeface="Arial" panose="020B0604020202020204" pitchFamily="34" charset="0"/>
                <a:cs typeface="Arial" panose="020B0604020202020204" pitchFamily="34" charset="0"/>
              </a:rPr>
              <a:pPr/>
              <a:t>November 4, 2021</a:t>
            </a:fld>
            <a:endParaRPr lang="en-US" sz="1400" noProof="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88208041"/>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sp>
        <p:nvSpPr>
          <p:cNvPr id="11" name="Rechteck 1">
            <a:extLst>
              <a:ext uri="{FF2B5EF4-FFF2-40B4-BE49-F238E27FC236}">
                <a16:creationId xmlns:a16="http://schemas.microsoft.com/office/drawing/2014/main" id="{FB4CB80F-34C1-AB4C-A8E5-7543ACEDA890}"/>
              </a:ext>
            </a:extLst>
          </p:cNvPr>
          <p:cNvSpPr/>
          <p:nvPr userDrawn="1"/>
        </p:nvSpPr>
        <p:spPr>
          <a:xfrm>
            <a:off x="0" y="5776"/>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endParaRPr>
          </a:p>
        </p:txBody>
      </p:sp>
      <p:sp>
        <p:nvSpPr>
          <p:cNvPr id="32" name="Bildplatzhalter 1">
            <a:extLst>
              <a:ext uri="{FF2B5EF4-FFF2-40B4-BE49-F238E27FC236}">
                <a16:creationId xmlns:a16="http://schemas.microsoft.com/office/drawing/2014/main" id="{9D49BAFE-FF4A-864F-872E-79DF8BB685DA}"/>
              </a:ext>
            </a:extLst>
          </p:cNvPr>
          <p:cNvSpPr>
            <a:spLocks noGrp="1"/>
          </p:cNvSpPr>
          <p:nvPr>
            <p:ph type="pic" sz="quarter" idx="17" hasCustomPrompt="1"/>
          </p:nvPr>
        </p:nvSpPr>
        <p:spPr>
          <a:xfrm>
            <a:off x="4592638" y="457200"/>
            <a:ext cx="7599362" cy="6399212"/>
          </a:xfrm>
          <a:prstGeom prst="rect">
            <a:avLst/>
          </a:prstGeom>
          <a:pattFill prst="ltUpDiag">
            <a:fgClr>
              <a:schemeClr val="accent1"/>
            </a:fgClr>
            <a:bgClr>
              <a:schemeClr val="bg1"/>
            </a:bgClr>
          </a:pattFill>
        </p:spPr>
        <p:txBody>
          <a:bodyPr/>
          <a:lstStyle>
            <a:lvl1pPr marL="0" marR="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a:lvl1pPr>
          </a:lstStyle>
          <a:p>
            <a:pPr marL="0" marR="0" lvl="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a:pPr>
            <a:r>
              <a:rPr lang="en-US" noProof="0" dirty="0"/>
              <a:t>Placeholder</a:t>
            </a:r>
          </a:p>
        </p:txBody>
      </p:sp>
      <p:sp>
        <p:nvSpPr>
          <p:cNvPr id="24" name="Textplatzhalter 1">
            <a:extLst>
              <a:ext uri="{FF2B5EF4-FFF2-40B4-BE49-F238E27FC236}">
                <a16:creationId xmlns:a16="http://schemas.microsoft.com/office/drawing/2014/main" id="{9A72939E-4C1A-2A49-B8FD-765E64173B26}"/>
              </a:ext>
            </a:extLst>
          </p:cNvPr>
          <p:cNvSpPr>
            <a:spLocks noGrp="1"/>
          </p:cNvSpPr>
          <p:nvPr>
            <p:ph type="body" sz="quarter" idx="10" hasCustomPrompt="1"/>
          </p:nvPr>
        </p:nvSpPr>
        <p:spPr>
          <a:xfrm>
            <a:off x="741600" y="4064400"/>
            <a:ext cx="5400000" cy="523220"/>
          </a:xfrm>
          <a:prstGeom prst="rect">
            <a:avLst/>
          </a:prstGeom>
        </p:spPr>
        <p:txBody>
          <a:bodyPr lIns="90000">
            <a:spAutoFit/>
          </a:bodyPr>
          <a:lstStyle>
            <a:lvl1pPr>
              <a:spcAft>
                <a:spcPts val="0"/>
              </a:spcAft>
              <a:defRPr>
                <a:solidFill>
                  <a:schemeClr val="bg1"/>
                </a:solidFill>
              </a:defRPr>
            </a:lvl1pPr>
          </a:lstStyle>
          <a:p>
            <a:r>
              <a:rPr lang="en-US" sz="1400" noProof="0" dirty="0">
                <a:solidFill>
                  <a:schemeClr val="bg1"/>
                </a:solidFill>
                <a:latin typeface="Arial" panose="020B0604020202020204" pitchFamily="34" charset="0"/>
                <a:cs typeface="Arial" panose="020B0604020202020204" pitchFamily="34" charset="0"/>
              </a:rPr>
              <a:t>Subtitle or specification of subject</a:t>
            </a:r>
          </a:p>
          <a:p>
            <a:fld id="{65FA27FA-8BAF-834A-9736-5F1D1A9AA41F}" type="datetime4">
              <a:rPr lang="en-US" sz="1400" noProof="0" smtClean="0">
                <a:solidFill>
                  <a:schemeClr val="bg1"/>
                </a:solidFill>
                <a:latin typeface="Arial" panose="020B0604020202020204" pitchFamily="34" charset="0"/>
                <a:cs typeface="Arial" panose="020B0604020202020204" pitchFamily="34" charset="0"/>
              </a:rPr>
              <a:pPr/>
              <a:t>November 4, 2021</a:t>
            </a:fld>
            <a:endParaRPr lang="en-US" sz="1400" noProof="0" dirty="0">
              <a:solidFill>
                <a:schemeClr val="bg1"/>
              </a:solidFill>
              <a:latin typeface="Arial" panose="020B0604020202020204" pitchFamily="34" charset="0"/>
              <a:cs typeface="Arial" panose="020B0604020202020204" pitchFamily="34" charset="0"/>
            </a:endParaRPr>
          </a:p>
        </p:txBody>
      </p:sp>
      <p:sp>
        <p:nvSpPr>
          <p:cNvPr id="23" name="Titel 1">
            <a:extLst>
              <a:ext uri="{FF2B5EF4-FFF2-40B4-BE49-F238E27FC236}">
                <a16:creationId xmlns:a16="http://schemas.microsoft.com/office/drawing/2014/main" id="{2EDA41EE-9D90-E34B-8B92-2847EBECD66C}"/>
              </a:ext>
            </a:extLst>
          </p:cNvPr>
          <p:cNvSpPr>
            <a:spLocks noGrp="1"/>
          </p:cNvSpPr>
          <p:nvPr>
            <p:ph type="title" hasCustomPrompt="1"/>
          </p:nvPr>
        </p:nvSpPr>
        <p:spPr>
          <a:xfrm>
            <a:off x="741600" y="2109600"/>
            <a:ext cx="6480000" cy="1590308"/>
          </a:xfrm>
          <a:prstGeom prst="rect">
            <a:avLst/>
          </a:prstGeom>
        </p:spPr>
        <p:txBody>
          <a:bodyPr lIns="90000" tIns="46800" rIns="90000" bIns="46800"/>
          <a:lstStyle>
            <a:lvl1pPr>
              <a:defRPr>
                <a:solidFill>
                  <a:schemeClr val="bg1"/>
                </a:solidFill>
              </a:defRPr>
            </a:lvl1pPr>
          </a:lstStyle>
          <a:p>
            <a:r>
              <a:rPr lang="en-US" sz="5400" noProof="0" dirty="0">
                <a:solidFill>
                  <a:schemeClr val="bg1"/>
                </a:solidFill>
                <a:latin typeface="Arial" panose="020B0604020202020204" pitchFamily="34" charset="0"/>
                <a:cs typeface="Arial" panose="020B0604020202020204" pitchFamily="34" charset="0"/>
              </a:rPr>
              <a:t>Presentation title</a:t>
            </a:r>
            <a:br>
              <a:rPr lang="en-US" sz="5400" noProof="0" dirty="0">
                <a:solidFill>
                  <a:schemeClr val="bg1"/>
                </a:solidFill>
                <a:latin typeface="Arial" panose="020B0604020202020204" pitchFamily="34" charset="0"/>
                <a:cs typeface="Arial" panose="020B0604020202020204" pitchFamily="34" charset="0"/>
              </a:rPr>
            </a:br>
            <a:r>
              <a:rPr lang="en-US" sz="5400" noProof="0" dirty="0">
                <a:solidFill>
                  <a:schemeClr val="bg1"/>
                </a:solidFill>
                <a:latin typeface="Arial" panose="020B0604020202020204" pitchFamily="34" charset="0"/>
                <a:cs typeface="Arial" panose="020B0604020202020204" pitchFamily="34" charset="0"/>
              </a:rPr>
              <a:t>Arial Regular, 54 </a:t>
            </a:r>
            <a:r>
              <a:rPr lang="en-US" sz="5400" noProof="0" dirty="0" err="1">
                <a:solidFill>
                  <a:schemeClr val="bg1"/>
                </a:solidFill>
                <a:latin typeface="Arial" panose="020B0604020202020204" pitchFamily="34" charset="0"/>
                <a:cs typeface="Arial" panose="020B0604020202020204" pitchFamily="34" charset="0"/>
              </a:rPr>
              <a:t>pt</a:t>
            </a:r>
            <a:endParaRPr lang="en-US" sz="5400" noProof="0" dirty="0">
              <a:solidFill>
                <a:schemeClr val="bg1"/>
              </a:solidFill>
              <a:latin typeface="Arial" panose="020B0604020202020204" pitchFamily="34" charset="0"/>
              <a:cs typeface="Arial" panose="020B0604020202020204" pitchFamily="34" charset="0"/>
            </a:endParaRPr>
          </a:p>
        </p:txBody>
      </p:sp>
      <p:pic>
        <p:nvPicPr>
          <p:cNvPr id="7" name="Logo WR">
            <a:extLst>
              <a:ext uri="{FF2B5EF4-FFF2-40B4-BE49-F238E27FC236}">
                <a16:creationId xmlns:a16="http://schemas.microsoft.com/office/drawing/2014/main" id="{FD612993-EA79-0E4D-9AD6-0A93EC6B9BD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029" y="459149"/>
            <a:ext cx="2060749" cy="698760"/>
          </a:xfrm>
          <a:prstGeom prst="rect">
            <a:avLst/>
          </a:prstGeom>
        </p:spPr>
      </p:pic>
    </p:spTree>
    <p:extLst>
      <p:ext uri="{BB962C8B-B14F-4D97-AF65-F5344CB8AC3E}">
        <p14:creationId xmlns:p14="http://schemas.microsoft.com/office/powerpoint/2010/main" val="4119807023"/>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3AA3B1A7-AEA9-B34D-A071-A2CE9B3A7C33}"/>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endParaRPr>
          </a:p>
        </p:txBody>
      </p:sp>
      <p:sp>
        <p:nvSpPr>
          <p:cNvPr id="36" name="Bildplatzhalter 35">
            <a:extLst>
              <a:ext uri="{FF2B5EF4-FFF2-40B4-BE49-F238E27FC236}">
                <a16:creationId xmlns:a16="http://schemas.microsoft.com/office/drawing/2014/main" id="{CD74E278-1F78-2647-B2E9-96E68DCBBAF2}"/>
              </a:ext>
            </a:extLst>
          </p:cNvPr>
          <p:cNvSpPr>
            <a:spLocks noGrp="1"/>
          </p:cNvSpPr>
          <p:nvPr>
            <p:ph type="pic" sz="quarter" idx="18" hasCustomPrompt="1"/>
          </p:nvPr>
        </p:nvSpPr>
        <p:spPr>
          <a:xfrm>
            <a:off x="5763600" y="630000"/>
            <a:ext cx="6429600" cy="6228000"/>
          </a:xfrm>
          <a:prstGeom prst="rect">
            <a:avLst/>
          </a:prstGeom>
          <a:pattFill prst="ltUpDiag">
            <a:fgClr>
              <a:schemeClr val="accent1"/>
            </a:fgClr>
            <a:bgClr>
              <a:schemeClr val="bg1"/>
            </a:bgClr>
          </a:pattFill>
        </p:spPr>
        <p:txBody>
          <a:bodyPr/>
          <a:lstStyle/>
          <a:p>
            <a:r>
              <a:rPr lang="en-US" noProof="0" dirty="0"/>
              <a:t>Placeholder</a:t>
            </a:r>
          </a:p>
        </p:txBody>
      </p:sp>
      <p:pic>
        <p:nvPicPr>
          <p:cNvPr id="11" name="Grafik 10">
            <a:extLst>
              <a:ext uri="{FF2B5EF4-FFF2-40B4-BE49-F238E27FC236}">
                <a16:creationId xmlns:a16="http://schemas.microsoft.com/office/drawing/2014/main" id="{7C453A86-8CA5-5847-820D-156EF03D05E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029" y="459149"/>
            <a:ext cx="2060749" cy="698760"/>
          </a:xfrm>
          <a:prstGeom prst="rect">
            <a:avLst/>
          </a:prstGeom>
        </p:spPr>
      </p:pic>
      <p:sp>
        <p:nvSpPr>
          <p:cNvPr id="31" name="Textplatzhalter 38">
            <a:extLst>
              <a:ext uri="{FF2B5EF4-FFF2-40B4-BE49-F238E27FC236}">
                <a16:creationId xmlns:a16="http://schemas.microsoft.com/office/drawing/2014/main" id="{8520A916-33E0-9542-93A5-FD88CD73DF47}"/>
              </a:ext>
            </a:extLst>
          </p:cNvPr>
          <p:cNvSpPr>
            <a:spLocks noGrp="1"/>
          </p:cNvSpPr>
          <p:nvPr>
            <p:ph type="body" sz="quarter" idx="10" hasCustomPrompt="1"/>
          </p:nvPr>
        </p:nvSpPr>
        <p:spPr>
          <a:xfrm>
            <a:off x="741027" y="4457483"/>
            <a:ext cx="4679999" cy="523220"/>
          </a:xfrm>
          <a:prstGeom prst="rect">
            <a:avLst/>
          </a:prstGeom>
        </p:spPr>
        <p:txBody>
          <a:bodyPr wrap="square">
            <a:spAutoFit/>
          </a:bodyPr>
          <a:lstStyle>
            <a:lvl1pPr>
              <a:spcAft>
                <a:spcPts val="0"/>
              </a:spcAft>
              <a:defRPr>
                <a:solidFill>
                  <a:schemeClr val="bg1"/>
                </a:solidFill>
              </a:defRPr>
            </a:lvl1pPr>
          </a:lstStyle>
          <a:p>
            <a:r>
              <a:rPr lang="en-US" sz="1400" noProof="0" dirty="0">
                <a:solidFill>
                  <a:schemeClr val="bg1"/>
                </a:solidFill>
                <a:latin typeface="Arial" panose="020B0604020202020204" pitchFamily="34" charset="0"/>
                <a:cs typeface="Arial" panose="020B0604020202020204" pitchFamily="34" charset="0"/>
              </a:rPr>
              <a:t>Subtitle or specification of subject</a:t>
            </a:r>
          </a:p>
          <a:p>
            <a:fld id="{65FA27FA-8BAF-834A-9736-5F1D1A9AA41F}" type="datetime4">
              <a:rPr lang="en-US" sz="1400" noProof="0" smtClean="0">
                <a:solidFill>
                  <a:schemeClr val="bg1"/>
                </a:solidFill>
                <a:latin typeface="Arial" panose="020B0604020202020204" pitchFamily="34" charset="0"/>
                <a:cs typeface="Arial" panose="020B0604020202020204" pitchFamily="34" charset="0"/>
              </a:rPr>
              <a:pPr/>
              <a:t>November 4, 2021</a:t>
            </a:fld>
            <a:endParaRPr lang="en-US" sz="1400" noProof="0" dirty="0">
              <a:solidFill>
                <a:schemeClr val="bg1"/>
              </a:solidFill>
              <a:latin typeface="Arial" panose="020B0604020202020204" pitchFamily="34" charset="0"/>
              <a:cs typeface="Arial" panose="020B0604020202020204" pitchFamily="34" charset="0"/>
            </a:endParaRPr>
          </a:p>
        </p:txBody>
      </p:sp>
      <p:sp>
        <p:nvSpPr>
          <p:cNvPr id="33" name="Textplatzhalter 31">
            <a:extLst>
              <a:ext uri="{FF2B5EF4-FFF2-40B4-BE49-F238E27FC236}">
                <a16:creationId xmlns:a16="http://schemas.microsoft.com/office/drawing/2014/main" id="{5C55BD8A-F13E-1944-BBF8-62D7858C8B28}"/>
              </a:ext>
            </a:extLst>
          </p:cNvPr>
          <p:cNvSpPr>
            <a:spLocks noGrp="1"/>
          </p:cNvSpPr>
          <p:nvPr>
            <p:ph type="body" sz="quarter" idx="17" hasCustomPrompt="1"/>
          </p:nvPr>
        </p:nvSpPr>
        <p:spPr>
          <a:xfrm>
            <a:off x="741026" y="2320953"/>
            <a:ext cx="4680000" cy="1938992"/>
          </a:xfrm>
          <a:prstGeom prst="rect">
            <a:avLst/>
          </a:prstGeom>
        </p:spPr>
        <p:txBody>
          <a:bodyPr>
            <a:spAutoFit/>
          </a:bodyPr>
          <a:lstStyle>
            <a:lvl1pPr>
              <a:defRPr sz="4000">
                <a:solidFill>
                  <a:schemeClr val="bg1"/>
                </a:solidFill>
              </a:defRPr>
            </a:lvl1pPr>
          </a:lstStyle>
          <a:p>
            <a:pPr lvl="0"/>
            <a:r>
              <a:rPr lang="en-US" noProof="0" dirty="0"/>
              <a:t>Presentation title longer text Arial Regular, 40 </a:t>
            </a:r>
            <a:r>
              <a:rPr lang="en-US" noProof="0" dirty="0" err="1"/>
              <a:t>pt</a:t>
            </a:r>
            <a:endParaRPr lang="en-US" noProof="0" dirty="0"/>
          </a:p>
        </p:txBody>
      </p:sp>
    </p:spTree>
    <p:extLst>
      <p:ext uri="{BB962C8B-B14F-4D97-AF65-F5344CB8AC3E}">
        <p14:creationId xmlns:p14="http://schemas.microsoft.com/office/powerpoint/2010/main" val="2847612753"/>
      </p:ext>
    </p:extLst>
  </p:cSld>
  <p:clrMapOvr>
    <a:masterClrMapping/>
  </p:clrMapOvr>
  <p:extLst>
    <p:ext uri="{DCECCB84-F9BA-43D5-87BE-67443E8EF086}">
      <p15:sldGuideLst xmlns:p15="http://schemas.microsoft.com/office/powerpoint/2012/main">
        <p15:guide id="1" pos="3840" userDrawn="1">
          <p15:clr>
            <a:srgbClr val="FBAE40"/>
          </p15:clr>
        </p15:guide>
        <p15:guide id="2" pos="869" userDrawn="1">
          <p15:clr>
            <a:srgbClr val="FBAE40"/>
          </p15:clr>
        </p15:guide>
        <p15:guide id="4" pos="52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5">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3AA3B1A7-AEA9-B34D-A071-A2CE9B3A7C33}"/>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endParaRPr>
          </a:p>
        </p:txBody>
      </p:sp>
      <p:sp>
        <p:nvSpPr>
          <p:cNvPr id="9" name="Rechteck 8">
            <a:extLst>
              <a:ext uri="{FF2B5EF4-FFF2-40B4-BE49-F238E27FC236}">
                <a16:creationId xmlns:a16="http://schemas.microsoft.com/office/drawing/2014/main" id="{C63CB717-39C0-1D41-AE00-553BCD38CB20}"/>
              </a:ext>
            </a:extLst>
          </p:cNvPr>
          <p:cNvSpPr/>
          <p:nvPr userDrawn="1"/>
        </p:nvSpPr>
        <p:spPr>
          <a:xfrm>
            <a:off x="4426227" y="0"/>
            <a:ext cx="7765773" cy="634779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endParaRPr>
          </a:p>
        </p:txBody>
      </p:sp>
      <p:pic>
        <p:nvPicPr>
          <p:cNvPr id="14" name="Grafik 13">
            <a:extLst>
              <a:ext uri="{FF2B5EF4-FFF2-40B4-BE49-F238E27FC236}">
                <a16:creationId xmlns:a16="http://schemas.microsoft.com/office/drawing/2014/main" id="{76EEC924-10C4-7242-8BC3-61C6D9AE4B0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029" y="5648045"/>
            <a:ext cx="2060749" cy="698760"/>
          </a:xfrm>
          <a:prstGeom prst="rect">
            <a:avLst/>
          </a:prstGeom>
        </p:spPr>
      </p:pic>
      <p:sp>
        <p:nvSpPr>
          <p:cNvPr id="27" name="Textplatzhalter 31">
            <a:extLst>
              <a:ext uri="{FF2B5EF4-FFF2-40B4-BE49-F238E27FC236}">
                <a16:creationId xmlns:a16="http://schemas.microsoft.com/office/drawing/2014/main" id="{6EFCBD50-4D26-1144-AFDC-4E85A23984AC}"/>
              </a:ext>
            </a:extLst>
          </p:cNvPr>
          <p:cNvSpPr>
            <a:spLocks noGrp="1"/>
          </p:cNvSpPr>
          <p:nvPr>
            <p:ph type="body" sz="quarter" idx="17" hasCustomPrompt="1"/>
          </p:nvPr>
        </p:nvSpPr>
        <p:spPr>
          <a:xfrm>
            <a:off x="4851662" y="2386800"/>
            <a:ext cx="6840000" cy="1938992"/>
          </a:xfrm>
          <a:prstGeom prst="rect">
            <a:avLst/>
          </a:prstGeom>
        </p:spPr>
        <p:txBody>
          <a:bodyPr>
            <a:spAutoFit/>
          </a:bodyPr>
          <a:lstStyle>
            <a:lvl1pPr>
              <a:defRPr sz="4000">
                <a:solidFill>
                  <a:schemeClr val="bg1"/>
                </a:solidFill>
              </a:defRPr>
            </a:lvl1pPr>
          </a:lstStyle>
          <a:p>
            <a:pPr lvl="0"/>
            <a:r>
              <a:rPr lang="en-US" noProof="0" dirty="0"/>
              <a:t>Presentation title for longer headlines in font style Arial Regular, 40 </a:t>
            </a:r>
            <a:r>
              <a:rPr lang="en-US" noProof="0" dirty="0" err="1"/>
              <a:t>pt</a:t>
            </a:r>
            <a:endParaRPr lang="en-US" noProof="0" dirty="0"/>
          </a:p>
        </p:txBody>
      </p:sp>
      <p:sp>
        <p:nvSpPr>
          <p:cNvPr id="28" name="Textplatzhalter 38">
            <a:extLst>
              <a:ext uri="{FF2B5EF4-FFF2-40B4-BE49-F238E27FC236}">
                <a16:creationId xmlns:a16="http://schemas.microsoft.com/office/drawing/2014/main" id="{C8733A41-3995-2748-BD23-16465CCA5BDC}"/>
              </a:ext>
            </a:extLst>
          </p:cNvPr>
          <p:cNvSpPr>
            <a:spLocks noGrp="1"/>
          </p:cNvSpPr>
          <p:nvPr>
            <p:ph type="body" sz="quarter" idx="10" hasCustomPrompt="1"/>
          </p:nvPr>
        </p:nvSpPr>
        <p:spPr>
          <a:xfrm>
            <a:off x="4851662" y="4504681"/>
            <a:ext cx="5400000" cy="523220"/>
          </a:xfrm>
          <a:prstGeom prst="rect">
            <a:avLst/>
          </a:prstGeom>
        </p:spPr>
        <p:txBody>
          <a:bodyPr wrap="square">
            <a:spAutoFit/>
          </a:bodyPr>
          <a:lstStyle>
            <a:lvl1pPr>
              <a:spcAft>
                <a:spcPts val="0"/>
              </a:spcAft>
              <a:defRPr>
                <a:solidFill>
                  <a:schemeClr val="bg1"/>
                </a:solidFill>
              </a:defRPr>
            </a:lvl1pPr>
          </a:lstStyle>
          <a:p>
            <a:r>
              <a:rPr lang="en-US" sz="1400" noProof="0" dirty="0">
                <a:solidFill>
                  <a:schemeClr val="bg1"/>
                </a:solidFill>
                <a:latin typeface="Arial" panose="020B0604020202020204" pitchFamily="34" charset="0"/>
                <a:cs typeface="Arial" panose="020B0604020202020204" pitchFamily="34" charset="0"/>
              </a:rPr>
              <a:t>Subtitle or specification of subject</a:t>
            </a:r>
          </a:p>
          <a:p>
            <a:fld id="{65FA27FA-8BAF-834A-9736-5F1D1A9AA41F}" type="datetime4">
              <a:rPr lang="en-US" sz="1400" noProof="0" smtClean="0">
                <a:solidFill>
                  <a:schemeClr val="bg1"/>
                </a:solidFill>
                <a:latin typeface="Arial" panose="020B0604020202020204" pitchFamily="34" charset="0"/>
                <a:cs typeface="Arial" panose="020B0604020202020204" pitchFamily="34" charset="0"/>
              </a:rPr>
              <a:pPr/>
              <a:t>November 4, 2021</a:t>
            </a:fld>
            <a:endParaRPr lang="en-US" sz="1400" noProof="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75390099"/>
      </p:ext>
    </p:extLst>
  </p:cSld>
  <p:clrMapOvr>
    <a:masterClrMapping/>
  </p:clrMapOvr>
  <p:extLst>
    <p:ext uri="{DCECCB84-F9BA-43D5-87BE-67443E8EF086}">
      <p15:sldGuideLst xmlns:p15="http://schemas.microsoft.com/office/powerpoint/2012/main">
        <p15:guide id="1" pos="3840" userDrawn="1">
          <p15:clr>
            <a:srgbClr val="FBAE40"/>
          </p15:clr>
        </p15:guide>
        <p15:guide id="2" pos="869" userDrawn="1">
          <p15:clr>
            <a:srgbClr val="FBAE40"/>
          </p15:clr>
        </p15:guide>
        <p15:guide id="4" pos="523"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85E4D-2AC3-438C-8EA1-A2D5B46DF04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EC31242-ACC9-41DE-A33B-4D848DFEF2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8E388C-E782-4E82-83EA-84A9BCA498EA}"/>
              </a:ext>
            </a:extLst>
          </p:cNvPr>
          <p:cNvSpPr>
            <a:spLocks noGrp="1"/>
          </p:cNvSpPr>
          <p:nvPr>
            <p:ph type="dt" sz="half" idx="10"/>
          </p:nvPr>
        </p:nvSpPr>
        <p:spPr/>
        <p:txBody>
          <a:bodyPr/>
          <a:lstStyle/>
          <a:p>
            <a:fld id="{97FC3DEA-AA7C-442C-9437-D0D73D4D4968}" type="datetimeFigureOut">
              <a:rPr lang="en-US" smtClean="0"/>
              <a:t>5/20/2026</a:t>
            </a:fld>
            <a:endParaRPr lang="en-US"/>
          </a:p>
        </p:txBody>
      </p:sp>
      <p:sp>
        <p:nvSpPr>
          <p:cNvPr id="5" name="Footer Placeholder 4">
            <a:extLst>
              <a:ext uri="{FF2B5EF4-FFF2-40B4-BE49-F238E27FC236}">
                <a16:creationId xmlns:a16="http://schemas.microsoft.com/office/drawing/2014/main" id="{F26A4434-032F-4B82-9070-DD234437A2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4B3B6D-A503-47E7-90FF-BD7D047FE43A}"/>
              </a:ext>
            </a:extLst>
          </p:cNvPr>
          <p:cNvSpPr>
            <a:spLocks noGrp="1"/>
          </p:cNvSpPr>
          <p:nvPr>
            <p:ph type="sldNum" sz="quarter" idx="12"/>
          </p:nvPr>
        </p:nvSpPr>
        <p:spPr/>
        <p:txBody>
          <a:bodyPr/>
          <a:lstStyle/>
          <a:p>
            <a:fld id="{9C57FA66-9827-46A3-A411-AB5C98ACDAC5}" type="slidenum">
              <a:rPr lang="en-US" smtClean="0"/>
              <a:t>‹#›</a:t>
            </a:fld>
            <a:endParaRPr lang="en-US"/>
          </a:p>
        </p:txBody>
      </p:sp>
    </p:spTree>
    <p:extLst>
      <p:ext uri="{BB962C8B-B14F-4D97-AF65-F5344CB8AC3E}">
        <p14:creationId xmlns:p14="http://schemas.microsoft.com/office/powerpoint/2010/main" val="3833294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BDBC526-6DCD-4FF6-8395-D8C22E46E527}"/>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p:nvPr>
        </p:nvSpPr>
        <p:spPr>
          <a:xfrm>
            <a:off x="550862" y="549275"/>
            <a:ext cx="11091600" cy="1332000"/>
          </a:xfrm>
        </p:spPr>
        <p:txBody>
          <a:bodyPr vert="horz" wrap="square" lIns="0" tIns="0" rIns="0" bIns="0" rtlCol="0" anchor="t" anchorCtr="0">
            <a:normAutofit/>
          </a:bodyPr>
          <a:lstStyle>
            <a:lvl1pPr>
              <a:defRPr lang="en-US" dirty="0"/>
            </a:lvl1pPr>
          </a:lstStyle>
          <a:p>
            <a:pPr lvl="0">
              <a:lnSpc>
                <a:spcPct val="100000"/>
              </a:lnSpc>
            </a:pPr>
            <a:r>
              <a:rPr lang="en-US"/>
              <a:t>Click to edit Master title style</a:t>
            </a:r>
            <a:endParaRPr lang="en-US" dirty="0"/>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p:nvPr>
        </p:nvSpPr>
        <p:spPr>
          <a:xfrm>
            <a:off x="550863" y="2113199"/>
            <a:ext cx="11090274" cy="39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fld id="{6FE8C025-CD7A-4966-867E-81CF82B15267}" type="datetime2">
              <a:rPr lang="en-US" smtClean="0"/>
              <a:t>Wednesday, May 20, 2026</a:t>
            </a:fld>
            <a:endParaRPr lang="en-US"/>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673414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slide #1">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9F813D65-20B8-5E4E-9DDC-046EA40C9733}"/>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endParaRPr>
          </a:p>
        </p:txBody>
      </p:sp>
      <p:sp>
        <p:nvSpPr>
          <p:cNvPr id="10" name="Rechteck 9">
            <a:extLst>
              <a:ext uri="{FF2B5EF4-FFF2-40B4-BE49-F238E27FC236}">
                <a16:creationId xmlns:a16="http://schemas.microsoft.com/office/drawing/2014/main" id="{59D99544-BD79-8545-982C-8AE56902F01F}"/>
              </a:ext>
            </a:extLst>
          </p:cNvPr>
          <p:cNvSpPr/>
          <p:nvPr userDrawn="1"/>
        </p:nvSpPr>
        <p:spPr>
          <a:xfrm>
            <a:off x="832028" y="0"/>
            <a:ext cx="10578093" cy="59504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endParaRPr>
          </a:p>
        </p:txBody>
      </p:sp>
      <p:pic>
        <p:nvPicPr>
          <p:cNvPr id="13" name="Grafik 12">
            <a:extLst>
              <a:ext uri="{FF2B5EF4-FFF2-40B4-BE49-F238E27FC236}">
                <a16:creationId xmlns:a16="http://schemas.microsoft.com/office/drawing/2014/main" id="{1988A3A5-1AA1-734E-A36E-2795C364C0F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54161" y="4957087"/>
            <a:ext cx="427980" cy="496668"/>
          </a:xfrm>
          <a:prstGeom prst="rect">
            <a:avLst/>
          </a:prstGeom>
        </p:spPr>
      </p:pic>
      <p:sp>
        <p:nvSpPr>
          <p:cNvPr id="5" name="Textplatzhalter 4">
            <a:extLst>
              <a:ext uri="{FF2B5EF4-FFF2-40B4-BE49-F238E27FC236}">
                <a16:creationId xmlns:a16="http://schemas.microsoft.com/office/drawing/2014/main" id="{E7085D41-CFF5-7C47-AF7F-2289396EFF4A}"/>
              </a:ext>
            </a:extLst>
          </p:cNvPr>
          <p:cNvSpPr>
            <a:spLocks noGrp="1"/>
          </p:cNvSpPr>
          <p:nvPr>
            <p:ph type="body" sz="quarter" idx="10" hasCustomPrompt="1"/>
          </p:nvPr>
        </p:nvSpPr>
        <p:spPr>
          <a:xfrm>
            <a:off x="1256400" y="1126800"/>
            <a:ext cx="7200000" cy="707886"/>
          </a:xfrm>
          <a:prstGeom prst="rect">
            <a:avLst/>
          </a:prstGeom>
        </p:spPr>
        <p:txBody>
          <a:bodyPr lIns="90000" rIns="90000">
            <a:spAutoFit/>
          </a:bodyPr>
          <a:lstStyle>
            <a:lvl1pPr>
              <a:defRPr sz="4000">
                <a:solidFill>
                  <a:schemeClr val="bg1"/>
                </a:solidFill>
              </a:defRPr>
            </a:lvl1pPr>
          </a:lstStyle>
          <a:p>
            <a:pPr lvl="0"/>
            <a:r>
              <a:rPr lang="en-US" noProof="0"/>
              <a:t>1</a:t>
            </a:r>
          </a:p>
        </p:txBody>
      </p:sp>
      <p:sp>
        <p:nvSpPr>
          <p:cNvPr id="18" name="Textplatzhalter 4">
            <a:extLst>
              <a:ext uri="{FF2B5EF4-FFF2-40B4-BE49-F238E27FC236}">
                <a16:creationId xmlns:a16="http://schemas.microsoft.com/office/drawing/2014/main" id="{35D0FB7F-14EE-C642-8A0F-83915F833960}"/>
              </a:ext>
            </a:extLst>
          </p:cNvPr>
          <p:cNvSpPr>
            <a:spLocks noGrp="1"/>
          </p:cNvSpPr>
          <p:nvPr>
            <p:ph type="body" sz="quarter" idx="11" hasCustomPrompt="1"/>
          </p:nvPr>
        </p:nvSpPr>
        <p:spPr>
          <a:xfrm>
            <a:off x="1257463" y="2066400"/>
            <a:ext cx="7200000" cy="1938992"/>
          </a:xfrm>
          <a:prstGeom prst="rect">
            <a:avLst/>
          </a:prstGeom>
        </p:spPr>
        <p:txBody>
          <a:bodyPr lIns="90000" rIns="90000">
            <a:spAutoFit/>
          </a:bodyPr>
          <a:lstStyle>
            <a:lvl1pPr>
              <a:defRPr sz="4000">
                <a:solidFill>
                  <a:schemeClr val="bg1"/>
                </a:solidFill>
              </a:defRPr>
            </a:lvl1pPr>
          </a:lstStyle>
          <a:p>
            <a:pPr lvl="0"/>
            <a:r>
              <a:rPr lang="en-US" noProof="0"/>
              <a:t>Chapter divider text across three lines in font </a:t>
            </a:r>
            <a:br>
              <a:rPr lang="en-US" noProof="0"/>
            </a:br>
            <a:r>
              <a:rPr lang="en-US" noProof="0"/>
              <a:t>Arial regular, 40 pt</a:t>
            </a:r>
          </a:p>
        </p:txBody>
      </p:sp>
    </p:spTree>
    <p:extLst>
      <p:ext uri="{BB962C8B-B14F-4D97-AF65-F5344CB8AC3E}">
        <p14:creationId xmlns:p14="http://schemas.microsoft.com/office/powerpoint/2010/main" val="1418880545"/>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slide #2">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BF56D23C-3D90-A547-A0C0-00DC604EC797}"/>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noProof="0">
              <a:latin typeface="Arial" panose="020B0604020202020204" pitchFamily="34" charset="0"/>
            </a:endParaRPr>
          </a:p>
        </p:txBody>
      </p:sp>
      <p:sp>
        <p:nvSpPr>
          <p:cNvPr id="10" name="Rechteck 9">
            <a:extLst>
              <a:ext uri="{FF2B5EF4-FFF2-40B4-BE49-F238E27FC236}">
                <a16:creationId xmlns:a16="http://schemas.microsoft.com/office/drawing/2014/main" id="{3C7DD23E-741D-8749-AAE5-0BB9260FE7D9}"/>
              </a:ext>
            </a:extLst>
          </p:cNvPr>
          <p:cNvSpPr/>
          <p:nvPr userDrawn="1"/>
        </p:nvSpPr>
        <p:spPr>
          <a:xfrm>
            <a:off x="717453" y="998806"/>
            <a:ext cx="8792308" cy="58591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noProof="0">
              <a:latin typeface="Arial" panose="020B0604020202020204" pitchFamily="34" charset="0"/>
            </a:endParaRPr>
          </a:p>
        </p:txBody>
      </p:sp>
      <p:pic>
        <p:nvPicPr>
          <p:cNvPr id="12" name="Grafik 11">
            <a:extLst>
              <a:ext uri="{FF2B5EF4-FFF2-40B4-BE49-F238E27FC236}">
                <a16:creationId xmlns:a16="http://schemas.microsoft.com/office/drawing/2014/main" id="{1D691B9A-EE61-2B46-B3DC-F7DAC749363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653801" y="5864664"/>
            <a:ext cx="427980" cy="496668"/>
          </a:xfrm>
          <a:prstGeom prst="rect">
            <a:avLst/>
          </a:prstGeom>
        </p:spPr>
      </p:pic>
      <p:sp>
        <p:nvSpPr>
          <p:cNvPr id="13" name="Textplatzhalter 4">
            <a:extLst>
              <a:ext uri="{FF2B5EF4-FFF2-40B4-BE49-F238E27FC236}">
                <a16:creationId xmlns:a16="http://schemas.microsoft.com/office/drawing/2014/main" id="{2EFAFEA0-9129-8742-9F11-97BDA7D0505E}"/>
              </a:ext>
            </a:extLst>
          </p:cNvPr>
          <p:cNvSpPr>
            <a:spLocks noGrp="1"/>
          </p:cNvSpPr>
          <p:nvPr>
            <p:ph type="body" sz="quarter" idx="10" hasCustomPrompt="1"/>
          </p:nvPr>
        </p:nvSpPr>
        <p:spPr>
          <a:xfrm>
            <a:off x="1141200" y="1598400"/>
            <a:ext cx="7200000" cy="707886"/>
          </a:xfrm>
          <a:prstGeom prst="rect">
            <a:avLst/>
          </a:prstGeom>
        </p:spPr>
        <p:txBody>
          <a:bodyPr lIns="90000" rIns="90000">
            <a:spAutoFit/>
          </a:bodyPr>
          <a:lstStyle>
            <a:lvl1pPr>
              <a:defRPr sz="4000">
                <a:solidFill>
                  <a:schemeClr val="bg1"/>
                </a:solidFill>
              </a:defRPr>
            </a:lvl1pPr>
          </a:lstStyle>
          <a:p>
            <a:pPr lvl="0"/>
            <a:r>
              <a:rPr lang="en-US" noProof="0"/>
              <a:t>1</a:t>
            </a:r>
          </a:p>
        </p:txBody>
      </p:sp>
      <p:sp>
        <p:nvSpPr>
          <p:cNvPr id="14" name="Textplatzhalter 4">
            <a:extLst>
              <a:ext uri="{FF2B5EF4-FFF2-40B4-BE49-F238E27FC236}">
                <a16:creationId xmlns:a16="http://schemas.microsoft.com/office/drawing/2014/main" id="{386080D0-0880-DD44-AD16-BBEDA50B1472}"/>
              </a:ext>
            </a:extLst>
          </p:cNvPr>
          <p:cNvSpPr>
            <a:spLocks noGrp="1"/>
          </p:cNvSpPr>
          <p:nvPr>
            <p:ph type="body" sz="quarter" idx="11" hasCustomPrompt="1"/>
          </p:nvPr>
        </p:nvSpPr>
        <p:spPr>
          <a:xfrm>
            <a:off x="1141200" y="2538000"/>
            <a:ext cx="7200000" cy="1938992"/>
          </a:xfrm>
          <a:prstGeom prst="rect">
            <a:avLst/>
          </a:prstGeom>
        </p:spPr>
        <p:txBody>
          <a:bodyPr lIns="90000" rIns="90000">
            <a:spAutoFit/>
          </a:bodyPr>
          <a:lstStyle>
            <a:lvl1pPr>
              <a:defRPr sz="4000">
                <a:solidFill>
                  <a:schemeClr val="bg1"/>
                </a:solidFill>
              </a:defRPr>
            </a:lvl1pPr>
          </a:lstStyle>
          <a:p>
            <a:pPr lvl="0"/>
            <a:r>
              <a:rPr lang="en-US" noProof="0"/>
              <a:t>Chapter divider text across three lines in font </a:t>
            </a:r>
            <a:br>
              <a:rPr lang="en-US" noProof="0"/>
            </a:br>
            <a:r>
              <a:rPr lang="en-US" noProof="0"/>
              <a:t>Arial regular, 40 pt</a:t>
            </a:r>
          </a:p>
        </p:txBody>
      </p:sp>
    </p:spTree>
    <p:extLst>
      <p:ext uri="{BB962C8B-B14F-4D97-AF65-F5344CB8AC3E}">
        <p14:creationId xmlns:p14="http://schemas.microsoft.com/office/powerpoint/2010/main" val="2690853680"/>
      </p:ext>
    </p:extLst>
  </p:cSld>
  <p:clrMapOvr>
    <a:masterClrMapping/>
  </p:clrMapOvr>
  <p:extLst>
    <p:ext uri="{DCECCB84-F9BA-43D5-87BE-67443E8EF086}">
      <p15:sldGuideLst xmlns:p15="http://schemas.microsoft.com/office/powerpoint/2012/main">
        <p15:guide id="1" pos="3840" userDrawn="1">
          <p15:clr>
            <a:srgbClr val="FBAE40"/>
          </p15:clr>
        </p15:guide>
        <p15:guide id="2" pos="869" userDrawn="1">
          <p15:clr>
            <a:srgbClr val="FBAE40"/>
          </p15:clr>
        </p15:guide>
        <p15:guide id="3" pos="523"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slide #1">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272B5876-6884-F248-9219-C942C0A16EAD}"/>
              </a:ext>
            </a:extLst>
          </p:cNvPr>
          <p:cNvSpPr/>
          <p:nvPr userDrawn="1"/>
        </p:nvSpPr>
        <p:spPr>
          <a:xfrm>
            <a:off x="832028" y="0"/>
            <a:ext cx="10578093" cy="520262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noProof="0">
              <a:latin typeface="Arial" panose="020B0604020202020204" pitchFamily="34" charset="0"/>
            </a:endParaRPr>
          </a:p>
        </p:txBody>
      </p:sp>
      <p:pic>
        <p:nvPicPr>
          <p:cNvPr id="15" name="Grafik 14">
            <a:extLst>
              <a:ext uri="{FF2B5EF4-FFF2-40B4-BE49-F238E27FC236}">
                <a16:creationId xmlns:a16="http://schemas.microsoft.com/office/drawing/2014/main" id="{575907EB-5D3E-1141-936D-CF4541CC42B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20" name="Textplatzhalter 4">
            <a:extLst>
              <a:ext uri="{FF2B5EF4-FFF2-40B4-BE49-F238E27FC236}">
                <a16:creationId xmlns:a16="http://schemas.microsoft.com/office/drawing/2014/main" id="{905C31DF-0932-0547-B552-3EF3A7AC4A1A}"/>
              </a:ext>
            </a:extLst>
          </p:cNvPr>
          <p:cNvSpPr>
            <a:spLocks noGrp="1"/>
          </p:cNvSpPr>
          <p:nvPr>
            <p:ph type="body" sz="quarter" idx="10" hasCustomPrompt="1"/>
          </p:nvPr>
        </p:nvSpPr>
        <p:spPr>
          <a:xfrm>
            <a:off x="1306800" y="1209600"/>
            <a:ext cx="3600000" cy="584775"/>
          </a:xfrm>
          <a:prstGeom prst="rect">
            <a:avLst/>
          </a:prstGeom>
        </p:spPr>
        <p:txBody>
          <a:bodyPr lIns="90000" rIns="90000">
            <a:spAutoFit/>
          </a:bodyPr>
          <a:lstStyle>
            <a:lvl1pPr>
              <a:spcAft>
                <a:spcPts val="0"/>
              </a:spcAft>
              <a:defRPr sz="3200">
                <a:solidFill>
                  <a:schemeClr val="bg1"/>
                </a:solidFill>
              </a:defRPr>
            </a:lvl1pPr>
          </a:lstStyle>
          <a:p>
            <a:pPr lvl="0"/>
            <a:r>
              <a:rPr lang="en-US" noProof="0"/>
              <a:t>Agenda</a:t>
            </a:r>
          </a:p>
        </p:txBody>
      </p:sp>
      <p:sp>
        <p:nvSpPr>
          <p:cNvPr id="21" name="Textplatzhalter 4">
            <a:extLst>
              <a:ext uri="{FF2B5EF4-FFF2-40B4-BE49-F238E27FC236}">
                <a16:creationId xmlns:a16="http://schemas.microsoft.com/office/drawing/2014/main" id="{D8315971-DE7B-8B44-97DB-9DDF8D753DFB}"/>
              </a:ext>
            </a:extLst>
          </p:cNvPr>
          <p:cNvSpPr>
            <a:spLocks noGrp="1"/>
          </p:cNvSpPr>
          <p:nvPr>
            <p:ph type="body" sz="quarter" idx="11" hasCustomPrompt="1"/>
          </p:nvPr>
        </p:nvSpPr>
        <p:spPr>
          <a:xfrm>
            <a:off x="1306800" y="2196000"/>
            <a:ext cx="3600000" cy="1836400"/>
          </a:xfrm>
          <a:prstGeom prst="rect">
            <a:avLst/>
          </a:prstGeom>
        </p:spPr>
        <p:txBody>
          <a:bodyPr lIns="90000" rIns="90000">
            <a:spAutoFit/>
          </a:bodyPr>
          <a:lstStyle>
            <a:lvl1pPr marL="230400" indent="-230400">
              <a:spcBef>
                <a:spcPts val="1000"/>
              </a:spcBef>
              <a:spcAft>
                <a:spcPts val="0"/>
              </a:spcAft>
              <a:buFont typeface="+mj-lt"/>
              <a:buAutoNum type="arabicPeriod"/>
              <a:defRPr sz="1600">
                <a:solidFill>
                  <a:schemeClr val="bg1"/>
                </a:solidFill>
              </a:defRPr>
            </a:lvl1pPr>
          </a:lstStyle>
          <a:p>
            <a:pPr lvl="0"/>
            <a:r>
              <a:rPr lang="en-US" noProof="0"/>
              <a:t>First chapter</a:t>
            </a:r>
          </a:p>
          <a:p>
            <a:pPr lvl="0"/>
            <a:r>
              <a:rPr lang="en-US" noProof="0"/>
              <a:t>Second chapter</a:t>
            </a:r>
          </a:p>
          <a:p>
            <a:pPr lvl="0"/>
            <a:r>
              <a:rPr lang="en-US" noProof="0"/>
              <a:t>Third chapter</a:t>
            </a:r>
          </a:p>
          <a:p>
            <a:pPr lvl="0"/>
            <a:r>
              <a:rPr lang="en-US" noProof="0"/>
              <a:t>Fourth chapter</a:t>
            </a:r>
          </a:p>
          <a:p>
            <a:pPr lvl="0"/>
            <a:r>
              <a:rPr lang="en-US" noProof="0"/>
              <a:t>Fifth chapter</a:t>
            </a:r>
          </a:p>
        </p:txBody>
      </p:sp>
    </p:spTree>
    <p:extLst>
      <p:ext uri="{BB962C8B-B14F-4D97-AF65-F5344CB8AC3E}">
        <p14:creationId xmlns:p14="http://schemas.microsoft.com/office/powerpoint/2010/main" val="2643586143"/>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slide #2">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272B5876-6884-F248-9219-C942C0A16EAD}"/>
              </a:ext>
            </a:extLst>
          </p:cNvPr>
          <p:cNvSpPr/>
          <p:nvPr userDrawn="1"/>
        </p:nvSpPr>
        <p:spPr>
          <a:xfrm>
            <a:off x="832028" y="0"/>
            <a:ext cx="10578093" cy="520262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noProof="0">
              <a:latin typeface="Arial" panose="020B0604020202020204" pitchFamily="34" charset="0"/>
            </a:endParaRPr>
          </a:p>
        </p:txBody>
      </p:sp>
      <p:pic>
        <p:nvPicPr>
          <p:cNvPr id="15" name="Grafik 14">
            <a:extLst>
              <a:ext uri="{FF2B5EF4-FFF2-40B4-BE49-F238E27FC236}">
                <a16:creationId xmlns:a16="http://schemas.microsoft.com/office/drawing/2014/main" id="{575907EB-5D3E-1141-936D-CF4541CC42B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20" name="Textplatzhalter 4">
            <a:extLst>
              <a:ext uri="{FF2B5EF4-FFF2-40B4-BE49-F238E27FC236}">
                <a16:creationId xmlns:a16="http://schemas.microsoft.com/office/drawing/2014/main" id="{905C31DF-0932-0547-B552-3EF3A7AC4A1A}"/>
              </a:ext>
            </a:extLst>
          </p:cNvPr>
          <p:cNvSpPr>
            <a:spLocks noGrp="1"/>
          </p:cNvSpPr>
          <p:nvPr>
            <p:ph type="body" sz="quarter" idx="10" hasCustomPrompt="1"/>
          </p:nvPr>
        </p:nvSpPr>
        <p:spPr>
          <a:xfrm>
            <a:off x="1306800" y="1209600"/>
            <a:ext cx="3600000" cy="584775"/>
          </a:xfrm>
          <a:prstGeom prst="rect">
            <a:avLst/>
          </a:prstGeom>
        </p:spPr>
        <p:txBody>
          <a:bodyPr lIns="90000" rIns="90000">
            <a:spAutoFit/>
          </a:bodyPr>
          <a:lstStyle>
            <a:lvl1pPr>
              <a:spcAft>
                <a:spcPts val="0"/>
              </a:spcAft>
              <a:defRPr sz="3200">
                <a:solidFill>
                  <a:schemeClr val="bg1"/>
                </a:solidFill>
              </a:defRPr>
            </a:lvl1pPr>
          </a:lstStyle>
          <a:p>
            <a:pPr lvl="0"/>
            <a:r>
              <a:rPr lang="en-US" noProof="0"/>
              <a:t>Agenda</a:t>
            </a:r>
          </a:p>
        </p:txBody>
      </p:sp>
      <p:sp>
        <p:nvSpPr>
          <p:cNvPr id="21" name="Textplatzhalter 4">
            <a:extLst>
              <a:ext uri="{FF2B5EF4-FFF2-40B4-BE49-F238E27FC236}">
                <a16:creationId xmlns:a16="http://schemas.microsoft.com/office/drawing/2014/main" id="{D8315971-DE7B-8B44-97DB-9DDF8D753DFB}"/>
              </a:ext>
            </a:extLst>
          </p:cNvPr>
          <p:cNvSpPr>
            <a:spLocks noGrp="1"/>
          </p:cNvSpPr>
          <p:nvPr>
            <p:ph type="body" sz="quarter" idx="11" hasCustomPrompt="1"/>
          </p:nvPr>
        </p:nvSpPr>
        <p:spPr>
          <a:xfrm>
            <a:off x="1306800" y="2196000"/>
            <a:ext cx="3600000" cy="1836400"/>
          </a:xfrm>
          <a:prstGeom prst="rect">
            <a:avLst/>
          </a:prstGeom>
        </p:spPr>
        <p:txBody>
          <a:bodyPr lIns="90000" rIns="90000">
            <a:spAutoFit/>
          </a:bodyPr>
          <a:lstStyle>
            <a:lvl1pPr marL="230400" indent="-230400">
              <a:spcBef>
                <a:spcPts val="1000"/>
              </a:spcBef>
              <a:spcAft>
                <a:spcPts val="0"/>
              </a:spcAft>
              <a:buFont typeface="+mj-lt"/>
              <a:buAutoNum type="arabicPeriod"/>
              <a:defRPr sz="1600">
                <a:solidFill>
                  <a:schemeClr val="bg1"/>
                </a:solidFill>
              </a:defRPr>
            </a:lvl1pPr>
          </a:lstStyle>
          <a:p>
            <a:pPr lvl="0"/>
            <a:r>
              <a:rPr lang="en-US" noProof="0"/>
              <a:t>First chapter</a:t>
            </a:r>
          </a:p>
          <a:p>
            <a:pPr lvl="0"/>
            <a:r>
              <a:rPr lang="en-US" noProof="0"/>
              <a:t>Second chapter</a:t>
            </a:r>
          </a:p>
          <a:p>
            <a:pPr lvl="0"/>
            <a:r>
              <a:rPr lang="en-US" noProof="0"/>
              <a:t>Third chapter</a:t>
            </a:r>
          </a:p>
          <a:p>
            <a:pPr lvl="0"/>
            <a:r>
              <a:rPr lang="en-US" noProof="0"/>
              <a:t>Fourth chapter</a:t>
            </a:r>
          </a:p>
          <a:p>
            <a:pPr lvl="0"/>
            <a:r>
              <a:rPr lang="en-US" noProof="0"/>
              <a:t>Fifth chapter</a:t>
            </a:r>
          </a:p>
        </p:txBody>
      </p:sp>
    </p:spTree>
    <p:extLst>
      <p:ext uri="{BB962C8B-B14F-4D97-AF65-F5344CB8AC3E}">
        <p14:creationId xmlns:p14="http://schemas.microsoft.com/office/powerpoint/2010/main" val="3053917728"/>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slide #1">
    <p:spTree>
      <p:nvGrpSpPr>
        <p:cNvPr id="1" name=""/>
        <p:cNvGrpSpPr/>
        <p:nvPr/>
      </p:nvGrpSpPr>
      <p:grpSpPr>
        <a:xfrm>
          <a:off x="0" y="0"/>
          <a:ext cx="0" cy="0"/>
          <a:chOff x="0" y="0"/>
          <a:chExt cx="0" cy="0"/>
        </a:xfrm>
      </p:grpSpPr>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dirty="0">
                <a:solidFill>
                  <a:srgbClr val="111111"/>
                </a:solidFill>
                <a:latin typeface="Arial" panose="020B0604020202020204" pitchFamily="34" charset="0"/>
                <a:cs typeface="Arial" panose="020B0604020202020204" pitchFamily="34" charset="0"/>
              </a:rPr>
              <a:t>One column text slide, 32 </a:t>
            </a:r>
            <a:r>
              <a:rPr lang="en-US" sz="3200" noProof="0" dirty="0" err="1">
                <a:solidFill>
                  <a:srgbClr val="111111"/>
                </a:solidFill>
                <a:latin typeface="Arial" panose="020B0604020202020204" pitchFamily="34" charset="0"/>
                <a:cs typeface="Arial" panose="020B0604020202020204" pitchFamily="34" charset="0"/>
              </a:rPr>
              <a:t>pt</a:t>
            </a:r>
            <a:r>
              <a:rPr lang="en-US" sz="3200" noProof="0" dirty="0">
                <a:solidFill>
                  <a:srgbClr val="111111"/>
                </a:solidFill>
                <a:latin typeface="Arial" panose="020B0604020202020204" pitchFamily="34" charset="0"/>
                <a:cs typeface="Arial" panose="020B0604020202020204" pitchFamily="34" charset="0"/>
              </a:rPr>
              <a:t> headline</a:t>
            </a:r>
          </a:p>
        </p:txBody>
      </p:sp>
      <p:sp>
        <p:nvSpPr>
          <p:cNvPr id="10" name="Textplatzhalter 2">
            <a:extLst>
              <a:ext uri="{FF2B5EF4-FFF2-40B4-BE49-F238E27FC236}">
                <a16:creationId xmlns:a16="http://schemas.microsoft.com/office/drawing/2014/main" id="{45107FF4-EA8E-2045-9EF5-861096AA0DCA}"/>
              </a:ext>
            </a:extLst>
          </p:cNvPr>
          <p:cNvSpPr>
            <a:spLocks noGrp="1"/>
          </p:cNvSpPr>
          <p:nvPr>
            <p:ph type="body" sz="quarter" idx="15" hasCustomPrompt="1"/>
          </p:nvPr>
        </p:nvSpPr>
        <p:spPr>
          <a:xfrm>
            <a:off x="713497" y="1104680"/>
            <a:ext cx="9360000" cy="402291"/>
          </a:xfrm>
          <a:prstGeom prst="rect">
            <a:avLst/>
          </a:prstGeom>
        </p:spPr>
        <p:txBody>
          <a:bodyPr tIns="46800" rIns="90000" bIns="46800">
            <a:spAutoFit/>
          </a:bodyPr>
          <a:lstStyle>
            <a:lvl1pPr>
              <a:defRPr sz="2000"/>
            </a:lvl1pPr>
          </a:lstStyle>
          <a:p>
            <a:pPr lvl="0"/>
            <a:r>
              <a:rPr lang="en-US" noProof="0" dirty="0" err="1"/>
              <a:t>Subheadline</a:t>
            </a:r>
            <a:r>
              <a:rPr lang="en-US" noProof="0" dirty="0"/>
              <a:t> 20 </a:t>
            </a:r>
            <a:r>
              <a:rPr lang="en-US" noProof="0" dirty="0" err="1"/>
              <a:t>pt</a:t>
            </a:r>
            <a:r>
              <a:rPr lang="en-US" noProof="0" dirty="0"/>
              <a:t> Arial</a:t>
            </a:r>
          </a:p>
        </p:txBody>
      </p:sp>
      <p:sp>
        <p:nvSpPr>
          <p:cNvPr id="5" name="Textplatzhalter 3">
            <a:extLst>
              <a:ext uri="{FF2B5EF4-FFF2-40B4-BE49-F238E27FC236}">
                <a16:creationId xmlns:a16="http://schemas.microsoft.com/office/drawing/2014/main" id="{28087EA1-6D43-9244-8139-C3B6A834AC8A}"/>
              </a:ext>
            </a:extLst>
          </p:cNvPr>
          <p:cNvSpPr>
            <a:spLocks noGrp="1"/>
          </p:cNvSpPr>
          <p:nvPr>
            <p:ph type="body" sz="quarter" idx="16" hasCustomPrompt="1"/>
          </p:nvPr>
        </p:nvSpPr>
        <p:spPr>
          <a:xfrm>
            <a:off x="738000" y="2828835"/>
            <a:ext cx="4140000" cy="1384995"/>
          </a:xfrm>
          <a:prstGeom prst="rect">
            <a:avLst/>
          </a:prstGeom>
        </p:spPr>
        <p:txBody>
          <a:bodyPr lIns="90000">
            <a:spAutoFit/>
          </a:bodyPr>
          <a:lstStyle>
            <a:lvl1pPr marL="0" indent="0">
              <a:lnSpc>
                <a:spcPct val="100000"/>
              </a:lnSpc>
              <a:spcBef>
                <a:spcPts val="0"/>
              </a:spcBef>
              <a:spcAft>
                <a:spcPts val="0"/>
              </a:spcAft>
              <a:buFontTx/>
              <a:buNone/>
              <a:defRPr sz="1400">
                <a:solidFill>
                  <a:schemeClr val="tx1"/>
                </a:solidFill>
              </a:defRPr>
            </a:lvl1pPr>
            <a:lvl2pPr marL="115200" indent="-115200">
              <a:lnSpc>
                <a:spcPct val="110000"/>
              </a:lnSpc>
              <a:spcBef>
                <a:spcPts val="0"/>
              </a:spcBef>
              <a:spcAft>
                <a:spcPts val="600"/>
              </a:spcAft>
              <a:defRPr/>
            </a:lvl2pPr>
          </a:lstStyle>
          <a:p>
            <a:pPr lvl="0"/>
            <a:r>
              <a:rPr lang="en-US" noProof="0" dirty="0"/>
              <a:t>Abstract 14 </a:t>
            </a:r>
            <a:r>
              <a:rPr lang="en-US" noProof="0" dirty="0" err="1"/>
              <a:t>pt</a:t>
            </a:r>
            <a:r>
              <a:rPr lang="en-US" noProof="0" dirty="0"/>
              <a:t> Lorem ipsum dolor sit </a:t>
            </a:r>
            <a:r>
              <a:rPr lang="en-US" noProof="0" dirty="0" err="1"/>
              <a:t>amet</a:t>
            </a:r>
            <a:r>
              <a:rPr lang="en-US" noProof="0" dirty="0"/>
              <a:t>, </a:t>
            </a:r>
            <a:r>
              <a:rPr lang="en-US" noProof="0" dirty="0" err="1"/>
              <a:t>consetetur</a:t>
            </a:r>
            <a:r>
              <a:rPr lang="en-US" noProof="0" dirty="0"/>
              <a:t> </a:t>
            </a:r>
            <a:r>
              <a:rPr lang="en-US" noProof="0" dirty="0" err="1"/>
              <a:t>sadipscing</a:t>
            </a:r>
            <a:r>
              <a:rPr lang="en-US" noProof="0" dirty="0"/>
              <a:t> </a:t>
            </a:r>
            <a:r>
              <a:rPr lang="en-US" noProof="0" dirty="0" err="1"/>
              <a:t>elitr</a:t>
            </a:r>
            <a:r>
              <a:rPr lang="en-US" noProof="0" dirty="0"/>
              <a:t>, sed diam </a:t>
            </a:r>
            <a:r>
              <a:rPr lang="en-US" noProof="0" dirty="0" err="1"/>
              <a:t>nonumy</a:t>
            </a:r>
            <a:r>
              <a:rPr lang="en-US" noProof="0" dirty="0"/>
              <a:t> </a:t>
            </a:r>
            <a:r>
              <a:rPr lang="en-US" noProof="0" dirty="0" err="1"/>
              <a:t>eirmod</a:t>
            </a:r>
            <a:r>
              <a:rPr lang="en-US" noProof="0" dirty="0"/>
              <a:t> </a:t>
            </a:r>
            <a:r>
              <a:rPr lang="en-US" noProof="0" dirty="0" err="1"/>
              <a:t>tempor</a:t>
            </a:r>
            <a:r>
              <a:rPr lang="en-US" noProof="0" dirty="0"/>
              <a:t> </a:t>
            </a:r>
            <a:r>
              <a:rPr lang="en-US" noProof="0" dirty="0" err="1"/>
              <a:t>invidunt</a:t>
            </a:r>
            <a:r>
              <a:rPr lang="en-US" noProof="0" dirty="0"/>
              <a:t> </a:t>
            </a:r>
            <a:r>
              <a:rPr lang="en-US" noProof="0" dirty="0" err="1"/>
              <a:t>ut</a:t>
            </a:r>
            <a:r>
              <a:rPr lang="en-US" noProof="0" dirty="0"/>
              <a:t> </a:t>
            </a:r>
            <a:r>
              <a:rPr lang="en-US" noProof="0" dirty="0" err="1"/>
              <a:t>labore</a:t>
            </a:r>
            <a:r>
              <a:rPr lang="en-US" noProof="0" dirty="0"/>
              <a:t> et dolore magna </a:t>
            </a:r>
            <a:r>
              <a:rPr lang="en-US" noProof="0" dirty="0" err="1"/>
              <a:t>aliquyam</a:t>
            </a:r>
            <a:r>
              <a:rPr lang="en-US" noProof="0" dirty="0"/>
              <a:t> </a:t>
            </a:r>
            <a:r>
              <a:rPr lang="en-US" noProof="0" dirty="0" err="1"/>
              <a:t>erat</a:t>
            </a:r>
            <a:r>
              <a:rPr lang="en-US" noProof="0" dirty="0"/>
              <a:t>, sed diam </a:t>
            </a:r>
            <a:r>
              <a:rPr lang="en-US" noProof="0" dirty="0" err="1"/>
              <a:t>voluptua</a:t>
            </a:r>
            <a:r>
              <a:rPr lang="en-US" noProof="0" dirty="0"/>
              <a:t>. At </a:t>
            </a:r>
            <a:r>
              <a:rPr lang="en-US" noProof="0" dirty="0" err="1"/>
              <a:t>vero</a:t>
            </a:r>
            <a:r>
              <a:rPr lang="en-US" noProof="0" dirty="0"/>
              <a:t> </a:t>
            </a:r>
            <a:r>
              <a:rPr lang="en-US" noProof="0" dirty="0" err="1"/>
              <a:t>eos</a:t>
            </a:r>
            <a:r>
              <a:rPr lang="en-US" noProof="0" dirty="0"/>
              <a:t> et </a:t>
            </a:r>
            <a:r>
              <a:rPr lang="en-US" noProof="0" dirty="0" err="1"/>
              <a:t>accusam</a:t>
            </a:r>
            <a:r>
              <a:rPr lang="en-US" noProof="0" dirty="0"/>
              <a:t> et </a:t>
            </a:r>
            <a:r>
              <a:rPr lang="en-US" noProof="0" dirty="0" err="1"/>
              <a:t>justo</a:t>
            </a:r>
            <a:r>
              <a:rPr lang="en-US" noProof="0" dirty="0"/>
              <a:t> duo </a:t>
            </a:r>
            <a:r>
              <a:rPr lang="en-US" noProof="0" dirty="0" err="1"/>
              <a:t>dolores</a:t>
            </a:r>
            <a:r>
              <a:rPr lang="en-US" noProof="0" dirty="0"/>
              <a:t> et </a:t>
            </a:r>
            <a:r>
              <a:rPr lang="en-US" noProof="0" dirty="0" err="1"/>
              <a:t>ea</a:t>
            </a:r>
            <a:r>
              <a:rPr lang="en-US" noProof="0" dirty="0"/>
              <a:t> </a:t>
            </a:r>
            <a:r>
              <a:rPr lang="en-US" noProof="0" dirty="0" err="1"/>
              <a:t>rebum</a:t>
            </a:r>
            <a:r>
              <a:rPr lang="en-US" noProof="0" dirty="0"/>
              <a:t>. Stet </a:t>
            </a:r>
            <a:r>
              <a:rPr lang="en-US" noProof="0" dirty="0" err="1"/>
              <a:t>clita</a:t>
            </a:r>
            <a:r>
              <a:rPr lang="en-US" noProof="0" dirty="0"/>
              <a:t> </a:t>
            </a:r>
            <a:r>
              <a:rPr lang="en-US" noProof="0" dirty="0" err="1"/>
              <a:t>kasd</a:t>
            </a:r>
            <a:r>
              <a:rPr lang="en-US" noProof="0" dirty="0"/>
              <a:t> </a:t>
            </a:r>
            <a:r>
              <a:rPr lang="en-US" noProof="0" dirty="0" err="1"/>
              <a:t>gubergren</a:t>
            </a:r>
            <a:r>
              <a:rPr lang="en-US" noProof="0" dirty="0"/>
              <a:t>, no sea </a:t>
            </a:r>
            <a:r>
              <a:rPr lang="en-US" noProof="0" dirty="0" err="1"/>
              <a:t>takimata</a:t>
            </a:r>
            <a:r>
              <a:rPr lang="en-US" noProof="0" dirty="0"/>
              <a:t> </a:t>
            </a:r>
            <a:r>
              <a:rPr lang="en-US" noProof="0" dirty="0" err="1"/>
              <a:t>sanctus</a:t>
            </a:r>
            <a:r>
              <a:rPr lang="en-US" noProof="0" dirty="0"/>
              <a:t>.</a:t>
            </a:r>
          </a:p>
        </p:txBody>
      </p:sp>
    </p:spTree>
    <p:extLst>
      <p:ext uri="{BB962C8B-B14F-4D97-AF65-F5344CB8AC3E}">
        <p14:creationId xmlns:p14="http://schemas.microsoft.com/office/powerpoint/2010/main" val="368131555"/>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5B43B405-78D4-D141-837D-17DD4449C6A7}"/>
              </a:ext>
            </a:extLst>
          </p:cNvPr>
          <p:cNvSpPr/>
          <p:nvPr userDrawn="1"/>
        </p:nvSpPr>
        <p:spPr>
          <a:xfrm>
            <a:off x="0" y="0"/>
            <a:ext cx="12192000" cy="68580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pic>
        <p:nvPicPr>
          <p:cNvPr id="13" name="Grafik 12">
            <a:extLst>
              <a:ext uri="{FF2B5EF4-FFF2-40B4-BE49-F238E27FC236}">
                <a16:creationId xmlns:a16="http://schemas.microsoft.com/office/drawing/2014/main" id="{52A10AD5-94F3-1F4B-8A80-8F42D441833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64949" y="1527650"/>
            <a:ext cx="471821" cy="547545"/>
          </a:xfrm>
          <a:prstGeom prst="rect">
            <a:avLst/>
          </a:prstGeom>
        </p:spPr>
      </p:pic>
      <p:pic>
        <p:nvPicPr>
          <p:cNvPr id="23" name="Grafik 22">
            <a:extLst>
              <a:ext uri="{FF2B5EF4-FFF2-40B4-BE49-F238E27FC236}">
                <a16:creationId xmlns:a16="http://schemas.microsoft.com/office/drawing/2014/main" id="{E352632A-588E-B14A-AFB6-027A3D09775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878133" y="6191238"/>
            <a:ext cx="1531988" cy="117365"/>
          </a:xfrm>
          <a:prstGeom prst="rect">
            <a:avLst/>
          </a:prstGeom>
        </p:spPr>
      </p:pic>
      <p:sp>
        <p:nvSpPr>
          <p:cNvPr id="32" name="Textplatzhalter 4">
            <a:extLst>
              <a:ext uri="{FF2B5EF4-FFF2-40B4-BE49-F238E27FC236}">
                <a16:creationId xmlns:a16="http://schemas.microsoft.com/office/drawing/2014/main" id="{6F2759DA-4810-894B-A4EC-7AD5958781B2}"/>
              </a:ext>
            </a:extLst>
          </p:cNvPr>
          <p:cNvSpPr>
            <a:spLocks noGrp="1"/>
          </p:cNvSpPr>
          <p:nvPr>
            <p:ph type="body" sz="quarter" idx="10" hasCustomPrompt="1"/>
          </p:nvPr>
        </p:nvSpPr>
        <p:spPr>
          <a:xfrm>
            <a:off x="2217600" y="1288800"/>
            <a:ext cx="8640000" cy="2862322"/>
          </a:xfrm>
          <a:prstGeom prst="rect">
            <a:avLst/>
          </a:prstGeom>
        </p:spPr>
        <p:txBody>
          <a:bodyPr lIns="90000" rIns="90000">
            <a:spAutoFit/>
          </a:bodyPr>
          <a:lstStyle>
            <a:lvl1pPr>
              <a:spcAft>
                <a:spcPts val="0"/>
              </a:spcAft>
              <a:defRPr sz="6000">
                <a:solidFill>
                  <a:schemeClr val="bg1"/>
                </a:solidFill>
              </a:defRPr>
            </a:lvl1pPr>
          </a:lstStyle>
          <a:p>
            <a:pPr lvl="0"/>
            <a:r>
              <a:rPr lang="en-US" noProof="0"/>
              <a:t>Big statement across </a:t>
            </a:r>
            <a:br>
              <a:rPr lang="en-US" noProof="0"/>
            </a:br>
            <a:r>
              <a:rPr lang="en-US" noProof="0"/>
              <a:t>three lines </a:t>
            </a:r>
            <a:br>
              <a:rPr lang="en-US" noProof="0"/>
            </a:br>
            <a:r>
              <a:rPr lang="en-US" noProof="0"/>
              <a:t>here 60 pt</a:t>
            </a:r>
          </a:p>
        </p:txBody>
      </p:sp>
      <p:sp>
        <p:nvSpPr>
          <p:cNvPr id="33" name="Textplatzhalter 4">
            <a:extLst>
              <a:ext uri="{FF2B5EF4-FFF2-40B4-BE49-F238E27FC236}">
                <a16:creationId xmlns:a16="http://schemas.microsoft.com/office/drawing/2014/main" id="{B96A4004-6074-7349-A396-076831B16A30}"/>
              </a:ext>
            </a:extLst>
          </p:cNvPr>
          <p:cNvSpPr>
            <a:spLocks noGrp="1"/>
          </p:cNvSpPr>
          <p:nvPr>
            <p:ph type="body" sz="quarter" idx="11" hasCustomPrompt="1"/>
          </p:nvPr>
        </p:nvSpPr>
        <p:spPr>
          <a:xfrm>
            <a:off x="2228282" y="4291200"/>
            <a:ext cx="5760000" cy="369332"/>
          </a:xfrm>
          <a:prstGeom prst="rect">
            <a:avLst/>
          </a:prstGeom>
        </p:spPr>
        <p:txBody>
          <a:bodyPr lIns="90000" rIns="90000">
            <a:spAutoFit/>
          </a:bodyPr>
          <a:lstStyle>
            <a:lvl1pPr marL="0" indent="0">
              <a:spcBef>
                <a:spcPts val="0"/>
              </a:spcBef>
              <a:spcAft>
                <a:spcPts val="0"/>
              </a:spcAft>
              <a:buFontTx/>
              <a:buNone/>
              <a:defRPr sz="1800">
                <a:solidFill>
                  <a:schemeClr val="bg1"/>
                </a:solidFill>
              </a:defRPr>
            </a:lvl1pPr>
          </a:lstStyle>
          <a:p>
            <a:pPr lvl="0"/>
            <a:r>
              <a:rPr lang="en-US" noProof="0"/>
              <a:t>Source here if needed</a:t>
            </a:r>
          </a:p>
        </p:txBody>
      </p:sp>
    </p:spTree>
    <p:extLst>
      <p:ext uri="{BB962C8B-B14F-4D97-AF65-F5344CB8AC3E}">
        <p14:creationId xmlns:p14="http://schemas.microsoft.com/office/powerpoint/2010/main" val="3972724486"/>
      </p:ext>
    </p:extLst>
  </p:cSld>
  <p:clrMapOvr>
    <a:masterClrMapping/>
  </p:clrMapOvr>
  <p:extLst>
    <p:ext uri="{DCECCB84-F9BA-43D5-87BE-67443E8EF086}">
      <p15:sldGuideLst xmlns:p15="http://schemas.microsoft.com/office/powerpoint/2012/main">
        <p15:guide id="1" pos="3840" userDrawn="1">
          <p15:clr>
            <a:srgbClr val="FBAE40"/>
          </p15:clr>
        </p15:guide>
        <p15:guide id="2" pos="529" userDrawn="1">
          <p15:clr>
            <a:srgbClr val="FBAE40"/>
          </p15:clr>
        </p15:guide>
        <p15:guide id="3" pos="869"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slide #3">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5B43B405-78D4-D141-837D-17DD4449C6A7}"/>
              </a:ext>
            </a:extLst>
          </p:cNvPr>
          <p:cNvSpPr/>
          <p:nvPr userDrawn="1"/>
        </p:nvSpPr>
        <p:spPr>
          <a:xfrm>
            <a:off x="0" y="0"/>
            <a:ext cx="12192000" cy="685800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2" name="Textplatzhalter 4">
            <a:extLst>
              <a:ext uri="{FF2B5EF4-FFF2-40B4-BE49-F238E27FC236}">
                <a16:creationId xmlns:a16="http://schemas.microsoft.com/office/drawing/2014/main" id="{6F2759DA-4810-894B-A4EC-7AD5958781B2}"/>
              </a:ext>
            </a:extLst>
          </p:cNvPr>
          <p:cNvSpPr>
            <a:spLocks noGrp="1"/>
          </p:cNvSpPr>
          <p:nvPr>
            <p:ph type="body" sz="quarter" idx="10" hasCustomPrompt="1"/>
          </p:nvPr>
        </p:nvSpPr>
        <p:spPr>
          <a:xfrm>
            <a:off x="2217600" y="1288800"/>
            <a:ext cx="8640000" cy="2862322"/>
          </a:xfrm>
          <a:prstGeom prst="rect">
            <a:avLst/>
          </a:prstGeom>
        </p:spPr>
        <p:txBody>
          <a:bodyPr lIns="90000" rIns="90000">
            <a:spAutoFit/>
          </a:bodyPr>
          <a:lstStyle>
            <a:lvl1pPr>
              <a:spcAft>
                <a:spcPts val="0"/>
              </a:spcAft>
              <a:defRPr sz="6000">
                <a:solidFill>
                  <a:schemeClr val="bg1"/>
                </a:solidFill>
              </a:defRPr>
            </a:lvl1pPr>
          </a:lstStyle>
          <a:p>
            <a:pPr lvl="0"/>
            <a:r>
              <a:rPr lang="en-US" noProof="0"/>
              <a:t>Big statement across </a:t>
            </a:r>
            <a:br>
              <a:rPr lang="en-US" noProof="0"/>
            </a:br>
            <a:r>
              <a:rPr lang="en-US" noProof="0"/>
              <a:t>three lines </a:t>
            </a:r>
            <a:br>
              <a:rPr lang="en-US" noProof="0"/>
            </a:br>
            <a:r>
              <a:rPr lang="en-US" noProof="0"/>
              <a:t>here 60 pt</a:t>
            </a:r>
          </a:p>
        </p:txBody>
      </p:sp>
      <p:sp>
        <p:nvSpPr>
          <p:cNvPr id="33" name="Textplatzhalter 4">
            <a:extLst>
              <a:ext uri="{FF2B5EF4-FFF2-40B4-BE49-F238E27FC236}">
                <a16:creationId xmlns:a16="http://schemas.microsoft.com/office/drawing/2014/main" id="{B96A4004-6074-7349-A396-076831B16A30}"/>
              </a:ext>
            </a:extLst>
          </p:cNvPr>
          <p:cNvSpPr>
            <a:spLocks noGrp="1"/>
          </p:cNvSpPr>
          <p:nvPr>
            <p:ph type="body" sz="quarter" idx="11" hasCustomPrompt="1"/>
          </p:nvPr>
        </p:nvSpPr>
        <p:spPr>
          <a:xfrm>
            <a:off x="2228282" y="4291200"/>
            <a:ext cx="5760000" cy="369332"/>
          </a:xfrm>
          <a:prstGeom prst="rect">
            <a:avLst/>
          </a:prstGeom>
        </p:spPr>
        <p:txBody>
          <a:bodyPr lIns="90000" rIns="90000">
            <a:spAutoFit/>
          </a:bodyPr>
          <a:lstStyle>
            <a:lvl1pPr marL="0" indent="0">
              <a:spcBef>
                <a:spcPts val="0"/>
              </a:spcBef>
              <a:spcAft>
                <a:spcPts val="0"/>
              </a:spcAft>
              <a:buFontTx/>
              <a:buNone/>
              <a:defRPr sz="1800">
                <a:solidFill>
                  <a:schemeClr val="bg1"/>
                </a:solidFill>
              </a:defRPr>
            </a:lvl1pPr>
          </a:lstStyle>
          <a:p>
            <a:pPr lvl="0"/>
            <a:r>
              <a:rPr lang="en-US" noProof="0"/>
              <a:t>Source here if needed</a:t>
            </a:r>
          </a:p>
        </p:txBody>
      </p:sp>
      <p:pic>
        <p:nvPicPr>
          <p:cNvPr id="11" name="Grafik 10">
            <a:extLst>
              <a:ext uri="{FF2B5EF4-FFF2-40B4-BE49-F238E27FC236}">
                <a16:creationId xmlns:a16="http://schemas.microsoft.com/office/drawing/2014/main" id="{B9A2F817-454A-144D-BCD1-BE2B1B6D2D4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pic>
        <p:nvPicPr>
          <p:cNvPr id="14" name="Grafik 13">
            <a:extLst>
              <a:ext uri="{FF2B5EF4-FFF2-40B4-BE49-F238E27FC236}">
                <a16:creationId xmlns:a16="http://schemas.microsoft.com/office/drawing/2014/main" id="{FA94729A-68A3-4D41-B679-9A9AFFB0515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464949" y="1527650"/>
            <a:ext cx="471821" cy="547545"/>
          </a:xfrm>
          <a:prstGeom prst="rect">
            <a:avLst/>
          </a:prstGeom>
        </p:spPr>
      </p:pic>
    </p:spTree>
    <p:extLst>
      <p:ext uri="{BB962C8B-B14F-4D97-AF65-F5344CB8AC3E}">
        <p14:creationId xmlns:p14="http://schemas.microsoft.com/office/powerpoint/2010/main" val="638160524"/>
      </p:ext>
    </p:extLst>
  </p:cSld>
  <p:clrMapOvr>
    <a:masterClrMapping/>
  </p:clrMapOvr>
  <p:extLst>
    <p:ext uri="{DCECCB84-F9BA-43D5-87BE-67443E8EF086}">
      <p15:sldGuideLst xmlns:p15="http://schemas.microsoft.com/office/powerpoint/2012/main">
        <p15:guide id="1" pos="3840" userDrawn="1">
          <p15:clr>
            <a:srgbClr val="FBAE40"/>
          </p15:clr>
        </p15:guide>
        <p15:guide id="2" pos="529" userDrawn="1">
          <p15:clr>
            <a:srgbClr val="FBAE40"/>
          </p15:clr>
        </p15:guide>
        <p15:guide id="3" pos="869"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slide #4">
    <p:spTree>
      <p:nvGrpSpPr>
        <p:cNvPr id="1" name=""/>
        <p:cNvGrpSpPr/>
        <p:nvPr/>
      </p:nvGrpSpPr>
      <p:grpSpPr>
        <a:xfrm>
          <a:off x="0" y="0"/>
          <a:ext cx="0" cy="0"/>
          <a:chOff x="0" y="0"/>
          <a:chExt cx="0" cy="0"/>
        </a:xfrm>
      </p:grpSpPr>
      <p:pic>
        <p:nvPicPr>
          <p:cNvPr id="13" name="Grafik 2">
            <a:extLst>
              <a:ext uri="{FF2B5EF4-FFF2-40B4-BE49-F238E27FC236}">
                <a16:creationId xmlns:a16="http://schemas.microsoft.com/office/drawing/2014/main" id="{52A10AD5-94F3-1F4B-8A80-8F42D441833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64949" y="1527650"/>
            <a:ext cx="471821" cy="547545"/>
          </a:xfrm>
          <a:prstGeom prst="rect">
            <a:avLst/>
          </a:prstGeom>
        </p:spPr>
      </p:pic>
      <p:sp>
        <p:nvSpPr>
          <p:cNvPr id="32" name="Textplatzhalter 2">
            <a:extLst>
              <a:ext uri="{FF2B5EF4-FFF2-40B4-BE49-F238E27FC236}">
                <a16:creationId xmlns:a16="http://schemas.microsoft.com/office/drawing/2014/main" id="{6F2759DA-4810-894B-A4EC-7AD5958781B2}"/>
              </a:ext>
            </a:extLst>
          </p:cNvPr>
          <p:cNvSpPr>
            <a:spLocks noGrp="1"/>
          </p:cNvSpPr>
          <p:nvPr>
            <p:ph type="body" sz="quarter" idx="10" hasCustomPrompt="1"/>
          </p:nvPr>
        </p:nvSpPr>
        <p:spPr>
          <a:xfrm>
            <a:off x="2217600" y="1288800"/>
            <a:ext cx="8640000" cy="2862322"/>
          </a:xfrm>
          <a:prstGeom prst="rect">
            <a:avLst/>
          </a:prstGeom>
        </p:spPr>
        <p:txBody>
          <a:bodyPr lIns="90000" rIns="90000">
            <a:spAutoFit/>
          </a:bodyPr>
          <a:lstStyle>
            <a:lvl1pPr>
              <a:spcAft>
                <a:spcPts val="0"/>
              </a:spcAft>
              <a:defRPr sz="6000">
                <a:solidFill>
                  <a:schemeClr val="tx1"/>
                </a:solidFill>
              </a:defRPr>
            </a:lvl1pPr>
          </a:lstStyle>
          <a:p>
            <a:pPr lvl="0"/>
            <a:r>
              <a:rPr lang="en-US" noProof="0"/>
              <a:t>Big statement across </a:t>
            </a:r>
            <a:br>
              <a:rPr lang="en-US" noProof="0"/>
            </a:br>
            <a:r>
              <a:rPr lang="en-US" noProof="0"/>
              <a:t>three lines </a:t>
            </a:r>
            <a:br>
              <a:rPr lang="en-US" noProof="0"/>
            </a:br>
            <a:r>
              <a:rPr lang="en-US" noProof="0"/>
              <a:t>here 60 pt</a:t>
            </a:r>
          </a:p>
        </p:txBody>
      </p:sp>
      <p:sp>
        <p:nvSpPr>
          <p:cNvPr id="33" name="Textplatzhalter 1">
            <a:extLst>
              <a:ext uri="{FF2B5EF4-FFF2-40B4-BE49-F238E27FC236}">
                <a16:creationId xmlns:a16="http://schemas.microsoft.com/office/drawing/2014/main" id="{B96A4004-6074-7349-A396-076831B16A30}"/>
              </a:ext>
            </a:extLst>
          </p:cNvPr>
          <p:cNvSpPr>
            <a:spLocks noGrp="1"/>
          </p:cNvSpPr>
          <p:nvPr>
            <p:ph type="body" sz="quarter" idx="11" hasCustomPrompt="1"/>
          </p:nvPr>
        </p:nvSpPr>
        <p:spPr>
          <a:xfrm>
            <a:off x="2228282" y="4291200"/>
            <a:ext cx="5760000" cy="369332"/>
          </a:xfrm>
          <a:prstGeom prst="rect">
            <a:avLst/>
          </a:prstGeom>
        </p:spPr>
        <p:txBody>
          <a:bodyPr lIns="90000" rIns="90000">
            <a:spAutoFit/>
          </a:bodyPr>
          <a:lstStyle>
            <a:lvl1pPr marL="0" indent="0">
              <a:spcBef>
                <a:spcPts val="0"/>
              </a:spcBef>
              <a:spcAft>
                <a:spcPts val="0"/>
              </a:spcAft>
              <a:buFontTx/>
              <a:buNone/>
              <a:defRPr sz="1800">
                <a:solidFill>
                  <a:schemeClr val="tx1"/>
                </a:solidFill>
              </a:defRPr>
            </a:lvl1pPr>
          </a:lstStyle>
          <a:p>
            <a:pPr lvl="0"/>
            <a:r>
              <a:rPr lang="en-US" noProof="0"/>
              <a:t>Source here if needed</a:t>
            </a:r>
          </a:p>
        </p:txBody>
      </p:sp>
      <p:pic>
        <p:nvPicPr>
          <p:cNvPr id="14" name="Grafik 1">
            <a:extLst>
              <a:ext uri="{FF2B5EF4-FFF2-40B4-BE49-F238E27FC236}">
                <a16:creationId xmlns:a16="http://schemas.microsoft.com/office/drawing/2014/main" id="{F475D4C5-6530-D340-A326-22166001BE9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878134" y="6191238"/>
            <a:ext cx="1531988" cy="117365"/>
          </a:xfrm>
          <a:prstGeom prst="rect">
            <a:avLst/>
          </a:prstGeom>
        </p:spPr>
      </p:pic>
    </p:spTree>
    <p:extLst>
      <p:ext uri="{BB962C8B-B14F-4D97-AF65-F5344CB8AC3E}">
        <p14:creationId xmlns:p14="http://schemas.microsoft.com/office/powerpoint/2010/main" val="3880052768"/>
      </p:ext>
    </p:extLst>
  </p:cSld>
  <p:clrMapOvr>
    <a:masterClrMapping/>
  </p:clrMapOvr>
  <p:extLst>
    <p:ext uri="{DCECCB84-F9BA-43D5-87BE-67443E8EF086}">
      <p15:sldGuideLst xmlns:p15="http://schemas.microsoft.com/office/powerpoint/2012/main">
        <p15:guide id="1" pos="3840" userDrawn="1">
          <p15:clr>
            <a:srgbClr val="FBAE40"/>
          </p15:clr>
        </p15:guide>
        <p15:guide id="2" pos="529" userDrawn="1">
          <p15:clr>
            <a:srgbClr val="FBAE40"/>
          </p15:clr>
        </p15:guide>
        <p15:guide id="3" pos="869"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slide #5">
    <p:spTree>
      <p:nvGrpSpPr>
        <p:cNvPr id="1" name=""/>
        <p:cNvGrpSpPr/>
        <p:nvPr/>
      </p:nvGrpSpPr>
      <p:grpSpPr>
        <a:xfrm>
          <a:off x="0" y="0"/>
          <a:ext cx="0" cy="0"/>
          <a:chOff x="0" y="0"/>
          <a:chExt cx="0" cy="0"/>
        </a:xfrm>
      </p:grpSpPr>
      <p:sp>
        <p:nvSpPr>
          <p:cNvPr id="20" name="Textplatzhalter">
            <a:extLst>
              <a:ext uri="{FF2B5EF4-FFF2-40B4-BE49-F238E27FC236}">
                <a16:creationId xmlns:a16="http://schemas.microsoft.com/office/drawing/2014/main" id="{B5CA96D4-BB14-2642-A768-1DBEB89BB529}"/>
              </a:ext>
            </a:extLst>
          </p:cNvPr>
          <p:cNvSpPr>
            <a:spLocks noGrp="1"/>
          </p:cNvSpPr>
          <p:nvPr>
            <p:ph type="body" sz="quarter" idx="10" hasCustomPrompt="1"/>
          </p:nvPr>
        </p:nvSpPr>
        <p:spPr>
          <a:xfrm>
            <a:off x="2217600" y="4322249"/>
            <a:ext cx="6480000" cy="1569660"/>
          </a:xfrm>
          <a:prstGeom prst="rect">
            <a:avLst/>
          </a:prstGeom>
        </p:spPr>
        <p:txBody>
          <a:bodyPr lIns="90000" rIns="90000">
            <a:spAutoFit/>
          </a:bodyPr>
          <a:lstStyle>
            <a:lvl1pPr>
              <a:spcAft>
                <a:spcPts val="0"/>
              </a:spcAft>
              <a:defRPr sz="4800">
                <a:solidFill>
                  <a:schemeClr val="bg1"/>
                </a:solidFill>
              </a:defRPr>
            </a:lvl1pPr>
          </a:lstStyle>
          <a:p>
            <a:pPr lvl="0"/>
            <a:r>
              <a:rPr lang="en-US" noProof="0" dirty="0"/>
              <a:t>Short text on darker </a:t>
            </a:r>
            <a:br>
              <a:rPr lang="en-US" noProof="0" dirty="0"/>
            </a:br>
            <a:r>
              <a:rPr lang="en-US" noProof="0" dirty="0"/>
              <a:t>image, 48 </a:t>
            </a:r>
            <a:r>
              <a:rPr lang="en-US" noProof="0" dirty="0" err="1"/>
              <a:t>pt</a:t>
            </a:r>
            <a:endParaRPr lang="en-US" noProof="0" dirty="0"/>
          </a:p>
        </p:txBody>
      </p:sp>
      <p:pic>
        <p:nvPicPr>
          <p:cNvPr id="3" name="Grafik 2">
            <a:extLst>
              <a:ext uri="{FF2B5EF4-FFF2-40B4-BE49-F238E27FC236}">
                <a16:creationId xmlns:a16="http://schemas.microsoft.com/office/drawing/2014/main" id="{23C0BEC8-0A20-A64E-9115-2AA55ED5930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7"/>
            <a:ext cx="1533600" cy="117488"/>
          </a:xfrm>
          <a:prstGeom prst="rect">
            <a:avLst/>
          </a:prstGeom>
        </p:spPr>
      </p:pic>
      <p:pic>
        <p:nvPicPr>
          <p:cNvPr id="4" name="Grafik 3">
            <a:extLst>
              <a:ext uri="{FF2B5EF4-FFF2-40B4-BE49-F238E27FC236}">
                <a16:creationId xmlns:a16="http://schemas.microsoft.com/office/drawing/2014/main" id="{54D3F37F-5084-0747-AF4E-E6FDC8C9FAE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878133" y="6191238"/>
            <a:ext cx="1531988" cy="117365"/>
          </a:xfrm>
          <a:prstGeom prst="rect">
            <a:avLst/>
          </a:prstGeom>
        </p:spPr>
      </p:pic>
    </p:spTree>
    <p:extLst>
      <p:ext uri="{BB962C8B-B14F-4D97-AF65-F5344CB8AC3E}">
        <p14:creationId xmlns:p14="http://schemas.microsoft.com/office/powerpoint/2010/main" val="3810095641"/>
      </p:ext>
    </p:extLst>
  </p:cSld>
  <p:clrMapOvr>
    <a:masterClrMapping/>
  </p:clrMapOvr>
  <p:extLst>
    <p:ext uri="{DCECCB84-F9BA-43D5-87BE-67443E8EF086}">
      <p15:sldGuideLst xmlns:p15="http://schemas.microsoft.com/office/powerpoint/2012/main">
        <p15:guide id="1" pos="3840" userDrawn="1">
          <p15:clr>
            <a:srgbClr val="FBAE40"/>
          </p15:clr>
        </p15:guide>
        <p15:guide id="2" pos="529" userDrawn="1">
          <p15:clr>
            <a:srgbClr val="FBAE40"/>
          </p15:clr>
        </p15:guide>
        <p15:guide id="3" pos="869"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slide #6">
    <p:spTree>
      <p:nvGrpSpPr>
        <p:cNvPr id="1" name=""/>
        <p:cNvGrpSpPr/>
        <p:nvPr/>
      </p:nvGrpSpPr>
      <p:grpSpPr>
        <a:xfrm>
          <a:off x="0" y="0"/>
          <a:ext cx="0" cy="0"/>
          <a:chOff x="0" y="0"/>
          <a:chExt cx="0" cy="0"/>
        </a:xfrm>
      </p:grpSpPr>
      <p:sp>
        <p:nvSpPr>
          <p:cNvPr id="3" name="Textplatzhalter">
            <a:extLst>
              <a:ext uri="{FF2B5EF4-FFF2-40B4-BE49-F238E27FC236}">
                <a16:creationId xmlns:a16="http://schemas.microsoft.com/office/drawing/2014/main" id="{BBE4776C-70AD-574C-BCCF-20ABAFB818CA}"/>
              </a:ext>
            </a:extLst>
          </p:cNvPr>
          <p:cNvSpPr>
            <a:spLocks noGrp="1"/>
          </p:cNvSpPr>
          <p:nvPr>
            <p:ph type="body" sz="quarter" idx="16" hasCustomPrompt="1"/>
          </p:nvPr>
        </p:nvSpPr>
        <p:spPr>
          <a:xfrm>
            <a:off x="1011599" y="4338000"/>
            <a:ext cx="4508499" cy="2520000"/>
          </a:xfrm>
          <a:prstGeom prst="rect">
            <a:avLst/>
          </a:prstGeom>
          <a:solidFill>
            <a:schemeClr val="bg1"/>
          </a:solidFill>
        </p:spPr>
        <p:txBody>
          <a:bodyPr wrap="square" lIns="396000" tIns="392400" rIns="396000">
            <a:noAutofit/>
          </a:bodyPr>
          <a:lstStyle>
            <a:lvl1pPr>
              <a:defRPr sz="2600"/>
            </a:lvl1pPr>
          </a:lstStyle>
          <a:p>
            <a:pPr lvl="0"/>
            <a:r>
              <a:rPr lang="en-US" noProof="0" dirty="0"/>
              <a:t>Smaller and longer text on white box lorem ipsum dolor sit </a:t>
            </a:r>
            <a:r>
              <a:rPr lang="en-US" noProof="0" dirty="0" err="1"/>
              <a:t>amet</a:t>
            </a:r>
            <a:r>
              <a:rPr lang="en-US" noProof="0" dirty="0"/>
              <a:t> in 26 </a:t>
            </a:r>
            <a:r>
              <a:rPr lang="en-US" noProof="0" dirty="0" err="1"/>
              <a:t>pt</a:t>
            </a:r>
            <a:r>
              <a:rPr lang="en-US" noProof="0" dirty="0"/>
              <a:t> font size.</a:t>
            </a:r>
          </a:p>
        </p:txBody>
      </p:sp>
      <p:pic>
        <p:nvPicPr>
          <p:cNvPr id="4" name="Grafik 1">
            <a:extLst>
              <a:ext uri="{FF2B5EF4-FFF2-40B4-BE49-F238E27FC236}">
                <a16:creationId xmlns:a16="http://schemas.microsoft.com/office/drawing/2014/main" id="{ACB26219-1B8F-804F-BA49-79D9A7D8F9F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Tree>
    <p:extLst>
      <p:ext uri="{BB962C8B-B14F-4D97-AF65-F5344CB8AC3E}">
        <p14:creationId xmlns:p14="http://schemas.microsoft.com/office/powerpoint/2010/main" val="3647266734"/>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slide #7">
    <p:spTree>
      <p:nvGrpSpPr>
        <p:cNvPr id="1" name=""/>
        <p:cNvGrpSpPr/>
        <p:nvPr/>
      </p:nvGrpSpPr>
      <p:grpSpPr>
        <a:xfrm>
          <a:off x="0" y="0"/>
          <a:ext cx="0" cy="0"/>
          <a:chOff x="0" y="0"/>
          <a:chExt cx="0" cy="0"/>
        </a:xfrm>
      </p:grpSpPr>
      <p:sp>
        <p:nvSpPr>
          <p:cNvPr id="3" name="Textplatzhalter">
            <a:extLst>
              <a:ext uri="{FF2B5EF4-FFF2-40B4-BE49-F238E27FC236}">
                <a16:creationId xmlns:a16="http://schemas.microsoft.com/office/drawing/2014/main" id="{786E40F8-F612-CC46-80CE-82A8AC5DA592}"/>
              </a:ext>
            </a:extLst>
          </p:cNvPr>
          <p:cNvSpPr>
            <a:spLocks noGrp="1"/>
          </p:cNvSpPr>
          <p:nvPr>
            <p:ph type="body" sz="quarter" idx="16" hasCustomPrompt="1"/>
          </p:nvPr>
        </p:nvSpPr>
        <p:spPr>
          <a:xfrm>
            <a:off x="1011599" y="4338000"/>
            <a:ext cx="4508499" cy="2520000"/>
          </a:xfrm>
          <a:prstGeom prst="rect">
            <a:avLst/>
          </a:prstGeom>
          <a:solidFill>
            <a:schemeClr val="tx1"/>
          </a:solidFill>
        </p:spPr>
        <p:txBody>
          <a:bodyPr wrap="square" lIns="396000" tIns="392400" rIns="396000">
            <a:noAutofit/>
          </a:bodyPr>
          <a:lstStyle>
            <a:lvl1pPr>
              <a:defRPr sz="2600">
                <a:solidFill>
                  <a:schemeClr val="bg1"/>
                </a:solidFill>
              </a:defRPr>
            </a:lvl1pPr>
          </a:lstStyle>
          <a:p>
            <a:pPr lvl="0"/>
            <a:r>
              <a:rPr lang="en-US" noProof="0" dirty="0"/>
              <a:t>Smaller and longer text on white box lorem ipsum dolor sit </a:t>
            </a:r>
            <a:r>
              <a:rPr lang="en-US" noProof="0" dirty="0" err="1"/>
              <a:t>amet</a:t>
            </a:r>
            <a:r>
              <a:rPr lang="en-US" noProof="0" dirty="0"/>
              <a:t> in 26 </a:t>
            </a:r>
            <a:r>
              <a:rPr lang="en-US" noProof="0" dirty="0" err="1"/>
              <a:t>pt</a:t>
            </a:r>
            <a:r>
              <a:rPr lang="en-US" noProof="0" dirty="0"/>
              <a:t> font size.</a:t>
            </a:r>
          </a:p>
        </p:txBody>
      </p:sp>
      <p:pic>
        <p:nvPicPr>
          <p:cNvPr id="4" name="Grafik 1">
            <a:extLst>
              <a:ext uri="{FF2B5EF4-FFF2-40B4-BE49-F238E27FC236}">
                <a16:creationId xmlns:a16="http://schemas.microsoft.com/office/drawing/2014/main" id="{56CF3B19-D6D0-CD41-83AF-8D1872E610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Tree>
    <p:extLst>
      <p:ext uri="{BB962C8B-B14F-4D97-AF65-F5344CB8AC3E}">
        <p14:creationId xmlns:p14="http://schemas.microsoft.com/office/powerpoint/2010/main" val="141655044"/>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slide #8">
    <p:spTree>
      <p:nvGrpSpPr>
        <p:cNvPr id="1" name=""/>
        <p:cNvGrpSpPr/>
        <p:nvPr/>
      </p:nvGrpSpPr>
      <p:grpSpPr>
        <a:xfrm>
          <a:off x="0" y="0"/>
          <a:ext cx="0" cy="0"/>
          <a:chOff x="0" y="0"/>
          <a:chExt cx="0" cy="0"/>
        </a:xfrm>
      </p:grpSpPr>
      <p:sp>
        <p:nvSpPr>
          <p:cNvPr id="25" name="Textplatzhalter 2">
            <a:extLst>
              <a:ext uri="{FF2B5EF4-FFF2-40B4-BE49-F238E27FC236}">
                <a16:creationId xmlns:a16="http://schemas.microsoft.com/office/drawing/2014/main" id="{C006C4D8-2E1D-C74B-8CC6-C1584030933B}"/>
              </a:ext>
            </a:extLst>
          </p:cNvPr>
          <p:cNvSpPr>
            <a:spLocks noGrp="1"/>
          </p:cNvSpPr>
          <p:nvPr>
            <p:ph type="body" sz="quarter" idx="11" hasCustomPrompt="1"/>
          </p:nvPr>
        </p:nvSpPr>
        <p:spPr>
          <a:xfrm>
            <a:off x="738000" y="2145599"/>
            <a:ext cx="4140000" cy="1620000"/>
          </a:xfrm>
          <a:prstGeom prst="rect">
            <a:avLst/>
          </a:prstGeom>
        </p:spPr>
        <p:txBody>
          <a:bodyPr wrap="square" lIns="90000" tIns="46800" rIns="90000">
            <a:spAutoFit/>
          </a:bodyPr>
          <a:lstStyle>
            <a:lvl1pPr marL="0" indent="0">
              <a:lnSpc>
                <a:spcPct val="120000"/>
              </a:lnSpc>
              <a:spcBef>
                <a:spcPts val="0"/>
              </a:spcBef>
              <a:spcAft>
                <a:spcPts val="600"/>
              </a:spcAft>
              <a:buFontTx/>
              <a:buNone/>
              <a:defRPr sz="1400">
                <a:solidFill>
                  <a:schemeClr val="tx1"/>
                </a:solidFill>
              </a:defRPr>
            </a:lvl1pPr>
          </a:lstStyle>
          <a:p>
            <a:pPr lvl="0"/>
            <a:r>
              <a:rPr lang="en-US" noProof="0" dirty="0"/>
              <a:t>Abstract 14 Pt Lorem ipsum dolor sit </a:t>
            </a:r>
            <a:r>
              <a:rPr lang="en-US" noProof="0" dirty="0" err="1"/>
              <a:t>amet</a:t>
            </a:r>
            <a:r>
              <a:rPr lang="en-US" noProof="0" dirty="0"/>
              <a:t>, </a:t>
            </a:r>
            <a:r>
              <a:rPr lang="en-US" noProof="0" dirty="0" err="1"/>
              <a:t>consetetur</a:t>
            </a:r>
            <a:r>
              <a:rPr lang="en-US" noProof="0" dirty="0"/>
              <a:t> </a:t>
            </a:r>
            <a:r>
              <a:rPr lang="en-US" noProof="0" dirty="0" err="1"/>
              <a:t>sadipscing</a:t>
            </a:r>
            <a:r>
              <a:rPr lang="en-US" noProof="0" dirty="0"/>
              <a:t> </a:t>
            </a:r>
            <a:r>
              <a:rPr lang="en-US" noProof="0" dirty="0" err="1"/>
              <a:t>elitr</a:t>
            </a:r>
            <a:r>
              <a:rPr lang="en-US" noProof="0" dirty="0"/>
              <a:t>, sed diam </a:t>
            </a:r>
            <a:r>
              <a:rPr lang="en-US" noProof="0" dirty="0" err="1"/>
              <a:t>nonumy</a:t>
            </a:r>
            <a:r>
              <a:rPr lang="en-US" noProof="0" dirty="0"/>
              <a:t> </a:t>
            </a:r>
            <a:r>
              <a:rPr lang="en-US" noProof="0" dirty="0" err="1"/>
              <a:t>eirmod</a:t>
            </a:r>
            <a:r>
              <a:rPr lang="en-US" noProof="0" dirty="0"/>
              <a:t> </a:t>
            </a:r>
            <a:r>
              <a:rPr lang="en-US" noProof="0" dirty="0" err="1"/>
              <a:t>tempor</a:t>
            </a:r>
            <a:r>
              <a:rPr lang="en-US" noProof="0" dirty="0"/>
              <a:t> </a:t>
            </a:r>
            <a:r>
              <a:rPr lang="en-US" noProof="0" dirty="0" err="1"/>
              <a:t>invidunt</a:t>
            </a:r>
            <a:r>
              <a:rPr lang="en-US" noProof="0" dirty="0"/>
              <a:t> </a:t>
            </a:r>
            <a:r>
              <a:rPr lang="en-US" noProof="0" dirty="0" err="1"/>
              <a:t>ut</a:t>
            </a:r>
            <a:r>
              <a:rPr lang="en-US" noProof="0" dirty="0"/>
              <a:t> </a:t>
            </a:r>
            <a:r>
              <a:rPr lang="en-US" noProof="0" dirty="0" err="1"/>
              <a:t>labore</a:t>
            </a:r>
            <a:r>
              <a:rPr lang="en-US" noProof="0" dirty="0"/>
              <a:t> et dolore magna </a:t>
            </a:r>
            <a:r>
              <a:rPr lang="en-US" noProof="0" dirty="0" err="1"/>
              <a:t>aliquyam</a:t>
            </a:r>
            <a:r>
              <a:rPr lang="en-US" noProof="0" dirty="0"/>
              <a:t> </a:t>
            </a:r>
            <a:r>
              <a:rPr lang="en-US" noProof="0" dirty="0" err="1"/>
              <a:t>erat</a:t>
            </a:r>
            <a:r>
              <a:rPr lang="en-US" noProof="0" dirty="0"/>
              <a:t>, sed diam </a:t>
            </a:r>
            <a:r>
              <a:rPr lang="en-US" noProof="0" dirty="0" err="1"/>
              <a:t>voluptua</a:t>
            </a:r>
            <a:r>
              <a:rPr lang="en-US" noProof="0" dirty="0"/>
              <a:t>. At </a:t>
            </a:r>
            <a:r>
              <a:rPr lang="en-US" noProof="0" dirty="0" err="1"/>
              <a:t>vero</a:t>
            </a:r>
            <a:r>
              <a:rPr lang="en-US" noProof="0" dirty="0"/>
              <a:t> </a:t>
            </a:r>
            <a:r>
              <a:rPr lang="en-US" noProof="0" dirty="0" err="1"/>
              <a:t>eos</a:t>
            </a:r>
            <a:r>
              <a:rPr lang="en-US" noProof="0" dirty="0"/>
              <a:t> et </a:t>
            </a:r>
            <a:r>
              <a:rPr lang="en-US" noProof="0" dirty="0" err="1"/>
              <a:t>accusam</a:t>
            </a:r>
            <a:r>
              <a:rPr lang="en-US" noProof="0" dirty="0"/>
              <a:t> et </a:t>
            </a:r>
            <a:r>
              <a:rPr lang="en-US" noProof="0" dirty="0" err="1"/>
              <a:t>justo</a:t>
            </a:r>
            <a:r>
              <a:rPr lang="en-US" noProof="0" dirty="0"/>
              <a:t> duo </a:t>
            </a:r>
            <a:r>
              <a:rPr lang="en-US" noProof="0" dirty="0" err="1"/>
              <a:t>dolores</a:t>
            </a:r>
            <a:r>
              <a:rPr lang="en-US" noProof="0" dirty="0"/>
              <a:t> et </a:t>
            </a:r>
            <a:r>
              <a:rPr lang="en-US" noProof="0" dirty="0" err="1"/>
              <a:t>ea</a:t>
            </a:r>
            <a:r>
              <a:rPr lang="en-US" noProof="0" dirty="0"/>
              <a:t> </a:t>
            </a:r>
            <a:r>
              <a:rPr lang="en-US" noProof="0" dirty="0" err="1"/>
              <a:t>rebum</a:t>
            </a:r>
            <a:r>
              <a:rPr lang="en-US" noProof="0" dirty="0"/>
              <a:t>. Stet </a:t>
            </a:r>
            <a:r>
              <a:rPr lang="en-US" noProof="0" dirty="0" err="1"/>
              <a:t>clita</a:t>
            </a:r>
            <a:r>
              <a:rPr lang="en-US" noProof="0" dirty="0"/>
              <a:t> </a:t>
            </a:r>
            <a:r>
              <a:rPr lang="en-US" noProof="0" dirty="0" err="1"/>
              <a:t>kasd</a:t>
            </a:r>
            <a:r>
              <a:rPr lang="en-US" noProof="0" dirty="0"/>
              <a:t> </a:t>
            </a:r>
            <a:r>
              <a:rPr lang="en-US" noProof="0" dirty="0" err="1"/>
              <a:t>gubergren</a:t>
            </a:r>
            <a:r>
              <a:rPr lang="en-US" noProof="0" dirty="0"/>
              <a:t>, no sea </a:t>
            </a:r>
            <a:r>
              <a:rPr lang="en-US" noProof="0" dirty="0" err="1"/>
              <a:t>takimata</a:t>
            </a:r>
            <a:r>
              <a:rPr lang="en-US" noProof="0" dirty="0"/>
              <a:t> </a:t>
            </a:r>
            <a:r>
              <a:rPr lang="en-US" noProof="0" dirty="0" err="1"/>
              <a:t>sanctus</a:t>
            </a:r>
            <a:r>
              <a:rPr lang="en-US" noProof="0" dirty="0"/>
              <a:t>.</a:t>
            </a:r>
          </a:p>
        </p:txBody>
      </p:sp>
      <p:sp>
        <p:nvSpPr>
          <p:cNvPr id="24" name="Textplatzhalter 1">
            <a:extLst>
              <a:ext uri="{FF2B5EF4-FFF2-40B4-BE49-F238E27FC236}">
                <a16:creationId xmlns:a16="http://schemas.microsoft.com/office/drawing/2014/main" id="{13EE9595-07BA-214F-9C1B-4C4404D86EFF}"/>
              </a:ext>
            </a:extLst>
          </p:cNvPr>
          <p:cNvSpPr>
            <a:spLocks noGrp="1"/>
          </p:cNvSpPr>
          <p:nvPr>
            <p:ph type="body" sz="quarter" idx="10" hasCustomPrompt="1"/>
          </p:nvPr>
        </p:nvSpPr>
        <p:spPr>
          <a:xfrm>
            <a:off x="738000" y="459149"/>
            <a:ext cx="4500000" cy="1077218"/>
          </a:xfrm>
          <a:prstGeom prst="rect">
            <a:avLst/>
          </a:prstGeom>
        </p:spPr>
        <p:txBody>
          <a:bodyPr lIns="90000" tIns="46800" rIns="90000">
            <a:spAutoFit/>
          </a:bodyPr>
          <a:lstStyle>
            <a:lvl1pPr>
              <a:spcAft>
                <a:spcPts val="0"/>
              </a:spcAft>
              <a:defRPr sz="3200">
                <a:solidFill>
                  <a:schemeClr val="tx1"/>
                </a:solidFill>
              </a:defRPr>
            </a:lvl1pPr>
          </a:lstStyle>
          <a:p>
            <a:pPr lvl="0"/>
            <a:r>
              <a:rPr lang="en-US" noProof="0"/>
              <a:t>Image and title across two lines, 32 pt</a:t>
            </a:r>
          </a:p>
        </p:txBody>
      </p:sp>
      <p:pic>
        <p:nvPicPr>
          <p:cNvPr id="4" name="Logo VR">
            <a:extLst>
              <a:ext uri="{FF2B5EF4-FFF2-40B4-BE49-F238E27FC236}">
                <a16:creationId xmlns:a16="http://schemas.microsoft.com/office/drawing/2014/main" id="{16052AD7-D53E-6146-96D2-A94D732B754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Tree>
    <p:extLst>
      <p:ext uri="{BB962C8B-B14F-4D97-AF65-F5344CB8AC3E}">
        <p14:creationId xmlns:p14="http://schemas.microsoft.com/office/powerpoint/2010/main" val="578890298"/>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slide #9">
    <p:spTree>
      <p:nvGrpSpPr>
        <p:cNvPr id="1" name=""/>
        <p:cNvGrpSpPr/>
        <p:nvPr/>
      </p:nvGrpSpPr>
      <p:grpSpPr>
        <a:xfrm>
          <a:off x="0" y="0"/>
          <a:ext cx="0" cy="0"/>
          <a:chOff x="0" y="0"/>
          <a:chExt cx="0" cy="0"/>
        </a:xfrm>
      </p:grpSpPr>
      <p:sp>
        <p:nvSpPr>
          <p:cNvPr id="13" name="Textplatzhalter 3">
            <a:extLst>
              <a:ext uri="{FF2B5EF4-FFF2-40B4-BE49-F238E27FC236}">
                <a16:creationId xmlns:a16="http://schemas.microsoft.com/office/drawing/2014/main" id="{BE27BE5C-F8C7-1E4A-A4B6-0963D965B924}"/>
              </a:ext>
            </a:extLst>
          </p:cNvPr>
          <p:cNvSpPr>
            <a:spLocks noGrp="1"/>
          </p:cNvSpPr>
          <p:nvPr>
            <p:ph type="body" sz="quarter" idx="16" hasCustomPrompt="1"/>
          </p:nvPr>
        </p:nvSpPr>
        <p:spPr>
          <a:xfrm>
            <a:off x="738000" y="2828835"/>
            <a:ext cx="4140000" cy="1384995"/>
          </a:xfrm>
          <a:prstGeom prst="rect">
            <a:avLst/>
          </a:prstGeom>
        </p:spPr>
        <p:txBody>
          <a:bodyPr lIns="90000">
            <a:spAutoFit/>
          </a:bodyPr>
          <a:lstStyle>
            <a:lvl1pPr marL="0" indent="0">
              <a:lnSpc>
                <a:spcPct val="100000"/>
              </a:lnSpc>
              <a:spcBef>
                <a:spcPts val="0"/>
              </a:spcBef>
              <a:spcAft>
                <a:spcPts val="0"/>
              </a:spcAft>
              <a:buFontTx/>
              <a:buNone/>
              <a:defRPr sz="1400">
                <a:solidFill>
                  <a:schemeClr val="tx1"/>
                </a:solidFill>
              </a:defRPr>
            </a:lvl1pPr>
            <a:lvl2pPr marL="115200" indent="-115200">
              <a:lnSpc>
                <a:spcPct val="110000"/>
              </a:lnSpc>
              <a:spcBef>
                <a:spcPts val="0"/>
              </a:spcBef>
              <a:spcAft>
                <a:spcPts val="600"/>
              </a:spcAft>
              <a:defRPr/>
            </a:lvl2pPr>
          </a:lstStyle>
          <a:p>
            <a:pPr lvl="0"/>
            <a:r>
              <a:rPr lang="en-US" noProof="0" dirty="0"/>
              <a:t>Abstract 14 Pt Lorem ipsum dolor sit </a:t>
            </a:r>
            <a:r>
              <a:rPr lang="en-US" noProof="0" dirty="0" err="1"/>
              <a:t>amet</a:t>
            </a:r>
            <a:r>
              <a:rPr lang="en-US" noProof="0" dirty="0"/>
              <a:t>, </a:t>
            </a:r>
            <a:r>
              <a:rPr lang="en-US" noProof="0" dirty="0" err="1"/>
              <a:t>consetetur</a:t>
            </a:r>
            <a:r>
              <a:rPr lang="en-US" noProof="0" dirty="0"/>
              <a:t> </a:t>
            </a:r>
            <a:r>
              <a:rPr lang="en-US" noProof="0" dirty="0" err="1"/>
              <a:t>sadipscing</a:t>
            </a:r>
            <a:r>
              <a:rPr lang="en-US" noProof="0" dirty="0"/>
              <a:t> </a:t>
            </a:r>
            <a:r>
              <a:rPr lang="en-US" noProof="0" dirty="0" err="1"/>
              <a:t>elitr</a:t>
            </a:r>
            <a:r>
              <a:rPr lang="en-US" noProof="0" dirty="0"/>
              <a:t>, sed diam </a:t>
            </a:r>
            <a:r>
              <a:rPr lang="en-US" noProof="0" dirty="0" err="1"/>
              <a:t>nonumy</a:t>
            </a:r>
            <a:r>
              <a:rPr lang="en-US" noProof="0" dirty="0"/>
              <a:t> </a:t>
            </a:r>
            <a:r>
              <a:rPr lang="en-US" noProof="0" dirty="0" err="1"/>
              <a:t>eirmod</a:t>
            </a:r>
            <a:r>
              <a:rPr lang="en-US" noProof="0" dirty="0"/>
              <a:t> </a:t>
            </a:r>
            <a:r>
              <a:rPr lang="en-US" noProof="0" dirty="0" err="1"/>
              <a:t>tempor</a:t>
            </a:r>
            <a:r>
              <a:rPr lang="en-US" noProof="0" dirty="0"/>
              <a:t> </a:t>
            </a:r>
            <a:r>
              <a:rPr lang="en-US" noProof="0" dirty="0" err="1"/>
              <a:t>invidunt</a:t>
            </a:r>
            <a:r>
              <a:rPr lang="en-US" noProof="0" dirty="0"/>
              <a:t> </a:t>
            </a:r>
            <a:r>
              <a:rPr lang="en-US" noProof="0" dirty="0" err="1"/>
              <a:t>ut</a:t>
            </a:r>
            <a:r>
              <a:rPr lang="en-US" noProof="0" dirty="0"/>
              <a:t> </a:t>
            </a:r>
            <a:r>
              <a:rPr lang="en-US" noProof="0" dirty="0" err="1"/>
              <a:t>labore</a:t>
            </a:r>
            <a:r>
              <a:rPr lang="en-US" noProof="0" dirty="0"/>
              <a:t> et dolore magna </a:t>
            </a:r>
            <a:r>
              <a:rPr lang="en-US" noProof="0" dirty="0" err="1"/>
              <a:t>aliquyam</a:t>
            </a:r>
            <a:r>
              <a:rPr lang="en-US" noProof="0" dirty="0"/>
              <a:t> </a:t>
            </a:r>
            <a:r>
              <a:rPr lang="en-US" noProof="0" dirty="0" err="1"/>
              <a:t>erat</a:t>
            </a:r>
            <a:r>
              <a:rPr lang="en-US" noProof="0" dirty="0"/>
              <a:t>, sed diam </a:t>
            </a:r>
            <a:r>
              <a:rPr lang="en-US" noProof="0" dirty="0" err="1"/>
              <a:t>voluptua</a:t>
            </a:r>
            <a:r>
              <a:rPr lang="en-US" noProof="0" dirty="0"/>
              <a:t>. At </a:t>
            </a:r>
            <a:r>
              <a:rPr lang="en-US" noProof="0" dirty="0" err="1"/>
              <a:t>vero</a:t>
            </a:r>
            <a:r>
              <a:rPr lang="en-US" noProof="0" dirty="0"/>
              <a:t> </a:t>
            </a:r>
            <a:r>
              <a:rPr lang="en-US" noProof="0" dirty="0" err="1"/>
              <a:t>eos</a:t>
            </a:r>
            <a:r>
              <a:rPr lang="en-US" noProof="0" dirty="0"/>
              <a:t> et </a:t>
            </a:r>
            <a:r>
              <a:rPr lang="en-US" noProof="0" dirty="0" err="1"/>
              <a:t>accusam</a:t>
            </a:r>
            <a:r>
              <a:rPr lang="en-US" noProof="0" dirty="0"/>
              <a:t> et </a:t>
            </a:r>
            <a:r>
              <a:rPr lang="en-US" noProof="0" dirty="0" err="1"/>
              <a:t>justo</a:t>
            </a:r>
            <a:r>
              <a:rPr lang="en-US" noProof="0" dirty="0"/>
              <a:t> duo </a:t>
            </a:r>
            <a:r>
              <a:rPr lang="en-US" noProof="0" dirty="0" err="1"/>
              <a:t>dolores</a:t>
            </a:r>
            <a:r>
              <a:rPr lang="en-US" noProof="0" dirty="0"/>
              <a:t> et </a:t>
            </a:r>
            <a:r>
              <a:rPr lang="en-US" noProof="0" dirty="0" err="1"/>
              <a:t>ea</a:t>
            </a:r>
            <a:r>
              <a:rPr lang="en-US" noProof="0" dirty="0"/>
              <a:t> </a:t>
            </a:r>
            <a:r>
              <a:rPr lang="en-US" noProof="0" dirty="0" err="1"/>
              <a:t>rebum</a:t>
            </a:r>
            <a:r>
              <a:rPr lang="en-US" noProof="0" dirty="0"/>
              <a:t>. Stet </a:t>
            </a:r>
            <a:r>
              <a:rPr lang="en-US" noProof="0" dirty="0" err="1"/>
              <a:t>clita</a:t>
            </a:r>
            <a:r>
              <a:rPr lang="en-US" noProof="0" dirty="0"/>
              <a:t> </a:t>
            </a:r>
            <a:r>
              <a:rPr lang="en-US" noProof="0" dirty="0" err="1"/>
              <a:t>kasd</a:t>
            </a:r>
            <a:r>
              <a:rPr lang="en-US" noProof="0" dirty="0"/>
              <a:t> </a:t>
            </a:r>
            <a:r>
              <a:rPr lang="en-US" noProof="0" dirty="0" err="1"/>
              <a:t>gubergren</a:t>
            </a:r>
            <a:r>
              <a:rPr lang="en-US" noProof="0" dirty="0"/>
              <a:t>, no sea </a:t>
            </a:r>
            <a:r>
              <a:rPr lang="en-US" noProof="0" dirty="0" err="1"/>
              <a:t>takimata</a:t>
            </a:r>
            <a:r>
              <a:rPr lang="en-US" noProof="0" dirty="0"/>
              <a:t> </a:t>
            </a:r>
            <a:r>
              <a:rPr lang="en-US" noProof="0" dirty="0" err="1"/>
              <a:t>sanctus</a:t>
            </a:r>
            <a:r>
              <a:rPr lang="en-US" noProof="0" dirty="0"/>
              <a:t>.</a:t>
            </a:r>
          </a:p>
        </p:txBody>
      </p:sp>
      <p:sp>
        <p:nvSpPr>
          <p:cNvPr id="19" name="Textplatzhalter 2">
            <a:extLst>
              <a:ext uri="{FF2B5EF4-FFF2-40B4-BE49-F238E27FC236}">
                <a16:creationId xmlns:a16="http://schemas.microsoft.com/office/drawing/2014/main" id="{CEBDEEDF-0A0C-4343-88E7-1672319D02FB}"/>
              </a:ext>
            </a:extLst>
          </p:cNvPr>
          <p:cNvSpPr>
            <a:spLocks noGrp="1"/>
          </p:cNvSpPr>
          <p:nvPr>
            <p:ph type="body" sz="quarter" idx="17" hasCustomPrompt="1"/>
          </p:nvPr>
        </p:nvSpPr>
        <p:spPr>
          <a:xfrm>
            <a:off x="737999" y="2139700"/>
            <a:ext cx="4115497" cy="402291"/>
          </a:xfrm>
          <a:prstGeom prst="rect">
            <a:avLst/>
          </a:prstGeom>
        </p:spPr>
        <p:txBody>
          <a:bodyPr wrap="square" tIns="46800" rIns="90000" bIns="46800">
            <a:spAutoFit/>
          </a:bodyPr>
          <a:lstStyle>
            <a:lvl1pPr>
              <a:defRPr sz="2000"/>
            </a:lvl1pPr>
          </a:lstStyle>
          <a:p>
            <a:pPr lvl="0"/>
            <a:r>
              <a:rPr lang="en-US" noProof="0" dirty="0" err="1"/>
              <a:t>Subheadline</a:t>
            </a:r>
            <a:r>
              <a:rPr lang="en-US" noProof="0" dirty="0"/>
              <a:t> 20 Pt Arial</a:t>
            </a:r>
          </a:p>
        </p:txBody>
      </p:sp>
      <p:sp>
        <p:nvSpPr>
          <p:cNvPr id="24" name="Textplatzhalter 1">
            <a:extLst>
              <a:ext uri="{FF2B5EF4-FFF2-40B4-BE49-F238E27FC236}">
                <a16:creationId xmlns:a16="http://schemas.microsoft.com/office/drawing/2014/main" id="{13EE9595-07BA-214F-9C1B-4C4404D86EFF}"/>
              </a:ext>
            </a:extLst>
          </p:cNvPr>
          <p:cNvSpPr>
            <a:spLocks noGrp="1"/>
          </p:cNvSpPr>
          <p:nvPr>
            <p:ph type="body" sz="quarter" idx="10" hasCustomPrompt="1"/>
          </p:nvPr>
        </p:nvSpPr>
        <p:spPr>
          <a:xfrm>
            <a:off x="738000" y="460800"/>
            <a:ext cx="4500000" cy="1077218"/>
          </a:xfrm>
          <a:prstGeom prst="rect">
            <a:avLst/>
          </a:prstGeom>
        </p:spPr>
        <p:txBody>
          <a:bodyPr lIns="90000">
            <a:spAutoFit/>
          </a:bodyPr>
          <a:lstStyle>
            <a:lvl1pPr>
              <a:spcAft>
                <a:spcPts val="0"/>
              </a:spcAft>
              <a:defRPr sz="3200">
                <a:solidFill>
                  <a:schemeClr val="tx1"/>
                </a:solidFill>
              </a:defRPr>
            </a:lvl1pPr>
          </a:lstStyle>
          <a:p>
            <a:pPr lvl="0"/>
            <a:r>
              <a:rPr lang="en-US" noProof="0"/>
              <a:t>Image and title across two lines, 32 pt</a:t>
            </a:r>
          </a:p>
        </p:txBody>
      </p:sp>
      <p:pic>
        <p:nvPicPr>
          <p:cNvPr id="5" name="Logo VR">
            <a:extLst>
              <a:ext uri="{FF2B5EF4-FFF2-40B4-BE49-F238E27FC236}">
                <a16:creationId xmlns:a16="http://schemas.microsoft.com/office/drawing/2014/main" id="{64A02489-EFB7-814C-AE8B-33D1E481934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Tree>
    <p:extLst>
      <p:ext uri="{BB962C8B-B14F-4D97-AF65-F5344CB8AC3E}">
        <p14:creationId xmlns:p14="http://schemas.microsoft.com/office/powerpoint/2010/main" val="3138573756"/>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slide #10">
    <p:spTree>
      <p:nvGrpSpPr>
        <p:cNvPr id="1" name=""/>
        <p:cNvGrpSpPr/>
        <p:nvPr/>
      </p:nvGrpSpPr>
      <p:grpSpPr>
        <a:xfrm>
          <a:off x="0" y="0"/>
          <a:ext cx="0" cy="0"/>
          <a:chOff x="0" y="0"/>
          <a:chExt cx="0" cy="0"/>
        </a:xfrm>
      </p:grpSpPr>
      <p:sp>
        <p:nvSpPr>
          <p:cNvPr id="12" name="Textplatzhalter 3">
            <a:extLst>
              <a:ext uri="{FF2B5EF4-FFF2-40B4-BE49-F238E27FC236}">
                <a16:creationId xmlns:a16="http://schemas.microsoft.com/office/drawing/2014/main" id="{20F8232F-C99D-2647-A28E-EEDFC51E6E0A}"/>
              </a:ext>
            </a:extLst>
          </p:cNvPr>
          <p:cNvSpPr>
            <a:spLocks noGrp="1"/>
          </p:cNvSpPr>
          <p:nvPr>
            <p:ph type="body" sz="quarter" idx="44" hasCustomPrompt="1"/>
          </p:nvPr>
        </p:nvSpPr>
        <p:spPr>
          <a:xfrm>
            <a:off x="748632" y="2822958"/>
            <a:ext cx="4140000" cy="2246769"/>
          </a:xfrm>
          <a:prstGeom prst="rect">
            <a:avLst/>
          </a:prstGeom>
        </p:spPr>
        <p:txBody>
          <a:bodyPr wrap="square">
            <a:spAutoFit/>
          </a:bodyPr>
          <a:lstStyle>
            <a:lvl1pPr marL="115200" indent="-115200">
              <a:spcAft>
                <a:spcPts val="600"/>
              </a:spcAft>
              <a:buFont typeface="Arial" panose="020B0604020202020204" pitchFamily="34" charset="0"/>
              <a:buChar char="•"/>
              <a:defRPr sz="1400" baseline="0"/>
            </a:lvl1pPr>
          </a:lstStyle>
          <a:p>
            <a:pPr lvl="0"/>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p>
        </p:txBody>
      </p:sp>
      <p:sp>
        <p:nvSpPr>
          <p:cNvPr id="14" name="Textplatzhalter 2">
            <a:extLst>
              <a:ext uri="{FF2B5EF4-FFF2-40B4-BE49-F238E27FC236}">
                <a16:creationId xmlns:a16="http://schemas.microsoft.com/office/drawing/2014/main" id="{6CC54545-4680-F142-A13E-27FBBCDE6A7A}"/>
              </a:ext>
            </a:extLst>
          </p:cNvPr>
          <p:cNvSpPr>
            <a:spLocks noGrp="1"/>
          </p:cNvSpPr>
          <p:nvPr>
            <p:ph type="body" sz="quarter" idx="17" hasCustomPrompt="1"/>
          </p:nvPr>
        </p:nvSpPr>
        <p:spPr>
          <a:xfrm>
            <a:off x="737999" y="2139700"/>
            <a:ext cx="4115497" cy="402291"/>
          </a:xfrm>
          <a:prstGeom prst="rect">
            <a:avLst/>
          </a:prstGeom>
        </p:spPr>
        <p:txBody>
          <a:bodyPr wrap="square" tIns="46800" rIns="90000" bIns="46800">
            <a:spAutoFit/>
          </a:bodyPr>
          <a:lstStyle>
            <a:lvl1pPr>
              <a:defRPr sz="2000"/>
            </a:lvl1pPr>
          </a:lstStyle>
          <a:p>
            <a:pPr lvl="0"/>
            <a:r>
              <a:rPr lang="en-US" noProof="0" dirty="0" err="1"/>
              <a:t>Subheadline</a:t>
            </a:r>
            <a:r>
              <a:rPr lang="en-US" noProof="0" dirty="0"/>
              <a:t> 20 Pt Arial</a:t>
            </a:r>
          </a:p>
        </p:txBody>
      </p:sp>
      <p:sp>
        <p:nvSpPr>
          <p:cNvPr id="24" name="Textplatzhalter 1">
            <a:extLst>
              <a:ext uri="{FF2B5EF4-FFF2-40B4-BE49-F238E27FC236}">
                <a16:creationId xmlns:a16="http://schemas.microsoft.com/office/drawing/2014/main" id="{13EE9595-07BA-214F-9C1B-4C4404D86EFF}"/>
              </a:ext>
            </a:extLst>
          </p:cNvPr>
          <p:cNvSpPr>
            <a:spLocks noGrp="1"/>
          </p:cNvSpPr>
          <p:nvPr>
            <p:ph type="body" sz="quarter" idx="10" hasCustomPrompt="1"/>
          </p:nvPr>
        </p:nvSpPr>
        <p:spPr>
          <a:xfrm>
            <a:off x="738000" y="460800"/>
            <a:ext cx="4500000" cy="1077218"/>
          </a:xfrm>
          <a:prstGeom prst="rect">
            <a:avLst/>
          </a:prstGeom>
        </p:spPr>
        <p:txBody>
          <a:bodyPr lIns="90000">
            <a:spAutoFit/>
          </a:bodyPr>
          <a:lstStyle>
            <a:lvl1pPr>
              <a:spcAft>
                <a:spcPts val="0"/>
              </a:spcAft>
              <a:defRPr sz="3200">
                <a:solidFill>
                  <a:schemeClr val="tx1"/>
                </a:solidFill>
              </a:defRPr>
            </a:lvl1pPr>
          </a:lstStyle>
          <a:p>
            <a:pPr lvl="0"/>
            <a:r>
              <a:rPr lang="en-US" noProof="0"/>
              <a:t>Image and title across two lines, 32 pt</a:t>
            </a:r>
          </a:p>
        </p:txBody>
      </p:sp>
      <p:pic>
        <p:nvPicPr>
          <p:cNvPr id="5" name="LOGO VR">
            <a:extLst>
              <a:ext uri="{FF2B5EF4-FFF2-40B4-BE49-F238E27FC236}">
                <a16:creationId xmlns:a16="http://schemas.microsoft.com/office/drawing/2014/main" id="{DB66C739-4F5D-A84A-8EEC-4A2FE28F72A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Tree>
    <p:extLst>
      <p:ext uri="{BB962C8B-B14F-4D97-AF65-F5344CB8AC3E}">
        <p14:creationId xmlns:p14="http://schemas.microsoft.com/office/powerpoint/2010/main" val="803792490"/>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slide #11">
    <p:spTree>
      <p:nvGrpSpPr>
        <p:cNvPr id="1" name=""/>
        <p:cNvGrpSpPr/>
        <p:nvPr/>
      </p:nvGrpSpPr>
      <p:grpSpPr>
        <a:xfrm>
          <a:off x="0" y="0"/>
          <a:ext cx="0" cy="0"/>
          <a:chOff x="0" y="0"/>
          <a:chExt cx="0" cy="0"/>
        </a:xfrm>
      </p:grpSpPr>
      <p:sp>
        <p:nvSpPr>
          <p:cNvPr id="10" name="Textplatzhalter 4">
            <a:extLst>
              <a:ext uri="{FF2B5EF4-FFF2-40B4-BE49-F238E27FC236}">
                <a16:creationId xmlns:a16="http://schemas.microsoft.com/office/drawing/2014/main" id="{29D3F16E-C11D-1F40-93EB-202A4796944B}"/>
              </a:ext>
            </a:extLst>
          </p:cNvPr>
          <p:cNvSpPr>
            <a:spLocks noGrp="1"/>
          </p:cNvSpPr>
          <p:nvPr>
            <p:ph type="body" sz="quarter" idx="25" hasCustomPrompt="1"/>
          </p:nvPr>
        </p:nvSpPr>
        <p:spPr>
          <a:xfrm>
            <a:off x="9069068" y="3512415"/>
            <a:ext cx="2520001" cy="1938992"/>
          </a:xfrm>
          <a:prstGeom prst="rect">
            <a:avLst/>
          </a:prstGeom>
        </p:spPr>
        <p:txBody>
          <a:bodyPr>
            <a:spAutoFit/>
          </a:bodyPr>
          <a:lstStyle>
            <a:lvl1pPr marL="115200" marR="0" indent="-1152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sz="1200"/>
            </a:lvl1pPr>
          </a:lstStyle>
          <a:p>
            <a:pPr marL="115200" marR="0" lvl="0" indent="-1152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endParaRPr lang="en-US" dirty="0"/>
          </a:p>
        </p:txBody>
      </p:sp>
      <p:sp>
        <p:nvSpPr>
          <p:cNvPr id="11" name="Bildplatzhalter 19">
            <a:extLst>
              <a:ext uri="{FF2B5EF4-FFF2-40B4-BE49-F238E27FC236}">
                <a16:creationId xmlns:a16="http://schemas.microsoft.com/office/drawing/2014/main" id="{19AFA146-9439-F54D-B6CC-77E8540A2FC9}"/>
              </a:ext>
            </a:extLst>
          </p:cNvPr>
          <p:cNvSpPr>
            <a:spLocks noGrp="1"/>
          </p:cNvSpPr>
          <p:nvPr>
            <p:ph type="pic" sz="quarter" idx="14" hasCustomPrompt="1"/>
          </p:nvPr>
        </p:nvSpPr>
        <p:spPr>
          <a:xfrm>
            <a:off x="1" y="459148"/>
            <a:ext cx="5274000" cy="5205823"/>
          </a:xfrm>
          <a:prstGeom prst="rect">
            <a:avLst/>
          </a:prstGeom>
          <a:pattFill prst="wdDnDiag">
            <a:fgClr>
              <a:schemeClr val="bg1">
                <a:lumMod val="85000"/>
              </a:schemeClr>
            </a:fgClr>
            <a:bgClr>
              <a:schemeClr val="bg1"/>
            </a:bgClr>
          </a:pattFill>
        </p:spPr>
        <p:txBody>
          <a:bodyPr/>
          <a:lstStyle>
            <a:lvl1pPr>
              <a:defRPr b="0"/>
            </a:lvl1pPr>
          </a:lstStyle>
          <a:p>
            <a:r>
              <a:rPr lang="en-US" noProof="0" dirty="0"/>
              <a:t>Placeholder</a:t>
            </a:r>
          </a:p>
        </p:txBody>
      </p:sp>
      <p:pic>
        <p:nvPicPr>
          <p:cNvPr id="20" name="Grafik 19">
            <a:extLst>
              <a:ext uri="{FF2B5EF4-FFF2-40B4-BE49-F238E27FC236}">
                <a16:creationId xmlns:a16="http://schemas.microsoft.com/office/drawing/2014/main" id="{D4BE0EA6-6B4C-A246-ACF0-1AD2C49A156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24" name="Textplatzhalter 4">
            <a:extLst>
              <a:ext uri="{FF2B5EF4-FFF2-40B4-BE49-F238E27FC236}">
                <a16:creationId xmlns:a16="http://schemas.microsoft.com/office/drawing/2014/main" id="{13EE9595-07BA-214F-9C1B-4C4404D86EFF}"/>
              </a:ext>
            </a:extLst>
          </p:cNvPr>
          <p:cNvSpPr>
            <a:spLocks noGrp="1"/>
          </p:cNvSpPr>
          <p:nvPr>
            <p:ph type="body" sz="quarter" idx="10" hasCustomPrompt="1"/>
          </p:nvPr>
        </p:nvSpPr>
        <p:spPr>
          <a:xfrm>
            <a:off x="6368400" y="460800"/>
            <a:ext cx="5040000" cy="1077218"/>
          </a:xfrm>
          <a:prstGeom prst="rect">
            <a:avLst/>
          </a:prstGeom>
        </p:spPr>
        <p:txBody>
          <a:bodyPr lIns="90000">
            <a:spAutoFit/>
          </a:bodyPr>
          <a:lstStyle>
            <a:lvl1pPr>
              <a:spcAft>
                <a:spcPts val="0"/>
              </a:spcAft>
              <a:defRPr sz="3200">
                <a:solidFill>
                  <a:schemeClr val="tx1"/>
                </a:solidFill>
              </a:defRPr>
            </a:lvl1pPr>
          </a:lstStyle>
          <a:p>
            <a:pPr lvl="0"/>
            <a:r>
              <a:rPr lang="en-US" noProof="0" dirty="0"/>
              <a:t>Image and title across </a:t>
            </a:r>
            <a:br>
              <a:rPr lang="en-US" noProof="0" dirty="0"/>
            </a:br>
            <a:r>
              <a:rPr lang="en-US" noProof="0" dirty="0"/>
              <a:t>two lines, 32 </a:t>
            </a:r>
            <a:r>
              <a:rPr lang="en-US" noProof="0" dirty="0" err="1"/>
              <a:t>pt</a:t>
            </a:r>
            <a:endParaRPr lang="en-US" noProof="0" dirty="0"/>
          </a:p>
        </p:txBody>
      </p:sp>
      <p:sp>
        <p:nvSpPr>
          <p:cNvPr id="12" name="Textplatzhalter 4">
            <a:extLst>
              <a:ext uri="{FF2B5EF4-FFF2-40B4-BE49-F238E27FC236}">
                <a16:creationId xmlns:a16="http://schemas.microsoft.com/office/drawing/2014/main" id="{524E7249-050C-7144-9E08-2DEA3F8A51FA}"/>
              </a:ext>
            </a:extLst>
          </p:cNvPr>
          <p:cNvSpPr>
            <a:spLocks noGrp="1"/>
          </p:cNvSpPr>
          <p:nvPr>
            <p:ph type="body" sz="quarter" idx="15" hasCustomPrompt="1"/>
          </p:nvPr>
        </p:nvSpPr>
        <p:spPr>
          <a:xfrm>
            <a:off x="6368400" y="2066400"/>
            <a:ext cx="5040000" cy="586700"/>
          </a:xfrm>
          <a:prstGeom prst="rect">
            <a:avLst/>
          </a:prstGeom>
        </p:spPr>
        <p:txBody>
          <a:bodyPr wrap="square" lIns="90000" tIns="46800" rIns="90000">
            <a:spAutoFit/>
          </a:bodyPr>
          <a:lstStyle>
            <a:lvl1pPr marL="0" indent="0">
              <a:lnSpc>
                <a:spcPct val="120000"/>
              </a:lnSpc>
              <a:spcBef>
                <a:spcPts val="0"/>
              </a:spcBef>
              <a:spcAft>
                <a:spcPts val="600"/>
              </a:spcAft>
              <a:buFontTx/>
              <a:buNone/>
              <a:defRPr sz="1400">
                <a:solidFill>
                  <a:schemeClr val="tx1"/>
                </a:solidFill>
              </a:defRPr>
            </a:lvl1pPr>
          </a:lstStyle>
          <a:p>
            <a:pPr lvl="0"/>
            <a:r>
              <a:rPr lang="en-US" noProof="0" dirty="0"/>
              <a:t>Intro text 14 Pt lorem ipsum dolor sit </a:t>
            </a:r>
            <a:r>
              <a:rPr lang="en-US" noProof="0" dirty="0" err="1"/>
              <a:t>amet</a:t>
            </a:r>
            <a:r>
              <a:rPr lang="en-US" noProof="0" dirty="0"/>
              <a:t>, seta </a:t>
            </a:r>
            <a:r>
              <a:rPr lang="en-US" noProof="0" dirty="0" err="1"/>
              <a:t>consetetur</a:t>
            </a:r>
            <a:r>
              <a:rPr lang="en-US" noProof="0" dirty="0"/>
              <a:t> </a:t>
            </a:r>
            <a:r>
              <a:rPr lang="en-US" noProof="0" dirty="0" err="1"/>
              <a:t>sadip</a:t>
            </a:r>
            <a:r>
              <a:rPr lang="en-US" noProof="0" dirty="0"/>
              <a:t> </a:t>
            </a:r>
            <a:r>
              <a:rPr lang="en-US" noProof="0" dirty="0" err="1"/>
              <a:t>sacing</a:t>
            </a:r>
            <a:r>
              <a:rPr lang="en-US" noProof="0" dirty="0"/>
              <a:t> </a:t>
            </a:r>
            <a:r>
              <a:rPr lang="en-US" noProof="0" dirty="0" err="1"/>
              <a:t>elit</a:t>
            </a:r>
            <a:r>
              <a:rPr lang="en-US" noProof="0" dirty="0"/>
              <a:t>, sed diam </a:t>
            </a:r>
            <a:r>
              <a:rPr lang="en-US" noProof="0" dirty="0" err="1"/>
              <a:t>nonumy</a:t>
            </a:r>
            <a:r>
              <a:rPr lang="en-US" noProof="0" dirty="0"/>
              <a:t> </a:t>
            </a:r>
            <a:r>
              <a:rPr lang="en-US" noProof="0" dirty="0" err="1"/>
              <a:t>euis</a:t>
            </a:r>
            <a:r>
              <a:rPr lang="en-US" noProof="0" dirty="0"/>
              <a:t> </a:t>
            </a:r>
            <a:r>
              <a:rPr lang="en-US" noProof="0" dirty="0" err="1"/>
              <a:t>dolores</a:t>
            </a:r>
            <a:endParaRPr lang="en-US" noProof="0" dirty="0"/>
          </a:p>
        </p:txBody>
      </p:sp>
      <p:sp>
        <p:nvSpPr>
          <p:cNvPr id="17" name="Textplatzhalter 2">
            <a:extLst>
              <a:ext uri="{FF2B5EF4-FFF2-40B4-BE49-F238E27FC236}">
                <a16:creationId xmlns:a16="http://schemas.microsoft.com/office/drawing/2014/main" id="{7BAF8BA4-F981-254E-895E-29AA72FF8062}"/>
              </a:ext>
            </a:extLst>
          </p:cNvPr>
          <p:cNvSpPr>
            <a:spLocks noGrp="1"/>
          </p:cNvSpPr>
          <p:nvPr>
            <p:ph type="body" sz="quarter" idx="20" hasCustomPrompt="1"/>
          </p:nvPr>
        </p:nvSpPr>
        <p:spPr>
          <a:xfrm>
            <a:off x="9066333" y="3031200"/>
            <a:ext cx="2520000" cy="309958"/>
          </a:xfrm>
          <a:prstGeom prst="rect">
            <a:avLst/>
          </a:prstGeom>
        </p:spPr>
        <p:txBody>
          <a:bodyPr wrap="square" tIns="46800" rIns="90000" bIns="46800">
            <a:spAutoFit/>
          </a:bodyPr>
          <a:lstStyle>
            <a:lvl1pPr>
              <a:spcAft>
                <a:spcPts val="0"/>
              </a:spcAft>
              <a:defRPr sz="1400"/>
            </a:lvl1pPr>
          </a:lstStyle>
          <a:p>
            <a:pPr lvl="0"/>
            <a:r>
              <a:rPr lang="en-US" noProof="0" dirty="0" err="1"/>
              <a:t>Subheadline</a:t>
            </a:r>
            <a:r>
              <a:rPr lang="en-US" noProof="0" dirty="0"/>
              <a:t> 14 Pt Arial</a:t>
            </a:r>
          </a:p>
        </p:txBody>
      </p:sp>
      <p:sp>
        <p:nvSpPr>
          <p:cNvPr id="18" name="Textplatzhalter 2">
            <a:extLst>
              <a:ext uri="{FF2B5EF4-FFF2-40B4-BE49-F238E27FC236}">
                <a16:creationId xmlns:a16="http://schemas.microsoft.com/office/drawing/2014/main" id="{A35D99BA-0745-2645-AA38-707419C3929B}"/>
              </a:ext>
            </a:extLst>
          </p:cNvPr>
          <p:cNvSpPr>
            <a:spLocks noGrp="1"/>
          </p:cNvSpPr>
          <p:nvPr>
            <p:ph type="body" sz="quarter" idx="21" hasCustomPrompt="1"/>
          </p:nvPr>
        </p:nvSpPr>
        <p:spPr>
          <a:xfrm>
            <a:off x="6368401" y="3031200"/>
            <a:ext cx="2520000" cy="309958"/>
          </a:xfrm>
          <a:prstGeom prst="rect">
            <a:avLst/>
          </a:prstGeom>
        </p:spPr>
        <p:txBody>
          <a:bodyPr wrap="square" tIns="46800" rIns="90000" bIns="46800">
            <a:spAutoFit/>
          </a:bodyPr>
          <a:lstStyle>
            <a:lvl1pPr>
              <a:spcAft>
                <a:spcPts val="0"/>
              </a:spcAft>
              <a:defRPr sz="1400"/>
            </a:lvl1pPr>
          </a:lstStyle>
          <a:p>
            <a:pPr lvl="0"/>
            <a:r>
              <a:rPr lang="en-US" noProof="0" dirty="0" err="1"/>
              <a:t>Subheadline</a:t>
            </a:r>
            <a:r>
              <a:rPr lang="en-US" noProof="0" dirty="0"/>
              <a:t> 14 Pt Arial</a:t>
            </a:r>
          </a:p>
        </p:txBody>
      </p:sp>
      <p:sp>
        <p:nvSpPr>
          <p:cNvPr id="21" name="Textplatzhalter 4">
            <a:extLst>
              <a:ext uri="{FF2B5EF4-FFF2-40B4-BE49-F238E27FC236}">
                <a16:creationId xmlns:a16="http://schemas.microsoft.com/office/drawing/2014/main" id="{8A816556-3C5C-4E47-ADEB-1C87FB954676}"/>
              </a:ext>
            </a:extLst>
          </p:cNvPr>
          <p:cNvSpPr>
            <a:spLocks noGrp="1"/>
          </p:cNvSpPr>
          <p:nvPr>
            <p:ph type="body" sz="quarter" idx="23" hasCustomPrompt="1"/>
          </p:nvPr>
        </p:nvSpPr>
        <p:spPr>
          <a:xfrm>
            <a:off x="6368398" y="3512415"/>
            <a:ext cx="2520001" cy="1938992"/>
          </a:xfrm>
          <a:prstGeom prst="rect">
            <a:avLst/>
          </a:prstGeom>
        </p:spPr>
        <p:txBody>
          <a:bodyPr>
            <a:spAutoFit/>
          </a:bodyPr>
          <a:lstStyle>
            <a:lvl1pPr marL="115200" marR="0" indent="-1152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sz="1200"/>
            </a:lvl1pPr>
          </a:lstStyle>
          <a:p>
            <a:pPr marL="115200" marR="0" lvl="0" indent="-1152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endParaRPr lang="en-US" dirty="0"/>
          </a:p>
        </p:txBody>
      </p:sp>
    </p:spTree>
    <p:extLst>
      <p:ext uri="{BB962C8B-B14F-4D97-AF65-F5344CB8AC3E}">
        <p14:creationId xmlns:p14="http://schemas.microsoft.com/office/powerpoint/2010/main" val="4152352352"/>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slide #12">
    <p:spTree>
      <p:nvGrpSpPr>
        <p:cNvPr id="1" name=""/>
        <p:cNvGrpSpPr/>
        <p:nvPr/>
      </p:nvGrpSpPr>
      <p:grpSpPr>
        <a:xfrm>
          <a:off x="0" y="0"/>
          <a:ext cx="0" cy="0"/>
          <a:chOff x="0" y="0"/>
          <a:chExt cx="0" cy="0"/>
        </a:xfrm>
      </p:grpSpPr>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One column text slide, 32 pt headline</a:t>
            </a:r>
          </a:p>
        </p:txBody>
      </p:sp>
      <p:sp>
        <p:nvSpPr>
          <p:cNvPr id="45" name="Textplatzhalter 4">
            <a:extLst>
              <a:ext uri="{FF2B5EF4-FFF2-40B4-BE49-F238E27FC236}">
                <a16:creationId xmlns:a16="http://schemas.microsoft.com/office/drawing/2014/main" id="{315E1286-8C45-1741-90D0-0AA4BB455F66}"/>
              </a:ext>
            </a:extLst>
          </p:cNvPr>
          <p:cNvSpPr>
            <a:spLocks noGrp="1"/>
          </p:cNvSpPr>
          <p:nvPr>
            <p:ph type="body" sz="quarter" idx="14" hasCustomPrompt="1"/>
          </p:nvPr>
        </p:nvSpPr>
        <p:spPr>
          <a:xfrm>
            <a:off x="1958134" y="5116990"/>
            <a:ext cx="7920000" cy="844142"/>
          </a:xfrm>
          <a:prstGeom prst="rect">
            <a:avLst/>
          </a:prstGeom>
        </p:spPr>
        <p:txBody>
          <a:bodyPr lIns="90000">
            <a:spAutoFit/>
          </a:bodyPr>
          <a:lstStyle>
            <a:lvl1pPr>
              <a:spcAft>
                <a:spcPts val="0"/>
              </a:spcAft>
              <a:defRPr sz="1400">
                <a:solidFill>
                  <a:schemeClr val="tx1"/>
                </a:solidFill>
              </a:defRPr>
            </a:lvl1pPr>
          </a:lstStyle>
          <a:p>
            <a:pPr>
              <a:lnSpc>
                <a:spcPct val="120000"/>
              </a:lnSpc>
            </a:pPr>
            <a:r>
              <a:rPr lang="en-US" b="0" noProof="0">
                <a:solidFill>
                  <a:srgbClr val="111111"/>
                </a:solidFill>
                <a:latin typeface="Arial" panose="020B0604020202020204" pitchFamily="34" charset="0"/>
                <a:cs typeface="Arial" panose="020B0604020202020204" pitchFamily="34" charset="0"/>
              </a:rPr>
              <a:t>Abstract 14 Pt Lorem ipsum dolor sit amet, consetetur sadipscing elitr, sed diam nonumy eirmod tempor invidunt ut labore et dolore magna aliquyam erat, sed diam voluptua. At vero eos et accusam et justo duo dolores et ea rebum. Stet clita kasd gubergren, no sea takimata sanctus.</a:t>
            </a:r>
            <a:endParaRPr kumimoji="0" lang="en-US" b="1" i="0" u="none" strike="noStrike" kern="1200" cap="none" spc="0" normalizeH="0" baseline="0" noProof="0">
              <a:ln>
                <a:noFill/>
              </a:ln>
              <a:solidFill>
                <a:srgbClr val="111111"/>
              </a:solidFill>
              <a:effectLst/>
              <a:uLnTx/>
              <a:uFillTx/>
              <a:latin typeface="Arial" panose="020B0604020202020204" pitchFamily="34" charset="0"/>
              <a:cs typeface="Arial" panose="020B0604020202020204" pitchFamily="34" charset="0"/>
            </a:endParaRPr>
          </a:p>
        </p:txBody>
      </p:sp>
      <p:sp>
        <p:nvSpPr>
          <p:cNvPr id="16" name="Diagrammplatzhalter 2">
            <a:extLst>
              <a:ext uri="{FF2B5EF4-FFF2-40B4-BE49-F238E27FC236}">
                <a16:creationId xmlns:a16="http://schemas.microsoft.com/office/drawing/2014/main" id="{FFE8A7E4-EB7A-1344-98C3-49246607F97E}"/>
              </a:ext>
            </a:extLst>
          </p:cNvPr>
          <p:cNvSpPr>
            <a:spLocks noGrp="1"/>
          </p:cNvSpPr>
          <p:nvPr>
            <p:ph type="chart" sz="quarter" idx="15"/>
          </p:nvPr>
        </p:nvSpPr>
        <p:spPr>
          <a:xfrm>
            <a:off x="1776000" y="1908000"/>
            <a:ext cx="2592000" cy="2592000"/>
          </a:xfrm>
          <a:prstGeom prst="rect">
            <a:avLst/>
          </a:prstGeom>
        </p:spPr>
        <p:txBody>
          <a:bodyPr lIns="90000"/>
          <a:lstStyle>
            <a:lvl1pPr>
              <a:defRPr sz="1000" baseline="0"/>
            </a:lvl1pPr>
          </a:lstStyle>
          <a:p>
            <a:r>
              <a:rPr lang="en-US" noProof="0" dirty="0"/>
              <a:t>Diagram</a:t>
            </a:r>
          </a:p>
        </p:txBody>
      </p:sp>
      <p:sp>
        <p:nvSpPr>
          <p:cNvPr id="17" name="Diagrammplatzhalter 2">
            <a:extLst>
              <a:ext uri="{FF2B5EF4-FFF2-40B4-BE49-F238E27FC236}">
                <a16:creationId xmlns:a16="http://schemas.microsoft.com/office/drawing/2014/main" id="{C7D4881D-D047-CE40-B366-6158A0596526}"/>
              </a:ext>
            </a:extLst>
          </p:cNvPr>
          <p:cNvSpPr>
            <a:spLocks noGrp="1"/>
          </p:cNvSpPr>
          <p:nvPr>
            <p:ph type="chart" sz="quarter" idx="16"/>
          </p:nvPr>
        </p:nvSpPr>
        <p:spPr>
          <a:xfrm>
            <a:off x="4800000" y="1908000"/>
            <a:ext cx="2592000" cy="2592000"/>
          </a:xfrm>
          <a:prstGeom prst="rect">
            <a:avLst/>
          </a:prstGeom>
        </p:spPr>
        <p:txBody>
          <a:bodyPr lIns="90000"/>
          <a:lstStyle>
            <a:lvl1pPr>
              <a:defRPr sz="1000" baseline="0"/>
            </a:lvl1pPr>
          </a:lstStyle>
          <a:p>
            <a:r>
              <a:rPr lang="en-US" noProof="0" dirty="0"/>
              <a:t>Diagram</a:t>
            </a:r>
          </a:p>
        </p:txBody>
      </p:sp>
      <p:sp>
        <p:nvSpPr>
          <p:cNvPr id="19" name="Diagrammplatzhalter 2">
            <a:extLst>
              <a:ext uri="{FF2B5EF4-FFF2-40B4-BE49-F238E27FC236}">
                <a16:creationId xmlns:a16="http://schemas.microsoft.com/office/drawing/2014/main" id="{27B0158C-2645-BE4F-A933-1D7D2E2A7271}"/>
              </a:ext>
            </a:extLst>
          </p:cNvPr>
          <p:cNvSpPr>
            <a:spLocks noGrp="1"/>
          </p:cNvSpPr>
          <p:nvPr>
            <p:ph type="chart" sz="quarter" idx="17"/>
          </p:nvPr>
        </p:nvSpPr>
        <p:spPr>
          <a:xfrm>
            <a:off x="7824000" y="1908000"/>
            <a:ext cx="2592000" cy="2592000"/>
          </a:xfrm>
          <a:prstGeom prst="rect">
            <a:avLst/>
          </a:prstGeom>
        </p:spPr>
        <p:txBody>
          <a:bodyPr lIns="90000"/>
          <a:lstStyle>
            <a:lvl1pPr>
              <a:defRPr sz="1000" baseline="0"/>
            </a:lvl1pPr>
          </a:lstStyle>
          <a:p>
            <a:r>
              <a:rPr lang="en-US" noProof="0" dirty="0"/>
              <a:t>Diagram</a:t>
            </a:r>
          </a:p>
        </p:txBody>
      </p:sp>
    </p:spTree>
    <p:extLst>
      <p:ext uri="{BB962C8B-B14F-4D97-AF65-F5344CB8AC3E}">
        <p14:creationId xmlns:p14="http://schemas.microsoft.com/office/powerpoint/2010/main" val="2439610405"/>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slide #13">
    <p:spTree>
      <p:nvGrpSpPr>
        <p:cNvPr id="1" name=""/>
        <p:cNvGrpSpPr/>
        <p:nvPr/>
      </p:nvGrpSpPr>
      <p:grpSpPr>
        <a:xfrm>
          <a:off x="0" y="0"/>
          <a:ext cx="0" cy="0"/>
          <a:chOff x="0" y="0"/>
          <a:chExt cx="0" cy="0"/>
        </a:xfrm>
      </p:grpSpPr>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One column text slide, 32 pt headline</a:t>
            </a:r>
          </a:p>
        </p:txBody>
      </p:sp>
      <p:sp>
        <p:nvSpPr>
          <p:cNvPr id="45" name="Textplatzhalter 4">
            <a:extLst>
              <a:ext uri="{FF2B5EF4-FFF2-40B4-BE49-F238E27FC236}">
                <a16:creationId xmlns:a16="http://schemas.microsoft.com/office/drawing/2014/main" id="{315E1286-8C45-1741-90D0-0AA4BB455F66}"/>
              </a:ext>
            </a:extLst>
          </p:cNvPr>
          <p:cNvSpPr>
            <a:spLocks noGrp="1"/>
          </p:cNvSpPr>
          <p:nvPr>
            <p:ph type="body" sz="quarter" idx="14" hasCustomPrompt="1"/>
          </p:nvPr>
        </p:nvSpPr>
        <p:spPr>
          <a:xfrm>
            <a:off x="1958134" y="5116990"/>
            <a:ext cx="7920000" cy="844142"/>
          </a:xfrm>
          <a:prstGeom prst="rect">
            <a:avLst/>
          </a:prstGeom>
        </p:spPr>
        <p:txBody>
          <a:bodyPr lIns="90000">
            <a:spAutoFit/>
          </a:bodyPr>
          <a:lstStyle>
            <a:lvl1pPr>
              <a:spcAft>
                <a:spcPts val="0"/>
              </a:spcAft>
              <a:defRPr sz="1400">
                <a:solidFill>
                  <a:schemeClr val="tx1"/>
                </a:solidFill>
              </a:defRPr>
            </a:lvl1pPr>
          </a:lstStyle>
          <a:p>
            <a:pPr>
              <a:lnSpc>
                <a:spcPct val="120000"/>
              </a:lnSpc>
            </a:pPr>
            <a:r>
              <a:rPr lang="en-US" b="0" noProof="0">
                <a:solidFill>
                  <a:srgbClr val="111111"/>
                </a:solidFill>
                <a:latin typeface="Arial" panose="020B0604020202020204" pitchFamily="34" charset="0"/>
                <a:cs typeface="Arial" panose="020B0604020202020204" pitchFamily="34" charset="0"/>
              </a:rPr>
              <a:t>Abstract 14 Pt Lorem ipsum dolor sit amet, consetetur sadipscing elitr, sed diam nonumy eirmod tempor invidunt ut labore et dolore magna aliquyam erat, sed diam voluptua. At vero eos et accusam et justo duo dolores et ea rebum. Stet clita kasd gubergren, no sea takimata sanctus.</a:t>
            </a:r>
            <a:endParaRPr kumimoji="0" lang="en-US" b="1" i="0" u="none" strike="noStrike" kern="1200" cap="none" spc="0" normalizeH="0" baseline="0" noProof="0">
              <a:ln>
                <a:noFill/>
              </a:ln>
              <a:solidFill>
                <a:srgbClr val="111111"/>
              </a:solidFill>
              <a:effectLst/>
              <a:uLnTx/>
              <a:uFillTx/>
              <a:latin typeface="Arial" panose="020B0604020202020204" pitchFamily="34" charset="0"/>
              <a:cs typeface="Arial" panose="020B0604020202020204" pitchFamily="34" charset="0"/>
            </a:endParaRPr>
          </a:p>
        </p:txBody>
      </p:sp>
      <p:sp>
        <p:nvSpPr>
          <p:cNvPr id="11" name="Textplatzhalter 2">
            <a:extLst>
              <a:ext uri="{FF2B5EF4-FFF2-40B4-BE49-F238E27FC236}">
                <a16:creationId xmlns:a16="http://schemas.microsoft.com/office/drawing/2014/main" id="{783D3727-CB21-8B4C-A0D1-7BC238AF3F8C}"/>
              </a:ext>
            </a:extLst>
          </p:cNvPr>
          <p:cNvSpPr>
            <a:spLocks noGrp="1"/>
          </p:cNvSpPr>
          <p:nvPr>
            <p:ph type="body" sz="quarter" idx="19" hasCustomPrompt="1"/>
          </p:nvPr>
        </p:nvSpPr>
        <p:spPr>
          <a:xfrm>
            <a:off x="713497" y="1104680"/>
            <a:ext cx="9360000" cy="402291"/>
          </a:xfrm>
          <a:prstGeom prst="rect">
            <a:avLst/>
          </a:prstGeom>
        </p:spPr>
        <p:txBody>
          <a:bodyPr tIns="46800" rIns="90000" bIns="46800">
            <a:spAutoFit/>
          </a:bodyPr>
          <a:lstStyle>
            <a:lvl1pPr>
              <a:defRPr sz="2000"/>
            </a:lvl1pPr>
          </a:lstStyle>
          <a:p>
            <a:pPr lvl="0"/>
            <a:r>
              <a:rPr lang="en-US" noProof="0" dirty="0" err="1"/>
              <a:t>Subheadline</a:t>
            </a:r>
            <a:r>
              <a:rPr lang="en-US" noProof="0" dirty="0"/>
              <a:t> 20 Pt Arial</a:t>
            </a:r>
          </a:p>
        </p:txBody>
      </p:sp>
      <p:sp>
        <p:nvSpPr>
          <p:cNvPr id="18" name="Diagrammplatzhalter 2">
            <a:extLst>
              <a:ext uri="{FF2B5EF4-FFF2-40B4-BE49-F238E27FC236}">
                <a16:creationId xmlns:a16="http://schemas.microsoft.com/office/drawing/2014/main" id="{EB165B59-5F85-CA44-B034-0084F9CBE1DE}"/>
              </a:ext>
            </a:extLst>
          </p:cNvPr>
          <p:cNvSpPr>
            <a:spLocks noGrp="1"/>
          </p:cNvSpPr>
          <p:nvPr>
            <p:ph type="chart" sz="quarter" idx="15"/>
          </p:nvPr>
        </p:nvSpPr>
        <p:spPr>
          <a:xfrm>
            <a:off x="1776000" y="1908000"/>
            <a:ext cx="2592000" cy="2592000"/>
          </a:xfrm>
          <a:prstGeom prst="rect">
            <a:avLst/>
          </a:prstGeom>
        </p:spPr>
        <p:txBody>
          <a:bodyPr lIns="90000"/>
          <a:lstStyle>
            <a:lvl1pPr>
              <a:defRPr sz="1000" baseline="0"/>
            </a:lvl1pPr>
          </a:lstStyle>
          <a:p>
            <a:r>
              <a:rPr lang="en-US" noProof="0" dirty="0"/>
              <a:t>Diagram</a:t>
            </a:r>
          </a:p>
        </p:txBody>
      </p:sp>
      <p:sp>
        <p:nvSpPr>
          <p:cNvPr id="20" name="Diagrammplatzhalter 2">
            <a:extLst>
              <a:ext uri="{FF2B5EF4-FFF2-40B4-BE49-F238E27FC236}">
                <a16:creationId xmlns:a16="http://schemas.microsoft.com/office/drawing/2014/main" id="{142EB1DA-BC55-8043-97B5-0455CD09EED3}"/>
              </a:ext>
            </a:extLst>
          </p:cNvPr>
          <p:cNvSpPr>
            <a:spLocks noGrp="1"/>
          </p:cNvSpPr>
          <p:nvPr>
            <p:ph type="chart" sz="quarter" idx="16"/>
          </p:nvPr>
        </p:nvSpPr>
        <p:spPr>
          <a:xfrm>
            <a:off x="4800000" y="1908000"/>
            <a:ext cx="2592000" cy="2592000"/>
          </a:xfrm>
          <a:prstGeom prst="rect">
            <a:avLst/>
          </a:prstGeom>
        </p:spPr>
        <p:txBody>
          <a:bodyPr lIns="90000"/>
          <a:lstStyle>
            <a:lvl1pPr>
              <a:defRPr sz="1000" baseline="0"/>
            </a:lvl1pPr>
          </a:lstStyle>
          <a:p>
            <a:r>
              <a:rPr lang="en-US" noProof="0" dirty="0"/>
              <a:t>Diagram</a:t>
            </a:r>
          </a:p>
        </p:txBody>
      </p:sp>
      <p:sp>
        <p:nvSpPr>
          <p:cNvPr id="21" name="Diagrammplatzhalter 2">
            <a:extLst>
              <a:ext uri="{FF2B5EF4-FFF2-40B4-BE49-F238E27FC236}">
                <a16:creationId xmlns:a16="http://schemas.microsoft.com/office/drawing/2014/main" id="{304BDF07-196A-0042-942C-2652FB6E302F}"/>
              </a:ext>
            </a:extLst>
          </p:cNvPr>
          <p:cNvSpPr>
            <a:spLocks noGrp="1"/>
          </p:cNvSpPr>
          <p:nvPr>
            <p:ph type="chart" sz="quarter" idx="17"/>
          </p:nvPr>
        </p:nvSpPr>
        <p:spPr>
          <a:xfrm>
            <a:off x="7824000" y="1908000"/>
            <a:ext cx="2592000" cy="2592000"/>
          </a:xfrm>
          <a:prstGeom prst="rect">
            <a:avLst/>
          </a:prstGeom>
        </p:spPr>
        <p:txBody>
          <a:bodyPr lIns="90000"/>
          <a:lstStyle>
            <a:lvl1pPr>
              <a:defRPr sz="1000" baseline="0"/>
            </a:lvl1pPr>
          </a:lstStyle>
          <a:p>
            <a:r>
              <a:rPr lang="en-US" noProof="0" dirty="0"/>
              <a:t>Diagram</a:t>
            </a:r>
          </a:p>
        </p:txBody>
      </p:sp>
    </p:spTree>
    <p:extLst>
      <p:ext uri="{BB962C8B-B14F-4D97-AF65-F5344CB8AC3E}">
        <p14:creationId xmlns:p14="http://schemas.microsoft.com/office/powerpoint/2010/main" val="2996402203"/>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slide #14">
    <p:spTree>
      <p:nvGrpSpPr>
        <p:cNvPr id="1" name=""/>
        <p:cNvGrpSpPr/>
        <p:nvPr/>
      </p:nvGrpSpPr>
      <p:grpSpPr>
        <a:xfrm>
          <a:off x="0" y="0"/>
          <a:ext cx="0" cy="0"/>
          <a:chOff x="0" y="0"/>
          <a:chExt cx="0" cy="0"/>
        </a:xfrm>
      </p:grpSpPr>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One column text slide, 32 pt headline</a:t>
            </a:r>
          </a:p>
        </p:txBody>
      </p:sp>
      <p:sp>
        <p:nvSpPr>
          <p:cNvPr id="17" name="Textplatzhalter 4">
            <a:extLst>
              <a:ext uri="{FF2B5EF4-FFF2-40B4-BE49-F238E27FC236}">
                <a16:creationId xmlns:a16="http://schemas.microsoft.com/office/drawing/2014/main" id="{6A657EC6-27A0-D243-A4FB-4C1EF97CE219}"/>
              </a:ext>
            </a:extLst>
          </p:cNvPr>
          <p:cNvSpPr>
            <a:spLocks noGrp="1"/>
          </p:cNvSpPr>
          <p:nvPr>
            <p:ph type="body" sz="quarter" idx="14" hasCustomPrompt="1"/>
          </p:nvPr>
        </p:nvSpPr>
        <p:spPr>
          <a:xfrm>
            <a:off x="1958135" y="5508000"/>
            <a:ext cx="7200000" cy="585610"/>
          </a:xfrm>
          <a:prstGeom prst="rect">
            <a:avLst/>
          </a:prstGeom>
        </p:spPr>
        <p:txBody>
          <a:bodyPr lIns="90000">
            <a:spAutoFit/>
          </a:bodyPr>
          <a:lstStyle>
            <a:lvl1pPr>
              <a:spcAft>
                <a:spcPts val="0"/>
              </a:spcAft>
              <a:defRPr sz="1400">
                <a:solidFill>
                  <a:schemeClr val="tx1"/>
                </a:solidFill>
              </a:defRPr>
            </a:lvl1pPr>
          </a:lstStyle>
          <a:p>
            <a:pPr>
              <a:lnSpc>
                <a:spcPct val="120000"/>
              </a:lnSpc>
            </a:pPr>
            <a:r>
              <a:rPr lang="en-US" b="0" noProof="0" dirty="0">
                <a:solidFill>
                  <a:srgbClr val="111111"/>
                </a:solidFill>
                <a:latin typeface="Arial" panose="020B0604020202020204" pitchFamily="34" charset="0"/>
                <a:cs typeface="Arial" panose="020B0604020202020204" pitchFamily="34" charset="0"/>
              </a:rPr>
              <a:t>Abstract 14 Pt Lorem ipsum dolor sit </a:t>
            </a:r>
            <a:r>
              <a:rPr lang="en-US" b="0" noProof="0" dirty="0" err="1">
                <a:solidFill>
                  <a:srgbClr val="111111"/>
                </a:solidFill>
                <a:latin typeface="Arial" panose="020B0604020202020204" pitchFamily="34" charset="0"/>
                <a:cs typeface="Arial" panose="020B0604020202020204" pitchFamily="34" charset="0"/>
              </a:rPr>
              <a:t>amet</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consetetur</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sadipscing</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elitr</a:t>
            </a:r>
            <a:r>
              <a:rPr lang="en-US" b="0" noProof="0" dirty="0">
                <a:solidFill>
                  <a:srgbClr val="111111"/>
                </a:solidFill>
                <a:latin typeface="Arial" panose="020B0604020202020204" pitchFamily="34" charset="0"/>
                <a:cs typeface="Arial" panose="020B0604020202020204" pitchFamily="34" charset="0"/>
              </a:rPr>
              <a:t>, sed diam </a:t>
            </a:r>
            <a:r>
              <a:rPr lang="en-US" b="0" noProof="0" dirty="0" err="1">
                <a:solidFill>
                  <a:srgbClr val="111111"/>
                </a:solidFill>
                <a:latin typeface="Arial" panose="020B0604020202020204" pitchFamily="34" charset="0"/>
                <a:cs typeface="Arial" panose="020B0604020202020204" pitchFamily="34" charset="0"/>
              </a:rPr>
              <a:t>nonumy</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eirmod</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tempor</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invidunt</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ut</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labore</a:t>
            </a:r>
            <a:r>
              <a:rPr lang="en-US" b="0" noProof="0" dirty="0">
                <a:solidFill>
                  <a:srgbClr val="111111"/>
                </a:solidFill>
                <a:latin typeface="Arial" panose="020B0604020202020204" pitchFamily="34" charset="0"/>
                <a:cs typeface="Arial" panose="020B0604020202020204" pitchFamily="34" charset="0"/>
              </a:rPr>
              <a:t> et dolore magna </a:t>
            </a:r>
            <a:r>
              <a:rPr lang="en-US" b="0" noProof="0" dirty="0" err="1">
                <a:solidFill>
                  <a:srgbClr val="111111"/>
                </a:solidFill>
                <a:latin typeface="Arial" panose="020B0604020202020204" pitchFamily="34" charset="0"/>
                <a:cs typeface="Arial" panose="020B0604020202020204" pitchFamily="34" charset="0"/>
              </a:rPr>
              <a:t>aliquyam</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erat</a:t>
            </a:r>
            <a:r>
              <a:rPr lang="en-US" b="0" noProof="0" dirty="0">
                <a:solidFill>
                  <a:srgbClr val="111111"/>
                </a:solidFill>
                <a:latin typeface="Arial" panose="020B0604020202020204" pitchFamily="34" charset="0"/>
                <a:cs typeface="Arial" panose="020B0604020202020204" pitchFamily="34" charset="0"/>
              </a:rPr>
              <a:t>, sed diam </a:t>
            </a:r>
            <a:r>
              <a:rPr lang="en-US" b="0" noProof="0" dirty="0" err="1">
                <a:solidFill>
                  <a:srgbClr val="111111"/>
                </a:solidFill>
                <a:latin typeface="Arial" panose="020B0604020202020204" pitchFamily="34" charset="0"/>
                <a:cs typeface="Arial" panose="020B0604020202020204" pitchFamily="34" charset="0"/>
              </a:rPr>
              <a:t>voluptua</a:t>
            </a:r>
            <a:r>
              <a:rPr lang="en-US" b="0" noProof="0" dirty="0">
                <a:solidFill>
                  <a:srgbClr val="111111"/>
                </a:solidFill>
                <a:latin typeface="Arial" panose="020B0604020202020204" pitchFamily="34" charset="0"/>
                <a:cs typeface="Arial" panose="020B0604020202020204" pitchFamily="34" charset="0"/>
              </a:rPr>
              <a:t>.</a:t>
            </a:r>
          </a:p>
        </p:txBody>
      </p:sp>
      <p:sp>
        <p:nvSpPr>
          <p:cNvPr id="6" name="Diagrammplatzhalter 5">
            <a:extLst>
              <a:ext uri="{FF2B5EF4-FFF2-40B4-BE49-F238E27FC236}">
                <a16:creationId xmlns:a16="http://schemas.microsoft.com/office/drawing/2014/main" id="{540E5B59-E8F9-BA4F-88D6-96660139C9CF}"/>
              </a:ext>
            </a:extLst>
          </p:cNvPr>
          <p:cNvSpPr>
            <a:spLocks noGrp="1"/>
          </p:cNvSpPr>
          <p:nvPr>
            <p:ph type="chart" sz="quarter" idx="18"/>
          </p:nvPr>
        </p:nvSpPr>
        <p:spPr>
          <a:xfrm>
            <a:off x="1957388" y="1728000"/>
            <a:ext cx="8010000" cy="3240000"/>
          </a:xfrm>
          <a:prstGeom prst="rect">
            <a:avLst/>
          </a:prstGeom>
        </p:spPr>
        <p:txBody>
          <a:bodyPr/>
          <a:lstStyle/>
          <a:p>
            <a:r>
              <a:rPr lang="en-US" dirty="0"/>
              <a:t>Diagram</a:t>
            </a:r>
          </a:p>
        </p:txBody>
      </p:sp>
    </p:spTree>
    <p:extLst>
      <p:ext uri="{BB962C8B-B14F-4D97-AF65-F5344CB8AC3E}">
        <p14:creationId xmlns:p14="http://schemas.microsoft.com/office/powerpoint/2010/main" val="950262371"/>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slide #15">
    <p:spTree>
      <p:nvGrpSpPr>
        <p:cNvPr id="1" name=""/>
        <p:cNvGrpSpPr/>
        <p:nvPr/>
      </p:nvGrpSpPr>
      <p:grpSpPr>
        <a:xfrm>
          <a:off x="0" y="0"/>
          <a:ext cx="0" cy="0"/>
          <a:chOff x="0" y="0"/>
          <a:chExt cx="0" cy="0"/>
        </a:xfrm>
      </p:grpSpPr>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One column text slide, 32 pt headline</a:t>
            </a:r>
          </a:p>
        </p:txBody>
      </p:sp>
      <p:sp>
        <p:nvSpPr>
          <p:cNvPr id="17" name="Textplatzhalter 4">
            <a:extLst>
              <a:ext uri="{FF2B5EF4-FFF2-40B4-BE49-F238E27FC236}">
                <a16:creationId xmlns:a16="http://schemas.microsoft.com/office/drawing/2014/main" id="{6A657EC6-27A0-D243-A4FB-4C1EF97CE219}"/>
              </a:ext>
            </a:extLst>
          </p:cNvPr>
          <p:cNvSpPr>
            <a:spLocks noGrp="1"/>
          </p:cNvSpPr>
          <p:nvPr>
            <p:ph type="body" sz="quarter" idx="14" hasCustomPrompt="1"/>
          </p:nvPr>
        </p:nvSpPr>
        <p:spPr>
          <a:xfrm>
            <a:off x="1958135" y="5508000"/>
            <a:ext cx="7200000" cy="585610"/>
          </a:xfrm>
          <a:prstGeom prst="rect">
            <a:avLst/>
          </a:prstGeom>
        </p:spPr>
        <p:txBody>
          <a:bodyPr lIns="90000">
            <a:spAutoFit/>
          </a:bodyPr>
          <a:lstStyle>
            <a:lvl1pPr>
              <a:spcAft>
                <a:spcPts val="0"/>
              </a:spcAft>
              <a:defRPr sz="1400">
                <a:solidFill>
                  <a:schemeClr val="tx1"/>
                </a:solidFill>
              </a:defRPr>
            </a:lvl1pPr>
          </a:lstStyle>
          <a:p>
            <a:pPr>
              <a:lnSpc>
                <a:spcPct val="120000"/>
              </a:lnSpc>
            </a:pPr>
            <a:r>
              <a:rPr lang="en-US" b="0" noProof="0" dirty="0">
                <a:solidFill>
                  <a:srgbClr val="111111"/>
                </a:solidFill>
                <a:latin typeface="Arial" panose="020B0604020202020204" pitchFamily="34" charset="0"/>
                <a:cs typeface="Arial" panose="020B0604020202020204" pitchFamily="34" charset="0"/>
              </a:rPr>
              <a:t>Abstract 14 Pt Lorem ipsum dolor sit </a:t>
            </a:r>
            <a:r>
              <a:rPr lang="en-US" b="0" noProof="0" dirty="0" err="1">
                <a:solidFill>
                  <a:srgbClr val="111111"/>
                </a:solidFill>
                <a:latin typeface="Arial" panose="020B0604020202020204" pitchFamily="34" charset="0"/>
                <a:cs typeface="Arial" panose="020B0604020202020204" pitchFamily="34" charset="0"/>
              </a:rPr>
              <a:t>amet</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consetetur</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sadipscing</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elitr</a:t>
            </a:r>
            <a:r>
              <a:rPr lang="en-US" b="0" noProof="0" dirty="0">
                <a:solidFill>
                  <a:srgbClr val="111111"/>
                </a:solidFill>
                <a:latin typeface="Arial" panose="020B0604020202020204" pitchFamily="34" charset="0"/>
                <a:cs typeface="Arial" panose="020B0604020202020204" pitchFamily="34" charset="0"/>
              </a:rPr>
              <a:t>, sed diam </a:t>
            </a:r>
            <a:r>
              <a:rPr lang="en-US" b="0" noProof="0" dirty="0" err="1">
                <a:solidFill>
                  <a:srgbClr val="111111"/>
                </a:solidFill>
                <a:latin typeface="Arial" panose="020B0604020202020204" pitchFamily="34" charset="0"/>
                <a:cs typeface="Arial" panose="020B0604020202020204" pitchFamily="34" charset="0"/>
              </a:rPr>
              <a:t>nonumy</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eirmod</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tempor</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invidunt</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ut</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labore</a:t>
            </a:r>
            <a:r>
              <a:rPr lang="en-US" b="0" noProof="0" dirty="0">
                <a:solidFill>
                  <a:srgbClr val="111111"/>
                </a:solidFill>
                <a:latin typeface="Arial" panose="020B0604020202020204" pitchFamily="34" charset="0"/>
                <a:cs typeface="Arial" panose="020B0604020202020204" pitchFamily="34" charset="0"/>
              </a:rPr>
              <a:t> et dolore magna </a:t>
            </a:r>
            <a:r>
              <a:rPr lang="en-US" b="0" noProof="0" dirty="0" err="1">
                <a:solidFill>
                  <a:srgbClr val="111111"/>
                </a:solidFill>
                <a:latin typeface="Arial" panose="020B0604020202020204" pitchFamily="34" charset="0"/>
                <a:cs typeface="Arial" panose="020B0604020202020204" pitchFamily="34" charset="0"/>
              </a:rPr>
              <a:t>aliquyam</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erat</a:t>
            </a:r>
            <a:r>
              <a:rPr lang="en-US" b="0" noProof="0" dirty="0">
                <a:solidFill>
                  <a:srgbClr val="111111"/>
                </a:solidFill>
                <a:latin typeface="Arial" panose="020B0604020202020204" pitchFamily="34" charset="0"/>
                <a:cs typeface="Arial" panose="020B0604020202020204" pitchFamily="34" charset="0"/>
              </a:rPr>
              <a:t>, sed diam </a:t>
            </a:r>
            <a:r>
              <a:rPr lang="en-US" b="0" noProof="0" dirty="0" err="1">
                <a:solidFill>
                  <a:srgbClr val="111111"/>
                </a:solidFill>
                <a:latin typeface="Arial" panose="020B0604020202020204" pitchFamily="34" charset="0"/>
                <a:cs typeface="Arial" panose="020B0604020202020204" pitchFamily="34" charset="0"/>
              </a:rPr>
              <a:t>voluptua</a:t>
            </a:r>
            <a:r>
              <a:rPr lang="en-US" b="0" noProof="0" dirty="0">
                <a:solidFill>
                  <a:srgbClr val="111111"/>
                </a:solidFill>
                <a:latin typeface="Arial" panose="020B0604020202020204" pitchFamily="34" charset="0"/>
                <a:cs typeface="Arial" panose="020B0604020202020204" pitchFamily="34" charset="0"/>
              </a:rPr>
              <a:t>.</a:t>
            </a:r>
          </a:p>
        </p:txBody>
      </p:sp>
      <p:sp>
        <p:nvSpPr>
          <p:cNvPr id="6" name="Diagrammplatzhalter 5">
            <a:extLst>
              <a:ext uri="{FF2B5EF4-FFF2-40B4-BE49-F238E27FC236}">
                <a16:creationId xmlns:a16="http://schemas.microsoft.com/office/drawing/2014/main" id="{540E5B59-E8F9-BA4F-88D6-96660139C9CF}"/>
              </a:ext>
            </a:extLst>
          </p:cNvPr>
          <p:cNvSpPr>
            <a:spLocks noGrp="1"/>
          </p:cNvSpPr>
          <p:nvPr>
            <p:ph type="chart" sz="quarter" idx="18"/>
          </p:nvPr>
        </p:nvSpPr>
        <p:spPr>
          <a:xfrm>
            <a:off x="1957388" y="1728000"/>
            <a:ext cx="8010000" cy="3240000"/>
          </a:xfrm>
          <a:prstGeom prst="rect">
            <a:avLst/>
          </a:prstGeom>
        </p:spPr>
        <p:txBody>
          <a:bodyPr/>
          <a:lstStyle>
            <a:lvl1pPr marL="0" marR="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a:lvl1pPr>
          </a:lstStyle>
          <a:p>
            <a:pPr marL="0" marR="0" lvl="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a:pPr>
            <a:r>
              <a:rPr lang="en-US" dirty="0"/>
              <a:t>Diagram</a:t>
            </a:r>
          </a:p>
        </p:txBody>
      </p:sp>
      <p:sp>
        <p:nvSpPr>
          <p:cNvPr id="8" name="Textplatzhalter 2">
            <a:extLst>
              <a:ext uri="{FF2B5EF4-FFF2-40B4-BE49-F238E27FC236}">
                <a16:creationId xmlns:a16="http://schemas.microsoft.com/office/drawing/2014/main" id="{9114A13B-2BA1-274A-AF18-DF4AA7FDDB78}"/>
              </a:ext>
            </a:extLst>
          </p:cNvPr>
          <p:cNvSpPr>
            <a:spLocks noGrp="1"/>
          </p:cNvSpPr>
          <p:nvPr>
            <p:ph type="body" sz="quarter" idx="19" hasCustomPrompt="1"/>
          </p:nvPr>
        </p:nvSpPr>
        <p:spPr>
          <a:xfrm>
            <a:off x="713497" y="1104680"/>
            <a:ext cx="9360000" cy="402291"/>
          </a:xfrm>
          <a:prstGeom prst="rect">
            <a:avLst/>
          </a:prstGeom>
        </p:spPr>
        <p:txBody>
          <a:bodyPr tIns="46800" rIns="90000" bIns="46800">
            <a:spAutoFit/>
          </a:bodyPr>
          <a:lstStyle>
            <a:lvl1pPr>
              <a:defRPr sz="2000"/>
            </a:lvl1pPr>
          </a:lstStyle>
          <a:p>
            <a:pPr lvl="0"/>
            <a:r>
              <a:rPr lang="en-US" noProof="0" dirty="0" err="1"/>
              <a:t>Subheadline</a:t>
            </a:r>
            <a:r>
              <a:rPr lang="en-US" noProof="0" dirty="0"/>
              <a:t> 20 Pt Arial</a:t>
            </a:r>
          </a:p>
        </p:txBody>
      </p:sp>
    </p:spTree>
    <p:extLst>
      <p:ext uri="{BB962C8B-B14F-4D97-AF65-F5344CB8AC3E}">
        <p14:creationId xmlns:p14="http://schemas.microsoft.com/office/powerpoint/2010/main" val="3769892152"/>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slide #16">
    <p:spTree>
      <p:nvGrpSpPr>
        <p:cNvPr id="1" name=""/>
        <p:cNvGrpSpPr/>
        <p:nvPr/>
      </p:nvGrpSpPr>
      <p:grpSpPr>
        <a:xfrm>
          <a:off x="0" y="0"/>
          <a:ext cx="0" cy="0"/>
          <a:chOff x="0" y="0"/>
          <a:chExt cx="0" cy="0"/>
        </a:xfrm>
      </p:grpSpPr>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One column text slide, 32 pt headline</a:t>
            </a:r>
          </a:p>
        </p:txBody>
      </p:sp>
      <p:sp>
        <p:nvSpPr>
          <p:cNvPr id="17" name="Textplatzhalter 4">
            <a:extLst>
              <a:ext uri="{FF2B5EF4-FFF2-40B4-BE49-F238E27FC236}">
                <a16:creationId xmlns:a16="http://schemas.microsoft.com/office/drawing/2014/main" id="{6A657EC6-27A0-D243-A4FB-4C1EF97CE219}"/>
              </a:ext>
            </a:extLst>
          </p:cNvPr>
          <p:cNvSpPr>
            <a:spLocks noGrp="1"/>
          </p:cNvSpPr>
          <p:nvPr>
            <p:ph type="body" sz="quarter" idx="14" hasCustomPrompt="1"/>
          </p:nvPr>
        </p:nvSpPr>
        <p:spPr>
          <a:xfrm>
            <a:off x="1958135" y="5508000"/>
            <a:ext cx="7200000" cy="585610"/>
          </a:xfrm>
          <a:prstGeom prst="rect">
            <a:avLst/>
          </a:prstGeom>
        </p:spPr>
        <p:txBody>
          <a:bodyPr lIns="90000">
            <a:spAutoFit/>
          </a:bodyPr>
          <a:lstStyle>
            <a:lvl1pPr>
              <a:spcAft>
                <a:spcPts val="0"/>
              </a:spcAft>
              <a:defRPr sz="1400">
                <a:solidFill>
                  <a:schemeClr val="tx1"/>
                </a:solidFill>
              </a:defRPr>
            </a:lvl1pPr>
          </a:lstStyle>
          <a:p>
            <a:pPr>
              <a:lnSpc>
                <a:spcPct val="120000"/>
              </a:lnSpc>
            </a:pPr>
            <a:r>
              <a:rPr lang="en-US" b="0" noProof="0">
                <a:solidFill>
                  <a:srgbClr val="111111"/>
                </a:solidFill>
                <a:latin typeface="Arial" panose="020B0604020202020204" pitchFamily="34" charset="0"/>
                <a:cs typeface="Arial" panose="020B0604020202020204" pitchFamily="34" charset="0"/>
              </a:rPr>
              <a:t>Abstract 14 Pt Lorem ipsum dolor sit amet, consetetur sadipscing elitr, sed diam nonumy eirmod tempor invidunt ut labore et dolore magna aliquyam erat, sed diam voluptua.</a:t>
            </a:r>
          </a:p>
        </p:txBody>
      </p:sp>
      <p:sp>
        <p:nvSpPr>
          <p:cNvPr id="10" name="Textplatzhalter 2">
            <a:extLst>
              <a:ext uri="{FF2B5EF4-FFF2-40B4-BE49-F238E27FC236}">
                <a16:creationId xmlns:a16="http://schemas.microsoft.com/office/drawing/2014/main" id="{45107FF4-EA8E-2045-9EF5-861096AA0DCA}"/>
              </a:ext>
            </a:extLst>
          </p:cNvPr>
          <p:cNvSpPr>
            <a:spLocks noGrp="1"/>
          </p:cNvSpPr>
          <p:nvPr>
            <p:ph type="body" sz="quarter" idx="15" hasCustomPrompt="1"/>
          </p:nvPr>
        </p:nvSpPr>
        <p:spPr>
          <a:xfrm>
            <a:off x="713497" y="1104680"/>
            <a:ext cx="9360000" cy="402291"/>
          </a:xfrm>
          <a:prstGeom prst="rect">
            <a:avLst/>
          </a:prstGeom>
        </p:spPr>
        <p:txBody>
          <a:bodyPr tIns="46800" rIns="90000" bIns="46800">
            <a:spAutoFit/>
          </a:bodyPr>
          <a:lstStyle>
            <a:lvl1pPr>
              <a:defRPr sz="2000"/>
            </a:lvl1pPr>
          </a:lstStyle>
          <a:p>
            <a:pPr lvl="0"/>
            <a:r>
              <a:rPr lang="en-US" noProof="0" dirty="0" err="1"/>
              <a:t>Subheadline</a:t>
            </a:r>
            <a:r>
              <a:rPr lang="en-US" noProof="0" dirty="0"/>
              <a:t> 20 Pt Arial</a:t>
            </a:r>
          </a:p>
        </p:txBody>
      </p:sp>
      <p:sp>
        <p:nvSpPr>
          <p:cNvPr id="11" name="Bildplatzhalter 19">
            <a:extLst>
              <a:ext uri="{FF2B5EF4-FFF2-40B4-BE49-F238E27FC236}">
                <a16:creationId xmlns:a16="http://schemas.microsoft.com/office/drawing/2014/main" id="{DC8F5FD1-6DB8-B04E-9325-5F966E905033}"/>
              </a:ext>
            </a:extLst>
          </p:cNvPr>
          <p:cNvSpPr>
            <a:spLocks noGrp="1"/>
          </p:cNvSpPr>
          <p:nvPr>
            <p:ph type="pic" sz="quarter" idx="16" hasCustomPrompt="1"/>
          </p:nvPr>
        </p:nvSpPr>
        <p:spPr>
          <a:xfrm>
            <a:off x="1767600" y="1903006"/>
            <a:ext cx="8653670" cy="3204204"/>
          </a:xfrm>
          <a:prstGeom prst="rect">
            <a:avLst/>
          </a:prstGeom>
          <a:pattFill prst="wdDnDiag">
            <a:fgClr>
              <a:schemeClr val="bg1">
                <a:lumMod val="85000"/>
              </a:schemeClr>
            </a:fgClr>
            <a:bgClr>
              <a:schemeClr val="bg1"/>
            </a:bgClr>
          </a:pattFill>
        </p:spPr>
        <p:txBody>
          <a:bodyPr lIns="90000"/>
          <a:lstStyle>
            <a:lvl1pPr>
              <a:defRPr b="0"/>
            </a:lvl1pPr>
          </a:lstStyle>
          <a:p>
            <a:r>
              <a:rPr lang="en-US" noProof="0" dirty="0"/>
              <a:t>Placeholder</a:t>
            </a:r>
          </a:p>
        </p:txBody>
      </p:sp>
    </p:spTree>
    <p:extLst>
      <p:ext uri="{BB962C8B-B14F-4D97-AF65-F5344CB8AC3E}">
        <p14:creationId xmlns:p14="http://schemas.microsoft.com/office/powerpoint/2010/main" val="1991378767"/>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slide #17">
    <p:spTree>
      <p:nvGrpSpPr>
        <p:cNvPr id="1" name=""/>
        <p:cNvGrpSpPr/>
        <p:nvPr/>
      </p:nvGrpSpPr>
      <p:grpSpPr>
        <a:xfrm>
          <a:off x="0" y="0"/>
          <a:ext cx="0" cy="0"/>
          <a:chOff x="0" y="0"/>
          <a:chExt cx="0" cy="0"/>
        </a:xfrm>
      </p:grpSpPr>
      <p:sp>
        <p:nvSpPr>
          <p:cNvPr id="30" name="Bildplatzhalter 19">
            <a:extLst>
              <a:ext uri="{FF2B5EF4-FFF2-40B4-BE49-F238E27FC236}">
                <a16:creationId xmlns:a16="http://schemas.microsoft.com/office/drawing/2014/main" id="{137FFCE8-E361-9A4D-9166-782A7ADDDBAF}"/>
              </a:ext>
            </a:extLst>
          </p:cNvPr>
          <p:cNvSpPr>
            <a:spLocks noGrp="1" noChangeAspect="1"/>
          </p:cNvSpPr>
          <p:nvPr>
            <p:ph type="pic" sz="quarter" idx="20" hasCustomPrompt="1"/>
          </p:nvPr>
        </p:nvSpPr>
        <p:spPr>
          <a:xfrm>
            <a:off x="8357584" y="2199854"/>
            <a:ext cx="2458800" cy="2458294"/>
          </a:xfrm>
          <a:prstGeom prst="rect">
            <a:avLst/>
          </a:prstGeom>
          <a:pattFill prst="wdDnDiag">
            <a:fgClr>
              <a:schemeClr val="bg1">
                <a:lumMod val="85000"/>
              </a:schemeClr>
            </a:fgClr>
            <a:bgClr>
              <a:schemeClr val="bg1"/>
            </a:bgClr>
          </a:pattFill>
        </p:spPr>
        <p:txBody>
          <a:bodyPr/>
          <a:lstStyle>
            <a:lvl1pPr marL="0" marR="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sz="1100" b="0" baseline="0"/>
            </a:lvl1pPr>
          </a:lstStyle>
          <a:p>
            <a:pPr marL="0" marR="0" lvl="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a:pPr>
            <a:r>
              <a:rPr lang="en-US" noProof="0" dirty="0"/>
              <a:t>Placeholder</a:t>
            </a:r>
          </a:p>
        </p:txBody>
      </p:sp>
      <p:sp>
        <p:nvSpPr>
          <p:cNvPr id="28" name="Bildplatzhalter 19">
            <a:extLst>
              <a:ext uri="{FF2B5EF4-FFF2-40B4-BE49-F238E27FC236}">
                <a16:creationId xmlns:a16="http://schemas.microsoft.com/office/drawing/2014/main" id="{36054059-6278-AF48-AC09-BA2E3EEE6BCB}"/>
              </a:ext>
            </a:extLst>
          </p:cNvPr>
          <p:cNvSpPr>
            <a:spLocks noGrp="1" noChangeAspect="1"/>
          </p:cNvSpPr>
          <p:nvPr>
            <p:ph type="pic" sz="quarter" idx="14" hasCustomPrompt="1"/>
          </p:nvPr>
        </p:nvSpPr>
        <p:spPr>
          <a:xfrm>
            <a:off x="1138410" y="2199854"/>
            <a:ext cx="2458800" cy="2458294"/>
          </a:xfrm>
          <a:prstGeom prst="rect">
            <a:avLst/>
          </a:prstGeom>
          <a:pattFill prst="wdDnDiag">
            <a:fgClr>
              <a:schemeClr val="bg1">
                <a:lumMod val="85000"/>
              </a:schemeClr>
            </a:fgClr>
            <a:bgClr>
              <a:schemeClr val="bg1"/>
            </a:bgClr>
          </a:pattFill>
        </p:spPr>
        <p:txBody>
          <a:bodyPr/>
          <a:lstStyle>
            <a:lvl1pPr>
              <a:defRPr sz="1100" b="0" baseline="0"/>
            </a:lvl1pPr>
          </a:lstStyle>
          <a:p>
            <a:r>
              <a:rPr lang="en-US" noProof="0" dirty="0"/>
              <a:t>Placeholder</a:t>
            </a:r>
          </a:p>
        </p:txBody>
      </p:sp>
      <p:sp>
        <p:nvSpPr>
          <p:cNvPr id="29" name="Bildplatzhalter 19">
            <a:extLst>
              <a:ext uri="{FF2B5EF4-FFF2-40B4-BE49-F238E27FC236}">
                <a16:creationId xmlns:a16="http://schemas.microsoft.com/office/drawing/2014/main" id="{6AAF557B-74EE-C64E-A38B-2FF5671BEFE6}"/>
              </a:ext>
            </a:extLst>
          </p:cNvPr>
          <p:cNvSpPr>
            <a:spLocks noGrp="1" noChangeAspect="1"/>
          </p:cNvSpPr>
          <p:nvPr>
            <p:ph type="pic" sz="quarter" idx="19" hasCustomPrompt="1"/>
          </p:nvPr>
        </p:nvSpPr>
        <p:spPr>
          <a:xfrm>
            <a:off x="4766704" y="2199854"/>
            <a:ext cx="2458800" cy="2458294"/>
          </a:xfrm>
          <a:prstGeom prst="rect">
            <a:avLst/>
          </a:prstGeom>
          <a:pattFill prst="wdDnDiag">
            <a:fgClr>
              <a:schemeClr val="bg1">
                <a:lumMod val="85000"/>
              </a:schemeClr>
            </a:fgClr>
            <a:bgClr>
              <a:schemeClr val="bg1"/>
            </a:bgClr>
          </a:pattFill>
        </p:spPr>
        <p:txBody>
          <a:bodyPr/>
          <a:lstStyle>
            <a:lvl1pPr>
              <a:defRPr sz="1100" b="0" baseline="0"/>
            </a:lvl1pPr>
          </a:lstStyle>
          <a:p>
            <a:r>
              <a:rPr lang="en-US" noProof="0" dirty="0"/>
              <a:t>Placeholder</a:t>
            </a:r>
          </a:p>
        </p:txBody>
      </p:sp>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One column text slide, 32 pt headline</a:t>
            </a:r>
          </a:p>
        </p:txBody>
      </p:sp>
      <p:sp>
        <p:nvSpPr>
          <p:cNvPr id="10" name="Foliennummernplatzhalter 6">
            <a:extLst>
              <a:ext uri="{FF2B5EF4-FFF2-40B4-BE49-F238E27FC236}">
                <a16:creationId xmlns:a16="http://schemas.microsoft.com/office/drawing/2014/main" id="{10DEBCF6-3C7F-634F-94BE-0C918B03490A}"/>
              </a:ext>
            </a:extLst>
          </p:cNvPr>
          <p:cNvSpPr txBox="1">
            <a:spLocks/>
          </p:cNvSpPr>
          <p:nvPr userDrawn="1"/>
        </p:nvSpPr>
        <p:spPr>
          <a:xfrm>
            <a:off x="832028" y="6334321"/>
            <a:ext cx="180000" cy="136383"/>
          </a:xfrm>
          <a:prstGeom prst="rect">
            <a:avLst/>
          </a:prstGeom>
        </p:spPr>
        <p:txBody>
          <a:bodyPr vert="horz" lIns="0" tIns="0" rIns="0" bIns="0" rtlCol="0" anchor="ctr" anchorCtr="0"/>
          <a:lstStyle>
            <a:defPPr>
              <a:defRPr lang="en-US"/>
            </a:defPPr>
            <a:lvl1pPr marL="0" algn="l" defTabSz="457200" rtl="0" eaLnBrk="1" latinLnBrk="0" hangingPunct="1">
              <a:defRPr lang="en-US" sz="600" b="1" kern="1200" smtClean="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800" b="0" noProof="0">
              <a:solidFill>
                <a:srgbClr val="111111"/>
              </a:solidFill>
              <a:latin typeface="Arial" panose="020B0604020202020204" pitchFamily="34" charset="0"/>
              <a:cs typeface="Arial" panose="020B0604020202020204" pitchFamily="34" charset="0"/>
            </a:endParaRPr>
          </a:p>
        </p:txBody>
      </p:sp>
      <p:pic>
        <p:nvPicPr>
          <p:cNvPr id="24" name="Grafik 23">
            <a:extLst>
              <a:ext uri="{FF2B5EF4-FFF2-40B4-BE49-F238E27FC236}">
                <a16:creationId xmlns:a16="http://schemas.microsoft.com/office/drawing/2014/main" id="{40C45258-AAD8-E741-9364-58A0E39EFBC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3" name="Textplatzhalter 2">
            <a:extLst>
              <a:ext uri="{FF2B5EF4-FFF2-40B4-BE49-F238E27FC236}">
                <a16:creationId xmlns:a16="http://schemas.microsoft.com/office/drawing/2014/main" id="{F6D46AF4-F087-2342-BA13-88747353557A}"/>
              </a:ext>
            </a:extLst>
          </p:cNvPr>
          <p:cNvSpPr>
            <a:spLocks noGrp="1"/>
          </p:cNvSpPr>
          <p:nvPr>
            <p:ph type="body" sz="quarter" idx="21" hasCustomPrompt="1"/>
          </p:nvPr>
        </p:nvSpPr>
        <p:spPr>
          <a:xfrm>
            <a:off x="1287557" y="5040000"/>
            <a:ext cx="2160000" cy="284162"/>
          </a:xfrm>
          <a:prstGeom prst="rect">
            <a:avLst/>
          </a:prstGeom>
        </p:spPr>
        <p:txBody>
          <a:bodyPr wrap="square">
            <a:spAutoFit/>
          </a:bodyPr>
          <a:lstStyle>
            <a:lvl1pPr algn="ctr">
              <a:spcAft>
                <a:spcPts val="0"/>
              </a:spcAft>
              <a:defRPr sz="1200"/>
            </a:lvl1pPr>
          </a:lstStyle>
          <a:p>
            <a:pPr lvl="0"/>
            <a:r>
              <a:rPr lang="en-US" dirty="0"/>
              <a:t>Topic/illustration title</a:t>
            </a:r>
          </a:p>
        </p:txBody>
      </p:sp>
      <p:sp>
        <p:nvSpPr>
          <p:cNvPr id="14" name="Textplatzhalter 2">
            <a:extLst>
              <a:ext uri="{FF2B5EF4-FFF2-40B4-BE49-F238E27FC236}">
                <a16:creationId xmlns:a16="http://schemas.microsoft.com/office/drawing/2014/main" id="{C48CF33F-D9DD-B344-BFD7-F3B15645BBD1}"/>
              </a:ext>
            </a:extLst>
          </p:cNvPr>
          <p:cNvSpPr>
            <a:spLocks noGrp="1"/>
          </p:cNvSpPr>
          <p:nvPr>
            <p:ph type="body" sz="quarter" idx="22" hasCustomPrompt="1"/>
          </p:nvPr>
        </p:nvSpPr>
        <p:spPr>
          <a:xfrm>
            <a:off x="4917600" y="5040000"/>
            <a:ext cx="2160000" cy="284162"/>
          </a:xfrm>
          <a:prstGeom prst="rect">
            <a:avLst/>
          </a:prstGeom>
        </p:spPr>
        <p:txBody>
          <a:bodyPr wrap="square">
            <a:spAutoFit/>
          </a:bodyPr>
          <a:lstStyle>
            <a:lvl1pPr algn="ctr">
              <a:spcAft>
                <a:spcPts val="0"/>
              </a:spcAft>
              <a:defRPr sz="1200"/>
            </a:lvl1pPr>
          </a:lstStyle>
          <a:p>
            <a:pPr lvl="0"/>
            <a:r>
              <a:rPr lang="en-US" dirty="0"/>
              <a:t>Topic/illustration title</a:t>
            </a:r>
          </a:p>
        </p:txBody>
      </p:sp>
      <p:sp>
        <p:nvSpPr>
          <p:cNvPr id="15" name="Textplatzhalter 2">
            <a:extLst>
              <a:ext uri="{FF2B5EF4-FFF2-40B4-BE49-F238E27FC236}">
                <a16:creationId xmlns:a16="http://schemas.microsoft.com/office/drawing/2014/main" id="{FE0DB153-91A8-F04A-9F88-5BE8111FC802}"/>
              </a:ext>
            </a:extLst>
          </p:cNvPr>
          <p:cNvSpPr>
            <a:spLocks noGrp="1"/>
          </p:cNvSpPr>
          <p:nvPr>
            <p:ph type="body" sz="quarter" idx="23" hasCustomPrompt="1"/>
          </p:nvPr>
        </p:nvSpPr>
        <p:spPr>
          <a:xfrm>
            <a:off x="8506800" y="5040000"/>
            <a:ext cx="2160000" cy="284162"/>
          </a:xfrm>
          <a:prstGeom prst="rect">
            <a:avLst/>
          </a:prstGeom>
        </p:spPr>
        <p:txBody>
          <a:bodyPr wrap="square">
            <a:spAutoFit/>
          </a:bodyPr>
          <a:lstStyle>
            <a:lvl1pPr algn="ctr">
              <a:spcAft>
                <a:spcPts val="0"/>
              </a:spcAft>
              <a:defRPr sz="1200"/>
            </a:lvl1pPr>
          </a:lstStyle>
          <a:p>
            <a:pPr lvl="0"/>
            <a:r>
              <a:rPr lang="en-US" dirty="0"/>
              <a:t>Topic/illustration title</a:t>
            </a:r>
          </a:p>
        </p:txBody>
      </p:sp>
    </p:spTree>
    <p:extLst>
      <p:ext uri="{BB962C8B-B14F-4D97-AF65-F5344CB8AC3E}">
        <p14:creationId xmlns:p14="http://schemas.microsoft.com/office/powerpoint/2010/main" val="41320316"/>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slide #18">
    <p:spTree>
      <p:nvGrpSpPr>
        <p:cNvPr id="1" name=""/>
        <p:cNvGrpSpPr/>
        <p:nvPr/>
      </p:nvGrpSpPr>
      <p:grpSpPr>
        <a:xfrm>
          <a:off x="0" y="0"/>
          <a:ext cx="0" cy="0"/>
          <a:chOff x="0" y="0"/>
          <a:chExt cx="0" cy="0"/>
        </a:xfrm>
      </p:grpSpPr>
      <p:sp>
        <p:nvSpPr>
          <p:cNvPr id="30" name="Bildplatzhalter 19">
            <a:extLst>
              <a:ext uri="{FF2B5EF4-FFF2-40B4-BE49-F238E27FC236}">
                <a16:creationId xmlns:a16="http://schemas.microsoft.com/office/drawing/2014/main" id="{137FFCE8-E361-9A4D-9166-782A7ADDDBAF}"/>
              </a:ext>
            </a:extLst>
          </p:cNvPr>
          <p:cNvSpPr>
            <a:spLocks noGrp="1" noChangeAspect="1"/>
          </p:cNvSpPr>
          <p:nvPr>
            <p:ph type="pic" sz="quarter" idx="20" hasCustomPrompt="1"/>
          </p:nvPr>
        </p:nvSpPr>
        <p:spPr>
          <a:xfrm>
            <a:off x="8357584" y="2199854"/>
            <a:ext cx="2458800" cy="2458294"/>
          </a:xfrm>
          <a:prstGeom prst="rect">
            <a:avLst/>
          </a:prstGeom>
          <a:pattFill prst="wdDnDiag">
            <a:fgClr>
              <a:schemeClr val="bg1">
                <a:lumMod val="85000"/>
              </a:schemeClr>
            </a:fgClr>
            <a:bgClr>
              <a:schemeClr val="bg1"/>
            </a:bgClr>
          </a:pattFill>
        </p:spPr>
        <p:txBody>
          <a:bodyPr/>
          <a:lstStyle>
            <a:lvl1pPr marL="0" marR="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sz="1100" b="0" baseline="0"/>
            </a:lvl1pPr>
          </a:lstStyle>
          <a:p>
            <a:pPr marL="0" marR="0" lvl="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a:pPr>
            <a:r>
              <a:rPr lang="en-US" noProof="0" dirty="0"/>
              <a:t>Placeholder</a:t>
            </a:r>
          </a:p>
        </p:txBody>
      </p:sp>
      <p:sp>
        <p:nvSpPr>
          <p:cNvPr id="28" name="Bildplatzhalter 19">
            <a:extLst>
              <a:ext uri="{FF2B5EF4-FFF2-40B4-BE49-F238E27FC236}">
                <a16:creationId xmlns:a16="http://schemas.microsoft.com/office/drawing/2014/main" id="{36054059-6278-AF48-AC09-BA2E3EEE6BCB}"/>
              </a:ext>
            </a:extLst>
          </p:cNvPr>
          <p:cNvSpPr>
            <a:spLocks noGrp="1" noChangeAspect="1"/>
          </p:cNvSpPr>
          <p:nvPr>
            <p:ph type="pic" sz="quarter" idx="14" hasCustomPrompt="1"/>
          </p:nvPr>
        </p:nvSpPr>
        <p:spPr>
          <a:xfrm>
            <a:off x="1138410" y="2199854"/>
            <a:ext cx="2458800" cy="2458294"/>
          </a:xfrm>
          <a:prstGeom prst="rect">
            <a:avLst/>
          </a:prstGeom>
          <a:pattFill prst="wdDnDiag">
            <a:fgClr>
              <a:schemeClr val="bg1">
                <a:lumMod val="85000"/>
              </a:schemeClr>
            </a:fgClr>
            <a:bgClr>
              <a:schemeClr val="bg1"/>
            </a:bgClr>
          </a:pattFill>
        </p:spPr>
        <p:txBody>
          <a:bodyPr/>
          <a:lstStyle>
            <a:lvl1pPr>
              <a:defRPr sz="1100" b="0" baseline="0"/>
            </a:lvl1pPr>
          </a:lstStyle>
          <a:p>
            <a:r>
              <a:rPr lang="en-US" noProof="0" dirty="0"/>
              <a:t>Placeholder</a:t>
            </a:r>
          </a:p>
        </p:txBody>
      </p:sp>
      <p:sp>
        <p:nvSpPr>
          <p:cNvPr id="29" name="Bildplatzhalter 19">
            <a:extLst>
              <a:ext uri="{FF2B5EF4-FFF2-40B4-BE49-F238E27FC236}">
                <a16:creationId xmlns:a16="http://schemas.microsoft.com/office/drawing/2014/main" id="{6AAF557B-74EE-C64E-A38B-2FF5671BEFE6}"/>
              </a:ext>
            </a:extLst>
          </p:cNvPr>
          <p:cNvSpPr>
            <a:spLocks noGrp="1" noChangeAspect="1"/>
          </p:cNvSpPr>
          <p:nvPr>
            <p:ph type="pic" sz="quarter" idx="19" hasCustomPrompt="1"/>
          </p:nvPr>
        </p:nvSpPr>
        <p:spPr>
          <a:xfrm>
            <a:off x="4766704" y="2199854"/>
            <a:ext cx="2458800" cy="2458294"/>
          </a:xfrm>
          <a:prstGeom prst="rect">
            <a:avLst/>
          </a:prstGeom>
          <a:pattFill prst="wdDnDiag">
            <a:fgClr>
              <a:schemeClr val="bg1">
                <a:lumMod val="85000"/>
              </a:schemeClr>
            </a:fgClr>
            <a:bgClr>
              <a:schemeClr val="bg1"/>
            </a:bgClr>
          </a:pattFill>
        </p:spPr>
        <p:txBody>
          <a:bodyPr/>
          <a:lstStyle>
            <a:lvl1pPr>
              <a:defRPr sz="1100" b="0" baseline="0"/>
            </a:lvl1pPr>
          </a:lstStyle>
          <a:p>
            <a:r>
              <a:rPr lang="en-US" noProof="0" dirty="0"/>
              <a:t>Placeholder</a:t>
            </a:r>
          </a:p>
        </p:txBody>
      </p:sp>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One column text slide, 32 pt headline</a:t>
            </a:r>
          </a:p>
        </p:txBody>
      </p:sp>
      <p:sp>
        <p:nvSpPr>
          <p:cNvPr id="10" name="Foliennummernplatzhalter 6">
            <a:extLst>
              <a:ext uri="{FF2B5EF4-FFF2-40B4-BE49-F238E27FC236}">
                <a16:creationId xmlns:a16="http://schemas.microsoft.com/office/drawing/2014/main" id="{10DEBCF6-3C7F-634F-94BE-0C918B03490A}"/>
              </a:ext>
            </a:extLst>
          </p:cNvPr>
          <p:cNvSpPr txBox="1">
            <a:spLocks/>
          </p:cNvSpPr>
          <p:nvPr userDrawn="1"/>
        </p:nvSpPr>
        <p:spPr>
          <a:xfrm>
            <a:off x="832028" y="6334321"/>
            <a:ext cx="180000" cy="136383"/>
          </a:xfrm>
          <a:prstGeom prst="rect">
            <a:avLst/>
          </a:prstGeom>
        </p:spPr>
        <p:txBody>
          <a:bodyPr vert="horz" lIns="0" tIns="0" rIns="0" bIns="0" rtlCol="0" anchor="ctr" anchorCtr="0"/>
          <a:lstStyle>
            <a:defPPr>
              <a:defRPr lang="en-US"/>
            </a:defPPr>
            <a:lvl1pPr marL="0" algn="l" defTabSz="457200" rtl="0" eaLnBrk="1" latinLnBrk="0" hangingPunct="1">
              <a:defRPr lang="en-US" sz="600" b="1" kern="1200" smtClean="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800" b="0" noProof="0">
              <a:solidFill>
                <a:srgbClr val="111111"/>
              </a:solidFill>
              <a:latin typeface="Arial" panose="020B0604020202020204" pitchFamily="34" charset="0"/>
              <a:cs typeface="Arial" panose="020B0604020202020204" pitchFamily="34" charset="0"/>
            </a:endParaRPr>
          </a:p>
        </p:txBody>
      </p:sp>
      <p:pic>
        <p:nvPicPr>
          <p:cNvPr id="24" name="Grafik 23">
            <a:extLst>
              <a:ext uri="{FF2B5EF4-FFF2-40B4-BE49-F238E27FC236}">
                <a16:creationId xmlns:a16="http://schemas.microsoft.com/office/drawing/2014/main" id="{40C45258-AAD8-E741-9364-58A0E39EFBC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3" name="Textplatzhalter 2">
            <a:extLst>
              <a:ext uri="{FF2B5EF4-FFF2-40B4-BE49-F238E27FC236}">
                <a16:creationId xmlns:a16="http://schemas.microsoft.com/office/drawing/2014/main" id="{F6D46AF4-F087-2342-BA13-88747353557A}"/>
              </a:ext>
            </a:extLst>
          </p:cNvPr>
          <p:cNvSpPr>
            <a:spLocks noGrp="1"/>
          </p:cNvSpPr>
          <p:nvPr>
            <p:ph type="body" sz="quarter" idx="21" hasCustomPrompt="1"/>
          </p:nvPr>
        </p:nvSpPr>
        <p:spPr>
          <a:xfrm>
            <a:off x="1287557" y="5040000"/>
            <a:ext cx="2160000" cy="284162"/>
          </a:xfrm>
          <a:prstGeom prst="rect">
            <a:avLst/>
          </a:prstGeom>
        </p:spPr>
        <p:txBody>
          <a:bodyPr wrap="square">
            <a:spAutoFit/>
          </a:bodyPr>
          <a:lstStyle>
            <a:lvl1pPr algn="ctr">
              <a:spcAft>
                <a:spcPts val="0"/>
              </a:spcAft>
              <a:defRPr sz="1200"/>
            </a:lvl1pPr>
          </a:lstStyle>
          <a:p>
            <a:pPr lvl="0"/>
            <a:r>
              <a:rPr lang="en-US" dirty="0"/>
              <a:t>Topic/illustration title</a:t>
            </a:r>
          </a:p>
        </p:txBody>
      </p:sp>
      <p:sp>
        <p:nvSpPr>
          <p:cNvPr id="14" name="Textplatzhalter 2">
            <a:extLst>
              <a:ext uri="{FF2B5EF4-FFF2-40B4-BE49-F238E27FC236}">
                <a16:creationId xmlns:a16="http://schemas.microsoft.com/office/drawing/2014/main" id="{C48CF33F-D9DD-B344-BFD7-F3B15645BBD1}"/>
              </a:ext>
            </a:extLst>
          </p:cNvPr>
          <p:cNvSpPr>
            <a:spLocks noGrp="1"/>
          </p:cNvSpPr>
          <p:nvPr>
            <p:ph type="body" sz="quarter" idx="22" hasCustomPrompt="1"/>
          </p:nvPr>
        </p:nvSpPr>
        <p:spPr>
          <a:xfrm>
            <a:off x="4917600" y="5040000"/>
            <a:ext cx="2160000" cy="284162"/>
          </a:xfrm>
          <a:prstGeom prst="rect">
            <a:avLst/>
          </a:prstGeom>
        </p:spPr>
        <p:txBody>
          <a:bodyPr wrap="square">
            <a:spAutoFit/>
          </a:bodyPr>
          <a:lstStyle>
            <a:lvl1pPr algn="ctr">
              <a:spcAft>
                <a:spcPts val="0"/>
              </a:spcAft>
              <a:defRPr sz="1200"/>
            </a:lvl1pPr>
          </a:lstStyle>
          <a:p>
            <a:pPr lvl="0"/>
            <a:r>
              <a:rPr lang="en-US" dirty="0"/>
              <a:t>Topic/illustration title</a:t>
            </a:r>
          </a:p>
        </p:txBody>
      </p:sp>
      <p:sp>
        <p:nvSpPr>
          <p:cNvPr id="15" name="Textplatzhalter 2">
            <a:extLst>
              <a:ext uri="{FF2B5EF4-FFF2-40B4-BE49-F238E27FC236}">
                <a16:creationId xmlns:a16="http://schemas.microsoft.com/office/drawing/2014/main" id="{FE0DB153-91A8-F04A-9F88-5BE8111FC802}"/>
              </a:ext>
            </a:extLst>
          </p:cNvPr>
          <p:cNvSpPr>
            <a:spLocks noGrp="1"/>
          </p:cNvSpPr>
          <p:nvPr>
            <p:ph type="body" sz="quarter" idx="23" hasCustomPrompt="1"/>
          </p:nvPr>
        </p:nvSpPr>
        <p:spPr>
          <a:xfrm>
            <a:off x="8506800" y="5040000"/>
            <a:ext cx="2160000" cy="284162"/>
          </a:xfrm>
          <a:prstGeom prst="rect">
            <a:avLst/>
          </a:prstGeom>
        </p:spPr>
        <p:txBody>
          <a:bodyPr wrap="square">
            <a:spAutoFit/>
          </a:bodyPr>
          <a:lstStyle>
            <a:lvl1pPr algn="ctr">
              <a:spcAft>
                <a:spcPts val="0"/>
              </a:spcAft>
              <a:defRPr sz="1200"/>
            </a:lvl1pPr>
          </a:lstStyle>
          <a:p>
            <a:pPr lvl="0"/>
            <a:r>
              <a:rPr lang="en-US" dirty="0"/>
              <a:t>Topic/illustration title</a:t>
            </a:r>
          </a:p>
        </p:txBody>
      </p:sp>
      <p:sp>
        <p:nvSpPr>
          <p:cNvPr id="11" name="Textplatzhalter 2">
            <a:extLst>
              <a:ext uri="{FF2B5EF4-FFF2-40B4-BE49-F238E27FC236}">
                <a16:creationId xmlns:a16="http://schemas.microsoft.com/office/drawing/2014/main" id="{46248110-6286-2E45-973A-9AF685470382}"/>
              </a:ext>
            </a:extLst>
          </p:cNvPr>
          <p:cNvSpPr>
            <a:spLocks noGrp="1"/>
          </p:cNvSpPr>
          <p:nvPr>
            <p:ph type="body" sz="quarter" idx="15" hasCustomPrompt="1"/>
          </p:nvPr>
        </p:nvSpPr>
        <p:spPr>
          <a:xfrm>
            <a:off x="713497" y="1104680"/>
            <a:ext cx="9360000" cy="402291"/>
          </a:xfrm>
          <a:prstGeom prst="rect">
            <a:avLst/>
          </a:prstGeom>
        </p:spPr>
        <p:txBody>
          <a:bodyPr tIns="46800" rIns="90000" bIns="46800">
            <a:spAutoFit/>
          </a:bodyPr>
          <a:lstStyle>
            <a:lvl1pPr>
              <a:defRPr sz="2000"/>
            </a:lvl1pPr>
          </a:lstStyle>
          <a:p>
            <a:pPr lvl="0"/>
            <a:r>
              <a:rPr lang="en-US" noProof="0" dirty="0" err="1"/>
              <a:t>Subheadline</a:t>
            </a:r>
            <a:r>
              <a:rPr lang="en-US" noProof="0" dirty="0"/>
              <a:t> 20 Pt Arial</a:t>
            </a:r>
          </a:p>
        </p:txBody>
      </p:sp>
    </p:spTree>
    <p:extLst>
      <p:ext uri="{BB962C8B-B14F-4D97-AF65-F5344CB8AC3E}">
        <p14:creationId xmlns:p14="http://schemas.microsoft.com/office/powerpoint/2010/main" val="632101469"/>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slide #19">
    <p:spTree>
      <p:nvGrpSpPr>
        <p:cNvPr id="1" name=""/>
        <p:cNvGrpSpPr/>
        <p:nvPr/>
      </p:nvGrpSpPr>
      <p:grpSpPr>
        <a:xfrm>
          <a:off x="0" y="0"/>
          <a:ext cx="0" cy="0"/>
          <a:chOff x="0" y="0"/>
          <a:chExt cx="0" cy="0"/>
        </a:xfrm>
      </p:grpSpPr>
      <p:sp>
        <p:nvSpPr>
          <p:cNvPr id="25" name="Bildplatzhalter 4">
            <a:extLst>
              <a:ext uri="{FF2B5EF4-FFF2-40B4-BE49-F238E27FC236}">
                <a16:creationId xmlns:a16="http://schemas.microsoft.com/office/drawing/2014/main" id="{8C41672A-111B-9541-A401-49211EC2961C}"/>
              </a:ext>
            </a:extLst>
          </p:cNvPr>
          <p:cNvSpPr>
            <a:spLocks noGrp="1"/>
          </p:cNvSpPr>
          <p:nvPr>
            <p:ph type="pic" sz="quarter" idx="38" hasCustomPrompt="1"/>
          </p:nvPr>
        </p:nvSpPr>
        <p:spPr>
          <a:xfrm>
            <a:off x="8365176" y="2808612"/>
            <a:ext cx="442800" cy="442800"/>
          </a:xfrm>
          <a:prstGeom prst="rect">
            <a:avLst/>
          </a:prstGeom>
        </p:spPr>
        <p:txBody>
          <a:bodyPr anchor="ctr" anchorCtr="0"/>
          <a:lstStyle>
            <a:lvl1pPr>
              <a:defRPr sz="1000" baseline="0"/>
            </a:lvl1pPr>
          </a:lstStyle>
          <a:p>
            <a:r>
              <a:rPr lang="en-US" dirty="0"/>
              <a:t>Icon</a:t>
            </a:r>
          </a:p>
        </p:txBody>
      </p:sp>
      <p:sp>
        <p:nvSpPr>
          <p:cNvPr id="16" name="Bildplatzhalter 4">
            <a:extLst>
              <a:ext uri="{FF2B5EF4-FFF2-40B4-BE49-F238E27FC236}">
                <a16:creationId xmlns:a16="http://schemas.microsoft.com/office/drawing/2014/main" id="{1660D20D-68DF-9746-AF05-518F46AB17C8}"/>
              </a:ext>
            </a:extLst>
          </p:cNvPr>
          <p:cNvSpPr>
            <a:spLocks noGrp="1"/>
          </p:cNvSpPr>
          <p:nvPr>
            <p:ph type="pic" sz="quarter" idx="35" hasCustomPrompt="1"/>
          </p:nvPr>
        </p:nvSpPr>
        <p:spPr>
          <a:xfrm>
            <a:off x="4552128" y="2808612"/>
            <a:ext cx="442800" cy="442800"/>
          </a:xfrm>
          <a:prstGeom prst="rect">
            <a:avLst/>
          </a:prstGeom>
        </p:spPr>
        <p:txBody>
          <a:bodyPr anchor="ctr" anchorCtr="0"/>
          <a:lstStyle>
            <a:lvl1pPr>
              <a:defRPr sz="1000" baseline="0"/>
            </a:lvl1pPr>
          </a:lstStyle>
          <a:p>
            <a:r>
              <a:rPr lang="en-US" dirty="0"/>
              <a:t>Icon</a:t>
            </a:r>
          </a:p>
        </p:txBody>
      </p:sp>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One column text slide, 32 pt headline</a:t>
            </a:r>
          </a:p>
        </p:txBody>
      </p:sp>
      <p:sp>
        <p:nvSpPr>
          <p:cNvPr id="10" name="Foliennummernplatzhalter 6">
            <a:extLst>
              <a:ext uri="{FF2B5EF4-FFF2-40B4-BE49-F238E27FC236}">
                <a16:creationId xmlns:a16="http://schemas.microsoft.com/office/drawing/2014/main" id="{10DEBCF6-3C7F-634F-94BE-0C918B03490A}"/>
              </a:ext>
            </a:extLst>
          </p:cNvPr>
          <p:cNvSpPr txBox="1">
            <a:spLocks/>
          </p:cNvSpPr>
          <p:nvPr userDrawn="1"/>
        </p:nvSpPr>
        <p:spPr>
          <a:xfrm>
            <a:off x="832028" y="6334321"/>
            <a:ext cx="180000" cy="136383"/>
          </a:xfrm>
          <a:prstGeom prst="rect">
            <a:avLst/>
          </a:prstGeom>
        </p:spPr>
        <p:txBody>
          <a:bodyPr vert="horz" lIns="0" tIns="0" rIns="0" bIns="0" rtlCol="0" anchor="ctr" anchorCtr="0"/>
          <a:lstStyle>
            <a:defPPr>
              <a:defRPr lang="en-US"/>
            </a:defPPr>
            <a:lvl1pPr marL="0" algn="l" defTabSz="457200" rtl="0" eaLnBrk="1" latinLnBrk="0" hangingPunct="1">
              <a:defRPr lang="en-US" sz="600" b="1" kern="1200" smtClean="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800" b="0" noProof="0">
              <a:solidFill>
                <a:srgbClr val="111111"/>
              </a:solidFill>
              <a:latin typeface="Arial" panose="020B0604020202020204" pitchFamily="34" charset="0"/>
              <a:cs typeface="Arial" panose="020B0604020202020204" pitchFamily="34" charset="0"/>
            </a:endParaRPr>
          </a:p>
        </p:txBody>
      </p:sp>
      <p:pic>
        <p:nvPicPr>
          <p:cNvPr id="24" name="Grafik 23">
            <a:extLst>
              <a:ext uri="{FF2B5EF4-FFF2-40B4-BE49-F238E27FC236}">
                <a16:creationId xmlns:a16="http://schemas.microsoft.com/office/drawing/2014/main" id="{40C45258-AAD8-E741-9364-58A0E39EFBC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19" name="Textplatzhalter 2">
            <a:extLst>
              <a:ext uri="{FF2B5EF4-FFF2-40B4-BE49-F238E27FC236}">
                <a16:creationId xmlns:a16="http://schemas.microsoft.com/office/drawing/2014/main" id="{60C7FF77-EEC8-E24D-BC82-CE73CA862EBA}"/>
              </a:ext>
            </a:extLst>
          </p:cNvPr>
          <p:cNvSpPr>
            <a:spLocks noGrp="1"/>
          </p:cNvSpPr>
          <p:nvPr>
            <p:ph type="body" sz="quarter" idx="15" hasCustomPrompt="1"/>
          </p:nvPr>
        </p:nvSpPr>
        <p:spPr>
          <a:xfrm>
            <a:off x="713497" y="1104680"/>
            <a:ext cx="9360000" cy="402291"/>
          </a:xfrm>
          <a:prstGeom prst="rect">
            <a:avLst/>
          </a:prstGeom>
        </p:spPr>
        <p:txBody>
          <a:bodyPr tIns="46800" rIns="90000" bIns="46800">
            <a:spAutoFit/>
          </a:bodyPr>
          <a:lstStyle>
            <a:lvl1pPr>
              <a:defRPr sz="2000"/>
            </a:lvl1pPr>
          </a:lstStyle>
          <a:p>
            <a:pPr lvl="0"/>
            <a:r>
              <a:rPr lang="en-US" noProof="0" dirty="0" err="1"/>
              <a:t>Subheadline</a:t>
            </a:r>
            <a:r>
              <a:rPr lang="en-US" noProof="0" dirty="0"/>
              <a:t> 20 Pt Arial</a:t>
            </a:r>
          </a:p>
        </p:txBody>
      </p:sp>
      <p:sp>
        <p:nvSpPr>
          <p:cNvPr id="21" name="Bildplatzhalter 4">
            <a:extLst>
              <a:ext uri="{FF2B5EF4-FFF2-40B4-BE49-F238E27FC236}">
                <a16:creationId xmlns:a16="http://schemas.microsoft.com/office/drawing/2014/main" id="{C5087D8C-98CD-634E-A7A1-75FDA9A29160}"/>
              </a:ext>
            </a:extLst>
          </p:cNvPr>
          <p:cNvSpPr>
            <a:spLocks noGrp="1"/>
          </p:cNvSpPr>
          <p:nvPr>
            <p:ph type="pic" sz="quarter" idx="30" hasCustomPrompt="1"/>
          </p:nvPr>
        </p:nvSpPr>
        <p:spPr>
          <a:xfrm>
            <a:off x="784800" y="2808612"/>
            <a:ext cx="442800" cy="442800"/>
          </a:xfrm>
          <a:prstGeom prst="rect">
            <a:avLst/>
          </a:prstGeom>
        </p:spPr>
        <p:txBody>
          <a:bodyPr anchor="ctr" anchorCtr="0"/>
          <a:lstStyle>
            <a:lvl1pPr>
              <a:defRPr sz="1000" baseline="0"/>
            </a:lvl1pPr>
          </a:lstStyle>
          <a:p>
            <a:r>
              <a:rPr lang="en-US" dirty="0"/>
              <a:t>Icon</a:t>
            </a:r>
          </a:p>
        </p:txBody>
      </p:sp>
      <p:sp>
        <p:nvSpPr>
          <p:cNvPr id="4" name="Textplatzhalter 3">
            <a:extLst>
              <a:ext uri="{FF2B5EF4-FFF2-40B4-BE49-F238E27FC236}">
                <a16:creationId xmlns:a16="http://schemas.microsoft.com/office/drawing/2014/main" id="{930528B9-D80D-2744-BF94-4DB8FF59BF5F}"/>
              </a:ext>
            </a:extLst>
          </p:cNvPr>
          <p:cNvSpPr>
            <a:spLocks noGrp="1"/>
          </p:cNvSpPr>
          <p:nvPr>
            <p:ph type="body" sz="quarter" idx="34" hasCustomPrompt="1"/>
          </p:nvPr>
        </p:nvSpPr>
        <p:spPr>
          <a:xfrm>
            <a:off x="1332918" y="2901600"/>
            <a:ext cx="2093912" cy="369332"/>
          </a:xfrm>
          <a:prstGeom prst="rect">
            <a:avLst/>
          </a:prstGeom>
        </p:spPr>
        <p:txBody>
          <a:bodyPr>
            <a:spAutoFit/>
          </a:bodyPr>
          <a:lstStyle>
            <a:lvl1pPr>
              <a:spcAft>
                <a:spcPts val="0"/>
              </a:spcAft>
              <a:defRPr sz="1800"/>
            </a:lvl1pPr>
          </a:lstStyle>
          <a:p>
            <a:pPr lvl="0"/>
            <a:r>
              <a:rPr lang="en-US" noProof="0"/>
              <a:t>Subhead text</a:t>
            </a:r>
          </a:p>
        </p:txBody>
      </p:sp>
      <p:sp>
        <p:nvSpPr>
          <p:cNvPr id="20" name="Textplatzhalter 3">
            <a:extLst>
              <a:ext uri="{FF2B5EF4-FFF2-40B4-BE49-F238E27FC236}">
                <a16:creationId xmlns:a16="http://schemas.microsoft.com/office/drawing/2014/main" id="{AD7B804F-8CE0-2445-B234-B74B6A72EB6C}"/>
              </a:ext>
            </a:extLst>
          </p:cNvPr>
          <p:cNvSpPr>
            <a:spLocks noGrp="1"/>
          </p:cNvSpPr>
          <p:nvPr>
            <p:ph type="body" sz="quarter" idx="37" hasCustomPrompt="1"/>
          </p:nvPr>
        </p:nvSpPr>
        <p:spPr>
          <a:xfrm>
            <a:off x="5100246" y="2901600"/>
            <a:ext cx="2093912" cy="369332"/>
          </a:xfrm>
          <a:prstGeom prst="rect">
            <a:avLst/>
          </a:prstGeom>
        </p:spPr>
        <p:txBody>
          <a:bodyPr>
            <a:spAutoFit/>
          </a:bodyPr>
          <a:lstStyle>
            <a:lvl1pPr>
              <a:spcAft>
                <a:spcPts val="0"/>
              </a:spcAft>
              <a:defRPr sz="1800"/>
            </a:lvl1pPr>
          </a:lstStyle>
          <a:p>
            <a:pPr lvl="0"/>
            <a:r>
              <a:rPr lang="en-US" noProof="0"/>
              <a:t>Subhead text</a:t>
            </a:r>
          </a:p>
        </p:txBody>
      </p:sp>
      <p:sp>
        <p:nvSpPr>
          <p:cNvPr id="27" name="Textplatzhalter 3">
            <a:extLst>
              <a:ext uri="{FF2B5EF4-FFF2-40B4-BE49-F238E27FC236}">
                <a16:creationId xmlns:a16="http://schemas.microsoft.com/office/drawing/2014/main" id="{6C1111E6-9D3A-8A43-9523-32008071260F}"/>
              </a:ext>
            </a:extLst>
          </p:cNvPr>
          <p:cNvSpPr>
            <a:spLocks noGrp="1"/>
          </p:cNvSpPr>
          <p:nvPr>
            <p:ph type="body" sz="quarter" idx="40" hasCustomPrompt="1"/>
          </p:nvPr>
        </p:nvSpPr>
        <p:spPr>
          <a:xfrm>
            <a:off x="8913294" y="2901600"/>
            <a:ext cx="2093912" cy="369332"/>
          </a:xfrm>
          <a:prstGeom prst="rect">
            <a:avLst/>
          </a:prstGeom>
        </p:spPr>
        <p:txBody>
          <a:bodyPr>
            <a:spAutoFit/>
          </a:bodyPr>
          <a:lstStyle>
            <a:lvl1pPr>
              <a:spcAft>
                <a:spcPts val="0"/>
              </a:spcAft>
              <a:defRPr sz="1800"/>
            </a:lvl1pPr>
          </a:lstStyle>
          <a:p>
            <a:pPr lvl="0"/>
            <a:r>
              <a:rPr lang="en-US" noProof="0"/>
              <a:t>Subhead text</a:t>
            </a:r>
          </a:p>
        </p:txBody>
      </p:sp>
      <p:sp>
        <p:nvSpPr>
          <p:cNvPr id="33" name="Textplatzhalter 2">
            <a:extLst>
              <a:ext uri="{FF2B5EF4-FFF2-40B4-BE49-F238E27FC236}">
                <a16:creationId xmlns:a16="http://schemas.microsoft.com/office/drawing/2014/main" id="{5E9CD463-5B54-D549-ACDF-F190645873FE}"/>
              </a:ext>
            </a:extLst>
          </p:cNvPr>
          <p:cNvSpPr>
            <a:spLocks noGrp="1"/>
          </p:cNvSpPr>
          <p:nvPr>
            <p:ph type="body" sz="quarter" idx="44" hasCustomPrompt="1"/>
          </p:nvPr>
        </p:nvSpPr>
        <p:spPr>
          <a:xfrm>
            <a:off x="768731" y="3696928"/>
            <a:ext cx="3524421" cy="1169551"/>
          </a:xfrm>
          <a:prstGeom prst="rect">
            <a:avLst/>
          </a:prstGeom>
        </p:spPr>
        <p:txBody>
          <a:bodyPr wrap="square">
            <a:spAutoFit/>
          </a:bodyPr>
          <a:lstStyle>
            <a:lvl1pPr marL="115200" indent="-115200">
              <a:spcAft>
                <a:spcPts val="600"/>
              </a:spcAft>
              <a:buFont typeface="Arial" panose="020B0604020202020204" pitchFamily="34" charset="0"/>
              <a:buChar char="•"/>
              <a:defRPr sz="1400" baseline="0"/>
            </a:lvl1pPr>
          </a:lstStyle>
          <a:p>
            <a:pPr lvl="0"/>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p>
        </p:txBody>
      </p:sp>
      <p:sp>
        <p:nvSpPr>
          <p:cNvPr id="36" name="Textplatzhalter 2">
            <a:extLst>
              <a:ext uri="{FF2B5EF4-FFF2-40B4-BE49-F238E27FC236}">
                <a16:creationId xmlns:a16="http://schemas.microsoft.com/office/drawing/2014/main" id="{91B242E7-2A9C-9F41-B102-72DE7CACD5AA}"/>
              </a:ext>
            </a:extLst>
          </p:cNvPr>
          <p:cNvSpPr>
            <a:spLocks noGrp="1"/>
          </p:cNvSpPr>
          <p:nvPr>
            <p:ph type="body" sz="quarter" idx="45" hasCustomPrompt="1"/>
          </p:nvPr>
        </p:nvSpPr>
        <p:spPr>
          <a:xfrm>
            <a:off x="4508627" y="3696928"/>
            <a:ext cx="3524421" cy="1169551"/>
          </a:xfrm>
          <a:prstGeom prst="rect">
            <a:avLst/>
          </a:prstGeom>
        </p:spPr>
        <p:txBody>
          <a:bodyPr wrap="square">
            <a:spAutoFit/>
          </a:bodyPr>
          <a:lstStyle>
            <a:lvl1pPr marL="115200" indent="-115200">
              <a:spcAft>
                <a:spcPts val="600"/>
              </a:spcAft>
              <a:buFont typeface="Arial" panose="020B0604020202020204" pitchFamily="34" charset="0"/>
              <a:buChar char="•"/>
              <a:defRPr sz="1400" baseline="0"/>
            </a:lvl1pPr>
          </a:lstStyle>
          <a:p>
            <a:pPr lvl="0"/>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p>
        </p:txBody>
      </p:sp>
      <p:sp>
        <p:nvSpPr>
          <p:cNvPr id="38" name="Textplatzhalter 2">
            <a:extLst>
              <a:ext uri="{FF2B5EF4-FFF2-40B4-BE49-F238E27FC236}">
                <a16:creationId xmlns:a16="http://schemas.microsoft.com/office/drawing/2014/main" id="{FB4860EC-9CF1-7247-87CD-F7A39BD93E52}"/>
              </a:ext>
            </a:extLst>
          </p:cNvPr>
          <p:cNvSpPr>
            <a:spLocks noGrp="1"/>
          </p:cNvSpPr>
          <p:nvPr>
            <p:ph type="body" sz="quarter" idx="46" hasCustomPrompt="1"/>
          </p:nvPr>
        </p:nvSpPr>
        <p:spPr>
          <a:xfrm>
            <a:off x="8321675" y="3696928"/>
            <a:ext cx="3524421" cy="1169551"/>
          </a:xfrm>
          <a:prstGeom prst="rect">
            <a:avLst/>
          </a:prstGeom>
        </p:spPr>
        <p:txBody>
          <a:bodyPr wrap="square">
            <a:spAutoFit/>
          </a:bodyPr>
          <a:lstStyle>
            <a:lvl1pPr marL="115200" indent="-115200">
              <a:spcAft>
                <a:spcPts val="600"/>
              </a:spcAft>
              <a:buFont typeface="Arial" panose="020B0604020202020204" pitchFamily="34" charset="0"/>
              <a:buChar char="•"/>
              <a:defRPr sz="1400" baseline="0"/>
            </a:lvl1pPr>
          </a:lstStyle>
          <a:p>
            <a:pPr lvl="0"/>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p>
        </p:txBody>
      </p:sp>
    </p:spTree>
    <p:extLst>
      <p:ext uri="{BB962C8B-B14F-4D97-AF65-F5344CB8AC3E}">
        <p14:creationId xmlns:p14="http://schemas.microsoft.com/office/powerpoint/2010/main" val="154570182"/>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slide #20">
    <p:spTree>
      <p:nvGrpSpPr>
        <p:cNvPr id="1" name=""/>
        <p:cNvGrpSpPr/>
        <p:nvPr/>
      </p:nvGrpSpPr>
      <p:grpSpPr>
        <a:xfrm>
          <a:off x="0" y="0"/>
          <a:ext cx="0" cy="0"/>
          <a:chOff x="0" y="0"/>
          <a:chExt cx="0" cy="0"/>
        </a:xfrm>
      </p:grpSpPr>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One column text slide, 32 pt headline</a:t>
            </a:r>
          </a:p>
        </p:txBody>
      </p:sp>
      <p:sp>
        <p:nvSpPr>
          <p:cNvPr id="10" name="Textplatzhalter 2">
            <a:extLst>
              <a:ext uri="{FF2B5EF4-FFF2-40B4-BE49-F238E27FC236}">
                <a16:creationId xmlns:a16="http://schemas.microsoft.com/office/drawing/2014/main" id="{45107FF4-EA8E-2045-9EF5-861096AA0DCA}"/>
              </a:ext>
            </a:extLst>
          </p:cNvPr>
          <p:cNvSpPr>
            <a:spLocks noGrp="1"/>
          </p:cNvSpPr>
          <p:nvPr>
            <p:ph type="body" sz="quarter" idx="15" hasCustomPrompt="1"/>
          </p:nvPr>
        </p:nvSpPr>
        <p:spPr>
          <a:xfrm>
            <a:off x="713497" y="1104680"/>
            <a:ext cx="9360000" cy="402291"/>
          </a:xfrm>
          <a:prstGeom prst="rect">
            <a:avLst/>
          </a:prstGeom>
        </p:spPr>
        <p:txBody>
          <a:bodyPr tIns="46800" rIns="90000" bIns="46800">
            <a:spAutoFit/>
          </a:bodyPr>
          <a:lstStyle>
            <a:lvl1pPr>
              <a:defRPr sz="2000"/>
            </a:lvl1pPr>
          </a:lstStyle>
          <a:p>
            <a:pPr lvl="0"/>
            <a:r>
              <a:rPr lang="en-US" noProof="0"/>
              <a:t>Subheadline 20 Pt Arial</a:t>
            </a:r>
          </a:p>
        </p:txBody>
      </p:sp>
      <p:sp>
        <p:nvSpPr>
          <p:cNvPr id="23" name="Bildplatzhalter 3">
            <a:extLst>
              <a:ext uri="{FF2B5EF4-FFF2-40B4-BE49-F238E27FC236}">
                <a16:creationId xmlns:a16="http://schemas.microsoft.com/office/drawing/2014/main" id="{776D9A67-9524-D342-B453-3F7CF8EA167A}"/>
              </a:ext>
            </a:extLst>
          </p:cNvPr>
          <p:cNvSpPr>
            <a:spLocks noGrp="1"/>
          </p:cNvSpPr>
          <p:nvPr>
            <p:ph type="pic" sz="quarter" idx="25" hasCustomPrompt="1"/>
          </p:nvPr>
        </p:nvSpPr>
        <p:spPr>
          <a:xfrm>
            <a:off x="781460" y="2985619"/>
            <a:ext cx="237600" cy="237600"/>
          </a:xfrm>
          <a:prstGeom prst="rect">
            <a:avLst/>
          </a:prstGeom>
          <a:pattFill prst="dkUpDiag">
            <a:fgClr>
              <a:schemeClr val="accent1"/>
            </a:fgClr>
            <a:bgClr>
              <a:schemeClr val="bg1"/>
            </a:bgClr>
          </a:pattFill>
        </p:spPr>
        <p:txBody>
          <a:bodyPr lIns="0" tIns="0" rIns="0" anchor="ctr" anchorCtr="0">
            <a:noAutofit/>
          </a:bodyPr>
          <a:lstStyle>
            <a:lvl1pPr algn="ctr">
              <a:defRPr sz="700" baseline="0"/>
            </a:lvl1pPr>
          </a:lstStyle>
          <a:p>
            <a:r>
              <a:rPr lang="en-US" dirty="0"/>
              <a:t>Icon</a:t>
            </a:r>
          </a:p>
        </p:txBody>
      </p:sp>
      <p:sp>
        <p:nvSpPr>
          <p:cNvPr id="24" name="Bildplatzhalter 3">
            <a:extLst>
              <a:ext uri="{FF2B5EF4-FFF2-40B4-BE49-F238E27FC236}">
                <a16:creationId xmlns:a16="http://schemas.microsoft.com/office/drawing/2014/main" id="{E451DDB9-DD72-BB44-9122-B3F35D64A58A}"/>
              </a:ext>
            </a:extLst>
          </p:cNvPr>
          <p:cNvSpPr>
            <a:spLocks noGrp="1"/>
          </p:cNvSpPr>
          <p:nvPr>
            <p:ph type="pic" sz="quarter" idx="26" hasCustomPrompt="1"/>
          </p:nvPr>
        </p:nvSpPr>
        <p:spPr>
          <a:xfrm>
            <a:off x="781460" y="3622802"/>
            <a:ext cx="237600" cy="237600"/>
          </a:xfrm>
          <a:prstGeom prst="rect">
            <a:avLst/>
          </a:prstGeom>
          <a:pattFill prst="dkUpDiag">
            <a:fgClr>
              <a:schemeClr val="accent1"/>
            </a:fgClr>
            <a:bgClr>
              <a:schemeClr val="bg1"/>
            </a:bgClr>
          </a:pattFill>
        </p:spPr>
        <p:txBody>
          <a:bodyPr lIns="0" tIns="0" rIns="0" anchor="ctr" anchorCtr="0">
            <a:noAutofit/>
          </a:bodyPr>
          <a:lstStyle>
            <a:lvl1pPr algn="ctr">
              <a:defRPr sz="700" baseline="0"/>
            </a:lvl1pPr>
          </a:lstStyle>
          <a:p>
            <a:r>
              <a:rPr lang="en-US" dirty="0"/>
              <a:t>Icon</a:t>
            </a:r>
          </a:p>
        </p:txBody>
      </p:sp>
      <p:sp>
        <p:nvSpPr>
          <p:cNvPr id="25" name="Bildplatzhalter 3">
            <a:extLst>
              <a:ext uri="{FF2B5EF4-FFF2-40B4-BE49-F238E27FC236}">
                <a16:creationId xmlns:a16="http://schemas.microsoft.com/office/drawing/2014/main" id="{59007B1F-A52E-2A48-8C60-BE4E71C83758}"/>
              </a:ext>
            </a:extLst>
          </p:cNvPr>
          <p:cNvSpPr>
            <a:spLocks noGrp="1"/>
          </p:cNvSpPr>
          <p:nvPr>
            <p:ph type="pic" sz="quarter" idx="27" hasCustomPrompt="1"/>
          </p:nvPr>
        </p:nvSpPr>
        <p:spPr>
          <a:xfrm>
            <a:off x="781460" y="4259986"/>
            <a:ext cx="237600" cy="237600"/>
          </a:xfrm>
          <a:prstGeom prst="rect">
            <a:avLst/>
          </a:prstGeom>
          <a:pattFill prst="dkUpDiag">
            <a:fgClr>
              <a:schemeClr val="accent1"/>
            </a:fgClr>
            <a:bgClr>
              <a:schemeClr val="bg1"/>
            </a:bgClr>
          </a:pattFill>
        </p:spPr>
        <p:txBody>
          <a:bodyPr lIns="0" tIns="0" rIns="0" anchor="ctr" anchorCtr="0">
            <a:noAutofit/>
          </a:bodyPr>
          <a:lstStyle>
            <a:lvl1pPr algn="ctr">
              <a:defRPr sz="700" baseline="0"/>
            </a:lvl1pPr>
          </a:lstStyle>
          <a:p>
            <a:r>
              <a:rPr lang="en-US" dirty="0"/>
              <a:t>Icon</a:t>
            </a:r>
          </a:p>
        </p:txBody>
      </p:sp>
      <p:sp>
        <p:nvSpPr>
          <p:cNvPr id="16" name="Textplatzhalter 2">
            <a:extLst>
              <a:ext uri="{FF2B5EF4-FFF2-40B4-BE49-F238E27FC236}">
                <a16:creationId xmlns:a16="http://schemas.microsoft.com/office/drawing/2014/main" id="{304307F1-D1D8-C74B-A7CC-6D47C2424919}"/>
              </a:ext>
            </a:extLst>
          </p:cNvPr>
          <p:cNvSpPr>
            <a:spLocks noGrp="1"/>
          </p:cNvSpPr>
          <p:nvPr>
            <p:ph type="body" sz="quarter" idx="32" hasCustomPrompt="1"/>
          </p:nvPr>
        </p:nvSpPr>
        <p:spPr>
          <a:xfrm>
            <a:off x="1079999" y="2934000"/>
            <a:ext cx="7553497" cy="607589"/>
          </a:xfrm>
          <a:prstGeom prst="rect">
            <a:avLst/>
          </a:prstGeom>
        </p:spPr>
        <p:txBody>
          <a:bodyPr/>
          <a:lstStyle>
            <a:lvl1pPr>
              <a:spcAft>
                <a:spcPts val="0"/>
              </a:spcAft>
              <a:defRPr sz="1600" baseline="0"/>
            </a:lvl1pPr>
          </a:lstStyle>
          <a:p>
            <a:pPr lvl="0"/>
            <a:r>
              <a:rPr lang="en-US" dirty="0"/>
              <a:t>Bullet lorem ipsum ipsum dolor sit </a:t>
            </a:r>
            <a:r>
              <a:rPr lang="en-US" dirty="0" err="1"/>
              <a:t>amet</a:t>
            </a:r>
            <a:r>
              <a:rPr lang="en-US" dirty="0"/>
              <a:t>, seta </a:t>
            </a:r>
            <a:r>
              <a:rPr lang="en-US" dirty="0" err="1"/>
              <a:t>consetetur</a:t>
            </a:r>
            <a:r>
              <a:rPr lang="en-US" dirty="0"/>
              <a:t> </a:t>
            </a:r>
            <a:r>
              <a:rPr lang="en-US" dirty="0" err="1"/>
              <a:t>sadipscing</a:t>
            </a:r>
            <a:r>
              <a:rPr lang="en-US" dirty="0"/>
              <a:t> </a:t>
            </a:r>
            <a:r>
              <a:rPr lang="en-US" dirty="0" err="1"/>
              <a:t>elit</a:t>
            </a:r>
            <a:br>
              <a:rPr lang="en-US" dirty="0"/>
            </a:br>
            <a:r>
              <a:rPr lang="en-US" dirty="0"/>
              <a:t>sed diam </a:t>
            </a:r>
            <a:r>
              <a:rPr lang="en-US" dirty="0" err="1"/>
              <a:t>nonumy</a:t>
            </a:r>
            <a:r>
              <a:rPr lang="en-US" dirty="0"/>
              <a:t> </a:t>
            </a:r>
            <a:r>
              <a:rPr lang="en-US" dirty="0" err="1"/>
              <a:t>euis</a:t>
            </a:r>
            <a:r>
              <a:rPr lang="en-US" dirty="0"/>
              <a:t> mod</a:t>
            </a:r>
          </a:p>
        </p:txBody>
      </p:sp>
      <p:sp>
        <p:nvSpPr>
          <p:cNvPr id="18" name="Textplatzhalter 2">
            <a:extLst>
              <a:ext uri="{FF2B5EF4-FFF2-40B4-BE49-F238E27FC236}">
                <a16:creationId xmlns:a16="http://schemas.microsoft.com/office/drawing/2014/main" id="{69E57802-EDAD-F44F-B956-F81C1618C595}"/>
              </a:ext>
            </a:extLst>
          </p:cNvPr>
          <p:cNvSpPr>
            <a:spLocks noGrp="1"/>
          </p:cNvSpPr>
          <p:nvPr>
            <p:ph type="body" sz="quarter" idx="33" hasCustomPrompt="1"/>
          </p:nvPr>
        </p:nvSpPr>
        <p:spPr>
          <a:xfrm>
            <a:off x="1079999" y="3570494"/>
            <a:ext cx="7553497" cy="607589"/>
          </a:xfrm>
          <a:prstGeom prst="rect">
            <a:avLst/>
          </a:prstGeom>
        </p:spPr>
        <p:txBody>
          <a:bodyPr/>
          <a:lstStyle>
            <a:lvl1pPr>
              <a:spcAft>
                <a:spcPts val="0"/>
              </a:spcAft>
              <a:defRPr sz="1600" baseline="0"/>
            </a:lvl1pPr>
          </a:lstStyle>
          <a:p>
            <a:pPr lvl="0"/>
            <a:r>
              <a:rPr lang="en-US" dirty="0"/>
              <a:t>Bullet lorem ipsum ipsum dolor sit </a:t>
            </a:r>
            <a:r>
              <a:rPr lang="en-US" dirty="0" err="1"/>
              <a:t>amet</a:t>
            </a:r>
            <a:r>
              <a:rPr lang="en-US" dirty="0"/>
              <a:t>, seta </a:t>
            </a:r>
            <a:r>
              <a:rPr lang="en-US" dirty="0" err="1"/>
              <a:t>consetetur</a:t>
            </a:r>
            <a:r>
              <a:rPr lang="en-US" dirty="0"/>
              <a:t> </a:t>
            </a:r>
            <a:r>
              <a:rPr lang="en-US" dirty="0" err="1"/>
              <a:t>sadipscing</a:t>
            </a:r>
            <a:r>
              <a:rPr lang="en-US" dirty="0"/>
              <a:t> </a:t>
            </a:r>
            <a:r>
              <a:rPr lang="en-US" dirty="0" err="1"/>
              <a:t>elit</a:t>
            </a:r>
            <a:br>
              <a:rPr lang="en-US" dirty="0"/>
            </a:br>
            <a:r>
              <a:rPr lang="en-US" dirty="0"/>
              <a:t>sed diam </a:t>
            </a:r>
            <a:r>
              <a:rPr lang="en-US" dirty="0" err="1"/>
              <a:t>nonumy</a:t>
            </a:r>
            <a:r>
              <a:rPr lang="en-US" dirty="0"/>
              <a:t> </a:t>
            </a:r>
            <a:r>
              <a:rPr lang="en-US" dirty="0" err="1"/>
              <a:t>euis</a:t>
            </a:r>
            <a:r>
              <a:rPr lang="en-US" dirty="0"/>
              <a:t> mod</a:t>
            </a:r>
          </a:p>
        </p:txBody>
      </p:sp>
      <p:sp>
        <p:nvSpPr>
          <p:cNvPr id="21" name="Textplatzhalter 2">
            <a:extLst>
              <a:ext uri="{FF2B5EF4-FFF2-40B4-BE49-F238E27FC236}">
                <a16:creationId xmlns:a16="http://schemas.microsoft.com/office/drawing/2014/main" id="{5A93A5EC-D993-BB48-834B-CEF78C9F7A8F}"/>
              </a:ext>
            </a:extLst>
          </p:cNvPr>
          <p:cNvSpPr>
            <a:spLocks noGrp="1"/>
          </p:cNvSpPr>
          <p:nvPr>
            <p:ph type="body" sz="quarter" idx="34" hasCustomPrompt="1"/>
          </p:nvPr>
        </p:nvSpPr>
        <p:spPr>
          <a:xfrm>
            <a:off x="1079999" y="4224917"/>
            <a:ext cx="7553497" cy="607589"/>
          </a:xfrm>
          <a:prstGeom prst="rect">
            <a:avLst/>
          </a:prstGeom>
        </p:spPr>
        <p:txBody>
          <a:bodyPr/>
          <a:lstStyle>
            <a:lvl1pPr>
              <a:spcAft>
                <a:spcPts val="0"/>
              </a:spcAft>
              <a:defRPr sz="1600" baseline="0"/>
            </a:lvl1pPr>
          </a:lstStyle>
          <a:p>
            <a:pPr lvl="0"/>
            <a:r>
              <a:rPr lang="en-US" dirty="0"/>
              <a:t>Bullet lorem ipsum ipsum dolor sit </a:t>
            </a:r>
            <a:r>
              <a:rPr lang="en-US" dirty="0" err="1"/>
              <a:t>amet</a:t>
            </a:r>
            <a:r>
              <a:rPr lang="en-US" dirty="0"/>
              <a:t>, seta </a:t>
            </a:r>
            <a:r>
              <a:rPr lang="en-US" dirty="0" err="1"/>
              <a:t>consetetur</a:t>
            </a:r>
            <a:r>
              <a:rPr lang="en-US" dirty="0"/>
              <a:t> </a:t>
            </a:r>
            <a:r>
              <a:rPr lang="en-US" dirty="0" err="1"/>
              <a:t>sadipscing</a:t>
            </a:r>
            <a:r>
              <a:rPr lang="en-US" dirty="0"/>
              <a:t> </a:t>
            </a:r>
            <a:r>
              <a:rPr lang="en-US" dirty="0" err="1"/>
              <a:t>elit</a:t>
            </a:r>
            <a:br>
              <a:rPr lang="en-US" dirty="0"/>
            </a:br>
            <a:r>
              <a:rPr lang="en-US" dirty="0"/>
              <a:t>sed diam </a:t>
            </a:r>
            <a:r>
              <a:rPr lang="en-US" dirty="0" err="1"/>
              <a:t>nonumy</a:t>
            </a:r>
            <a:r>
              <a:rPr lang="en-US" dirty="0"/>
              <a:t> </a:t>
            </a:r>
            <a:r>
              <a:rPr lang="en-US" dirty="0" err="1"/>
              <a:t>euis</a:t>
            </a:r>
            <a:r>
              <a:rPr lang="en-US" dirty="0"/>
              <a:t> mod</a:t>
            </a:r>
          </a:p>
        </p:txBody>
      </p:sp>
    </p:spTree>
    <p:extLst>
      <p:ext uri="{BB962C8B-B14F-4D97-AF65-F5344CB8AC3E}">
        <p14:creationId xmlns:p14="http://schemas.microsoft.com/office/powerpoint/2010/main" val="3916946856"/>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slide #21">
    <p:spTree>
      <p:nvGrpSpPr>
        <p:cNvPr id="1" name=""/>
        <p:cNvGrpSpPr/>
        <p:nvPr/>
      </p:nvGrpSpPr>
      <p:grpSpPr>
        <a:xfrm>
          <a:off x="0" y="0"/>
          <a:ext cx="0" cy="0"/>
          <a:chOff x="0" y="0"/>
          <a:chExt cx="0" cy="0"/>
        </a:xfrm>
      </p:grpSpPr>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One column text slide, 32 pt headline</a:t>
            </a:r>
          </a:p>
        </p:txBody>
      </p:sp>
      <p:sp>
        <p:nvSpPr>
          <p:cNvPr id="10" name="Textplatzhalter 2">
            <a:extLst>
              <a:ext uri="{FF2B5EF4-FFF2-40B4-BE49-F238E27FC236}">
                <a16:creationId xmlns:a16="http://schemas.microsoft.com/office/drawing/2014/main" id="{45107FF4-EA8E-2045-9EF5-861096AA0DCA}"/>
              </a:ext>
            </a:extLst>
          </p:cNvPr>
          <p:cNvSpPr>
            <a:spLocks noGrp="1"/>
          </p:cNvSpPr>
          <p:nvPr>
            <p:ph type="body" sz="quarter" idx="15" hasCustomPrompt="1"/>
          </p:nvPr>
        </p:nvSpPr>
        <p:spPr>
          <a:xfrm>
            <a:off x="713497" y="1104680"/>
            <a:ext cx="9360000" cy="402291"/>
          </a:xfrm>
          <a:prstGeom prst="rect">
            <a:avLst/>
          </a:prstGeom>
        </p:spPr>
        <p:txBody>
          <a:bodyPr tIns="46800" rIns="90000" bIns="46800">
            <a:spAutoFit/>
          </a:bodyPr>
          <a:lstStyle>
            <a:lvl1pPr>
              <a:defRPr sz="2000"/>
            </a:lvl1pPr>
          </a:lstStyle>
          <a:p>
            <a:pPr lvl="0"/>
            <a:r>
              <a:rPr lang="en-US" noProof="0"/>
              <a:t>Subheadline 20 Pt Arial</a:t>
            </a:r>
          </a:p>
        </p:txBody>
      </p:sp>
      <p:sp>
        <p:nvSpPr>
          <p:cNvPr id="24" name="Textplatzhalter 2">
            <a:extLst>
              <a:ext uri="{FF2B5EF4-FFF2-40B4-BE49-F238E27FC236}">
                <a16:creationId xmlns:a16="http://schemas.microsoft.com/office/drawing/2014/main" id="{59888FDD-B77D-3C41-B49A-E7B914CB7D50}"/>
              </a:ext>
            </a:extLst>
          </p:cNvPr>
          <p:cNvSpPr>
            <a:spLocks noGrp="1"/>
          </p:cNvSpPr>
          <p:nvPr>
            <p:ph type="body" sz="quarter" idx="35" hasCustomPrompt="1"/>
          </p:nvPr>
        </p:nvSpPr>
        <p:spPr>
          <a:xfrm>
            <a:off x="795009" y="2934000"/>
            <a:ext cx="7553497" cy="607589"/>
          </a:xfrm>
          <a:prstGeom prst="rect">
            <a:avLst/>
          </a:prstGeom>
        </p:spPr>
        <p:txBody>
          <a:bodyPr>
            <a:spAutoFit/>
          </a:bodyPr>
          <a:lstStyle>
            <a:lvl1pPr marL="285750" indent="-285750">
              <a:spcAft>
                <a:spcPts val="0"/>
              </a:spcAft>
              <a:buFont typeface="Arial" panose="020B0604020202020204" pitchFamily="34" charset="0"/>
              <a:buChar char="•"/>
              <a:defRPr sz="1600" baseline="0"/>
            </a:lvl1pPr>
          </a:lstStyle>
          <a:p>
            <a:pPr lvl="0"/>
            <a:r>
              <a:rPr lang="en-US" dirty="0"/>
              <a:t>Bullet lorem ipsum ipsum dolor sit </a:t>
            </a:r>
            <a:r>
              <a:rPr lang="en-US" dirty="0" err="1"/>
              <a:t>amet</a:t>
            </a:r>
            <a:r>
              <a:rPr lang="en-US" dirty="0"/>
              <a:t>, seta </a:t>
            </a:r>
            <a:r>
              <a:rPr lang="en-US" dirty="0" err="1"/>
              <a:t>consetetur</a:t>
            </a:r>
            <a:r>
              <a:rPr lang="en-US" dirty="0"/>
              <a:t> </a:t>
            </a:r>
            <a:r>
              <a:rPr lang="en-US" dirty="0" err="1"/>
              <a:t>sadipscing</a:t>
            </a:r>
            <a:r>
              <a:rPr lang="en-US" dirty="0"/>
              <a:t> </a:t>
            </a:r>
            <a:r>
              <a:rPr lang="en-US" dirty="0" err="1"/>
              <a:t>elit</a:t>
            </a:r>
            <a:br>
              <a:rPr lang="en-US" dirty="0"/>
            </a:br>
            <a:r>
              <a:rPr lang="en-US" dirty="0"/>
              <a:t>sed diam </a:t>
            </a:r>
            <a:r>
              <a:rPr lang="en-US" dirty="0" err="1"/>
              <a:t>nonumy</a:t>
            </a:r>
            <a:r>
              <a:rPr lang="en-US" dirty="0"/>
              <a:t> </a:t>
            </a:r>
            <a:r>
              <a:rPr lang="en-US" dirty="0" err="1"/>
              <a:t>euis</a:t>
            </a:r>
            <a:r>
              <a:rPr lang="en-US" dirty="0"/>
              <a:t> mod</a:t>
            </a:r>
          </a:p>
        </p:txBody>
      </p:sp>
      <p:sp>
        <p:nvSpPr>
          <p:cNvPr id="25" name="Textplatzhalter 2">
            <a:extLst>
              <a:ext uri="{FF2B5EF4-FFF2-40B4-BE49-F238E27FC236}">
                <a16:creationId xmlns:a16="http://schemas.microsoft.com/office/drawing/2014/main" id="{5519FA7D-FBDB-1948-BE55-4130B695B379}"/>
              </a:ext>
            </a:extLst>
          </p:cNvPr>
          <p:cNvSpPr>
            <a:spLocks noGrp="1"/>
          </p:cNvSpPr>
          <p:nvPr>
            <p:ph type="body" sz="quarter" idx="36" hasCustomPrompt="1"/>
          </p:nvPr>
        </p:nvSpPr>
        <p:spPr>
          <a:xfrm>
            <a:off x="795009" y="3571200"/>
            <a:ext cx="7553497" cy="607589"/>
          </a:xfrm>
          <a:prstGeom prst="rect">
            <a:avLst/>
          </a:prstGeom>
        </p:spPr>
        <p:txBody>
          <a:bodyPr>
            <a:spAutoFit/>
          </a:bodyPr>
          <a:lstStyle>
            <a:lvl1pPr marL="285750" indent="-285750">
              <a:spcAft>
                <a:spcPts val="0"/>
              </a:spcAft>
              <a:buFont typeface="Arial" panose="020B0604020202020204" pitchFamily="34" charset="0"/>
              <a:buChar char="•"/>
              <a:defRPr sz="1600" baseline="0"/>
            </a:lvl1pPr>
          </a:lstStyle>
          <a:p>
            <a:pPr lvl="0"/>
            <a:r>
              <a:rPr lang="en-US" dirty="0"/>
              <a:t>Bullet lorem ipsum ipsum dolor sit </a:t>
            </a:r>
            <a:r>
              <a:rPr lang="en-US" dirty="0" err="1"/>
              <a:t>amet</a:t>
            </a:r>
            <a:r>
              <a:rPr lang="en-US" dirty="0"/>
              <a:t>, seta </a:t>
            </a:r>
            <a:r>
              <a:rPr lang="en-US" dirty="0" err="1"/>
              <a:t>consetetur</a:t>
            </a:r>
            <a:r>
              <a:rPr lang="en-US" dirty="0"/>
              <a:t> </a:t>
            </a:r>
            <a:r>
              <a:rPr lang="en-US" dirty="0" err="1"/>
              <a:t>sadipscing</a:t>
            </a:r>
            <a:r>
              <a:rPr lang="en-US" dirty="0"/>
              <a:t> </a:t>
            </a:r>
            <a:r>
              <a:rPr lang="en-US" dirty="0" err="1"/>
              <a:t>elit</a:t>
            </a:r>
            <a:br>
              <a:rPr lang="en-US" dirty="0"/>
            </a:br>
            <a:r>
              <a:rPr lang="en-US" dirty="0"/>
              <a:t>sed diam </a:t>
            </a:r>
            <a:r>
              <a:rPr lang="en-US" dirty="0" err="1"/>
              <a:t>nonumy</a:t>
            </a:r>
            <a:r>
              <a:rPr lang="en-US" dirty="0"/>
              <a:t> </a:t>
            </a:r>
            <a:r>
              <a:rPr lang="en-US" dirty="0" err="1"/>
              <a:t>euis</a:t>
            </a:r>
            <a:r>
              <a:rPr lang="en-US" dirty="0"/>
              <a:t> mod</a:t>
            </a:r>
          </a:p>
        </p:txBody>
      </p:sp>
      <p:sp>
        <p:nvSpPr>
          <p:cNvPr id="26" name="Textplatzhalter 2">
            <a:extLst>
              <a:ext uri="{FF2B5EF4-FFF2-40B4-BE49-F238E27FC236}">
                <a16:creationId xmlns:a16="http://schemas.microsoft.com/office/drawing/2014/main" id="{B9EDABA6-2130-3D4E-8BFF-21CEFCDA74CC}"/>
              </a:ext>
            </a:extLst>
          </p:cNvPr>
          <p:cNvSpPr>
            <a:spLocks noGrp="1"/>
          </p:cNvSpPr>
          <p:nvPr>
            <p:ph type="body" sz="quarter" idx="37" hasCustomPrompt="1"/>
          </p:nvPr>
        </p:nvSpPr>
        <p:spPr>
          <a:xfrm>
            <a:off x="795009" y="4226400"/>
            <a:ext cx="7553497" cy="607589"/>
          </a:xfrm>
          <a:prstGeom prst="rect">
            <a:avLst/>
          </a:prstGeom>
        </p:spPr>
        <p:txBody>
          <a:bodyPr>
            <a:spAutoFit/>
          </a:bodyPr>
          <a:lstStyle>
            <a:lvl1pPr marL="285750" indent="-285750">
              <a:spcAft>
                <a:spcPts val="0"/>
              </a:spcAft>
              <a:buFont typeface="Arial" panose="020B0604020202020204" pitchFamily="34" charset="0"/>
              <a:buChar char="•"/>
              <a:defRPr sz="1600" baseline="0"/>
            </a:lvl1pPr>
          </a:lstStyle>
          <a:p>
            <a:pPr lvl="0"/>
            <a:r>
              <a:rPr lang="en-US" dirty="0"/>
              <a:t>Bullet lorem ipsum ipsum dolor sit </a:t>
            </a:r>
            <a:r>
              <a:rPr lang="en-US" dirty="0" err="1"/>
              <a:t>amet</a:t>
            </a:r>
            <a:r>
              <a:rPr lang="en-US" dirty="0"/>
              <a:t>, seta </a:t>
            </a:r>
            <a:r>
              <a:rPr lang="en-US" dirty="0" err="1"/>
              <a:t>consetetur</a:t>
            </a:r>
            <a:r>
              <a:rPr lang="en-US" dirty="0"/>
              <a:t> </a:t>
            </a:r>
            <a:r>
              <a:rPr lang="en-US" dirty="0" err="1"/>
              <a:t>sadipscing</a:t>
            </a:r>
            <a:r>
              <a:rPr lang="en-US" dirty="0"/>
              <a:t> </a:t>
            </a:r>
            <a:r>
              <a:rPr lang="en-US" dirty="0" err="1"/>
              <a:t>elit</a:t>
            </a:r>
            <a:br>
              <a:rPr lang="en-US" dirty="0"/>
            </a:br>
            <a:r>
              <a:rPr lang="en-US" dirty="0"/>
              <a:t>sed diam </a:t>
            </a:r>
            <a:r>
              <a:rPr lang="en-US" dirty="0" err="1"/>
              <a:t>nonumy</a:t>
            </a:r>
            <a:r>
              <a:rPr lang="en-US" dirty="0"/>
              <a:t> </a:t>
            </a:r>
            <a:r>
              <a:rPr lang="en-US" dirty="0" err="1"/>
              <a:t>euis</a:t>
            </a:r>
            <a:r>
              <a:rPr lang="en-US" dirty="0"/>
              <a:t> mod</a:t>
            </a:r>
          </a:p>
        </p:txBody>
      </p:sp>
    </p:spTree>
    <p:extLst>
      <p:ext uri="{BB962C8B-B14F-4D97-AF65-F5344CB8AC3E}">
        <p14:creationId xmlns:p14="http://schemas.microsoft.com/office/powerpoint/2010/main" val="1467860217"/>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slide #22">
    <p:spTree>
      <p:nvGrpSpPr>
        <p:cNvPr id="1" name=""/>
        <p:cNvGrpSpPr/>
        <p:nvPr/>
      </p:nvGrpSpPr>
      <p:grpSpPr>
        <a:xfrm>
          <a:off x="0" y="0"/>
          <a:ext cx="0" cy="0"/>
          <a:chOff x="0" y="0"/>
          <a:chExt cx="0" cy="0"/>
        </a:xfrm>
      </p:grpSpPr>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dirty="0">
                <a:solidFill>
                  <a:srgbClr val="111111"/>
                </a:solidFill>
                <a:latin typeface="Arial" panose="020B0604020202020204" pitchFamily="34" charset="0"/>
                <a:cs typeface="Arial" panose="020B0604020202020204" pitchFamily="34" charset="0"/>
              </a:rPr>
              <a:t>One column text slide, 32 </a:t>
            </a:r>
            <a:r>
              <a:rPr lang="en-US" sz="3200" err="1">
                <a:solidFill>
                  <a:srgbClr val="111111"/>
                </a:solidFill>
                <a:latin typeface="Arial" panose="020B0604020202020204" pitchFamily="34" charset="0"/>
                <a:cs typeface="Arial" panose="020B0604020202020204" pitchFamily="34" charset="0"/>
              </a:rPr>
              <a:t>pt</a:t>
            </a:r>
            <a:r>
              <a:rPr lang="en-US" sz="3200">
                <a:solidFill>
                  <a:srgbClr val="111111"/>
                </a:solidFill>
                <a:latin typeface="Arial" panose="020B0604020202020204" pitchFamily="34" charset="0"/>
                <a:cs typeface="Arial" panose="020B0604020202020204" pitchFamily="34" charset="0"/>
              </a:rPr>
              <a:t> headline</a:t>
            </a:r>
            <a:endParaRPr lang="en-US" sz="3200" dirty="0">
              <a:solidFill>
                <a:srgbClr val="111111"/>
              </a:solidFill>
              <a:latin typeface="Arial" panose="020B0604020202020204" pitchFamily="34" charset="0"/>
              <a:cs typeface="Arial" panose="020B0604020202020204" pitchFamily="34" charset="0"/>
            </a:endParaRPr>
          </a:p>
        </p:txBody>
      </p:sp>
      <p:sp>
        <p:nvSpPr>
          <p:cNvPr id="10" name="Textplatzhalter 2">
            <a:extLst>
              <a:ext uri="{FF2B5EF4-FFF2-40B4-BE49-F238E27FC236}">
                <a16:creationId xmlns:a16="http://schemas.microsoft.com/office/drawing/2014/main" id="{45107FF4-EA8E-2045-9EF5-861096AA0DCA}"/>
              </a:ext>
            </a:extLst>
          </p:cNvPr>
          <p:cNvSpPr>
            <a:spLocks noGrp="1"/>
          </p:cNvSpPr>
          <p:nvPr>
            <p:ph type="body" sz="quarter" idx="15" hasCustomPrompt="1"/>
          </p:nvPr>
        </p:nvSpPr>
        <p:spPr>
          <a:xfrm>
            <a:off x="713497" y="1104680"/>
            <a:ext cx="9360000" cy="402291"/>
          </a:xfrm>
          <a:prstGeom prst="rect">
            <a:avLst/>
          </a:prstGeom>
        </p:spPr>
        <p:txBody>
          <a:bodyPr tIns="46800" rIns="90000" bIns="46800">
            <a:spAutoFit/>
          </a:bodyPr>
          <a:lstStyle>
            <a:lvl1pPr>
              <a:defRPr sz="2000"/>
            </a:lvl1pPr>
          </a:lstStyle>
          <a:p>
            <a:pPr lvl="0"/>
            <a:r>
              <a:rPr lang="en-US"/>
              <a:t>Subheadline 20 Pt Arial</a:t>
            </a:r>
            <a:endParaRPr lang="en-US" dirty="0"/>
          </a:p>
        </p:txBody>
      </p:sp>
      <p:sp>
        <p:nvSpPr>
          <p:cNvPr id="21" name="Tabellenplatzhalter 2">
            <a:extLst>
              <a:ext uri="{FF2B5EF4-FFF2-40B4-BE49-F238E27FC236}">
                <a16:creationId xmlns:a16="http://schemas.microsoft.com/office/drawing/2014/main" id="{D623D46F-32CC-6243-8670-A9CED87FA091}"/>
              </a:ext>
            </a:extLst>
          </p:cNvPr>
          <p:cNvSpPr>
            <a:spLocks noGrp="1"/>
          </p:cNvSpPr>
          <p:nvPr>
            <p:ph type="tbl" sz="quarter" idx="16"/>
          </p:nvPr>
        </p:nvSpPr>
        <p:spPr>
          <a:xfrm>
            <a:off x="830263" y="1990800"/>
            <a:ext cx="10278000" cy="745200"/>
          </a:xfrm>
          <a:prstGeom prst="rect">
            <a:avLst/>
          </a:prstGeom>
        </p:spPr>
        <p:txBody>
          <a:bodyPr/>
          <a:lstStyle/>
          <a:p>
            <a:endParaRPr lang="en-US" dirty="0"/>
          </a:p>
        </p:txBody>
      </p:sp>
      <p:sp>
        <p:nvSpPr>
          <p:cNvPr id="22" name="Tabellenplatzhalter 2">
            <a:extLst>
              <a:ext uri="{FF2B5EF4-FFF2-40B4-BE49-F238E27FC236}">
                <a16:creationId xmlns:a16="http://schemas.microsoft.com/office/drawing/2014/main" id="{DE8BB5FE-9D93-C44A-AAE7-1F975A620EE6}"/>
              </a:ext>
            </a:extLst>
          </p:cNvPr>
          <p:cNvSpPr>
            <a:spLocks noGrp="1"/>
          </p:cNvSpPr>
          <p:nvPr>
            <p:ph type="tbl" sz="quarter" idx="17"/>
          </p:nvPr>
        </p:nvSpPr>
        <p:spPr>
          <a:xfrm>
            <a:off x="830263" y="3103200"/>
            <a:ext cx="10278000" cy="1738800"/>
          </a:xfrm>
          <a:prstGeom prst="rect">
            <a:avLst/>
          </a:prstGeom>
        </p:spPr>
        <p:txBody>
          <a:bodyPr/>
          <a:lstStyle/>
          <a:p>
            <a:endParaRPr lang="en-US" dirty="0"/>
          </a:p>
        </p:txBody>
      </p:sp>
    </p:spTree>
    <p:extLst>
      <p:ext uri="{BB962C8B-B14F-4D97-AF65-F5344CB8AC3E}">
        <p14:creationId xmlns:p14="http://schemas.microsoft.com/office/powerpoint/2010/main" val="277349503"/>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slide #23">
    <p:spTree>
      <p:nvGrpSpPr>
        <p:cNvPr id="1" name=""/>
        <p:cNvGrpSpPr/>
        <p:nvPr/>
      </p:nvGrpSpPr>
      <p:grpSpPr>
        <a:xfrm>
          <a:off x="0" y="0"/>
          <a:ext cx="0" cy="0"/>
          <a:chOff x="0" y="0"/>
          <a:chExt cx="0" cy="0"/>
        </a:xfrm>
      </p:grpSpPr>
      <p:sp>
        <p:nvSpPr>
          <p:cNvPr id="16" name="Bildplatzhalter 19">
            <a:extLst>
              <a:ext uri="{FF2B5EF4-FFF2-40B4-BE49-F238E27FC236}">
                <a16:creationId xmlns:a16="http://schemas.microsoft.com/office/drawing/2014/main" id="{A914E362-0FB7-524B-BF27-5EFA611F5579}"/>
              </a:ext>
            </a:extLst>
          </p:cNvPr>
          <p:cNvSpPr>
            <a:spLocks noGrp="1" noChangeAspect="1"/>
          </p:cNvSpPr>
          <p:nvPr>
            <p:ph type="pic" sz="quarter" idx="30"/>
          </p:nvPr>
        </p:nvSpPr>
        <p:spPr>
          <a:xfrm>
            <a:off x="1504800" y="2125778"/>
            <a:ext cx="1897199" cy="1896808"/>
          </a:xfrm>
          <a:prstGeom prst="ellipse">
            <a:avLst/>
          </a:prstGeom>
          <a:pattFill prst="wdDnDiag">
            <a:fgClr>
              <a:schemeClr val="bg1">
                <a:lumMod val="85000"/>
              </a:schemeClr>
            </a:fgClr>
            <a:bgClr>
              <a:schemeClr val="bg1"/>
            </a:bgClr>
          </a:pattFill>
        </p:spPr>
        <p:txBody>
          <a:bodyPr/>
          <a:lstStyle>
            <a:lvl1pPr>
              <a:defRPr b="0"/>
            </a:lvl1pPr>
          </a:lstStyle>
          <a:p>
            <a:endParaRPr lang="en-US" noProof="0"/>
          </a:p>
        </p:txBody>
      </p:sp>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Team slide, 32 pt headline</a:t>
            </a:r>
          </a:p>
        </p:txBody>
      </p:sp>
      <p:sp>
        <p:nvSpPr>
          <p:cNvPr id="35" name="Textplatzhalter 2">
            <a:extLst>
              <a:ext uri="{FF2B5EF4-FFF2-40B4-BE49-F238E27FC236}">
                <a16:creationId xmlns:a16="http://schemas.microsoft.com/office/drawing/2014/main" id="{65A687BF-42FB-DB42-A7A1-47BF39A192A6}"/>
              </a:ext>
            </a:extLst>
          </p:cNvPr>
          <p:cNvSpPr>
            <a:spLocks noGrp="1"/>
          </p:cNvSpPr>
          <p:nvPr>
            <p:ph type="body" sz="quarter" idx="15" hasCustomPrompt="1"/>
          </p:nvPr>
        </p:nvSpPr>
        <p:spPr>
          <a:xfrm>
            <a:off x="1504800" y="4212000"/>
            <a:ext cx="1897199" cy="307777"/>
          </a:xfrm>
          <a:prstGeom prst="rect">
            <a:avLst/>
          </a:prstGeom>
        </p:spPr>
        <p:txBody>
          <a:bodyPr>
            <a:spAutoFit/>
          </a:bodyPr>
          <a:lstStyle>
            <a:lvl1pPr algn="ctr">
              <a:spcAft>
                <a:spcPts val="0"/>
              </a:spcAft>
              <a:defRPr/>
            </a:lvl1pPr>
          </a:lstStyle>
          <a:p>
            <a:pPr lvl="0"/>
            <a:r>
              <a:rPr lang="en-US" noProof="0" dirty="0"/>
              <a:t>Full Name</a:t>
            </a:r>
          </a:p>
        </p:txBody>
      </p:sp>
      <p:sp>
        <p:nvSpPr>
          <p:cNvPr id="36" name="Textplatzhalter 2">
            <a:extLst>
              <a:ext uri="{FF2B5EF4-FFF2-40B4-BE49-F238E27FC236}">
                <a16:creationId xmlns:a16="http://schemas.microsoft.com/office/drawing/2014/main" id="{5AD2192B-DA21-4F42-B84D-F2E101D611DD}"/>
              </a:ext>
            </a:extLst>
          </p:cNvPr>
          <p:cNvSpPr>
            <a:spLocks noGrp="1"/>
          </p:cNvSpPr>
          <p:nvPr>
            <p:ph type="body" sz="quarter" idx="16" hasCustomPrompt="1"/>
          </p:nvPr>
        </p:nvSpPr>
        <p:spPr>
          <a:xfrm>
            <a:off x="1504800" y="4600800"/>
            <a:ext cx="1897199" cy="400110"/>
          </a:xfrm>
          <a:prstGeom prst="rect">
            <a:avLst/>
          </a:prstGeom>
        </p:spPr>
        <p:txBody>
          <a:bodyPr>
            <a:spAutoFit/>
          </a:bodyPr>
          <a:lstStyle>
            <a:lvl1pPr algn="ctr">
              <a:spcAft>
                <a:spcPts val="0"/>
              </a:spcAft>
              <a:defRPr sz="1000"/>
            </a:lvl1pPr>
          </a:lstStyle>
          <a:p>
            <a:pPr lvl="0"/>
            <a:r>
              <a:rPr lang="en-US" noProof="0" dirty="0"/>
              <a:t> Job title</a:t>
            </a:r>
          </a:p>
          <a:p>
            <a:pPr lvl="0"/>
            <a:r>
              <a:rPr lang="en-US" noProof="0" dirty="0"/>
              <a:t>Business unit</a:t>
            </a:r>
          </a:p>
        </p:txBody>
      </p:sp>
      <p:sp>
        <p:nvSpPr>
          <p:cNvPr id="81" name="Bildplatzhalter 19">
            <a:extLst>
              <a:ext uri="{FF2B5EF4-FFF2-40B4-BE49-F238E27FC236}">
                <a16:creationId xmlns:a16="http://schemas.microsoft.com/office/drawing/2014/main" id="{BFE2B42F-DF74-D240-B609-5DD0979A4649}"/>
              </a:ext>
            </a:extLst>
          </p:cNvPr>
          <p:cNvSpPr>
            <a:spLocks noGrp="1" noChangeAspect="1"/>
          </p:cNvSpPr>
          <p:nvPr>
            <p:ph type="pic" sz="quarter" idx="17"/>
          </p:nvPr>
        </p:nvSpPr>
        <p:spPr>
          <a:xfrm>
            <a:off x="3928358" y="2125778"/>
            <a:ext cx="1897199" cy="1896808"/>
          </a:xfrm>
          <a:prstGeom prst="ellipse">
            <a:avLst/>
          </a:prstGeom>
          <a:pattFill prst="wdDnDiag">
            <a:fgClr>
              <a:schemeClr val="bg1">
                <a:lumMod val="85000"/>
              </a:schemeClr>
            </a:fgClr>
            <a:bgClr>
              <a:schemeClr val="bg1"/>
            </a:bgClr>
          </a:pattFill>
        </p:spPr>
        <p:txBody>
          <a:bodyPr/>
          <a:lstStyle>
            <a:lvl1pPr>
              <a:defRPr b="0"/>
            </a:lvl1pPr>
          </a:lstStyle>
          <a:p>
            <a:endParaRPr lang="en-US" noProof="0"/>
          </a:p>
        </p:txBody>
      </p:sp>
      <p:sp>
        <p:nvSpPr>
          <p:cNvPr id="83" name="Bildplatzhalter 19">
            <a:extLst>
              <a:ext uri="{FF2B5EF4-FFF2-40B4-BE49-F238E27FC236}">
                <a16:creationId xmlns:a16="http://schemas.microsoft.com/office/drawing/2014/main" id="{B0BD4405-D2E9-884E-8829-68B423CBC920}"/>
              </a:ext>
            </a:extLst>
          </p:cNvPr>
          <p:cNvSpPr>
            <a:spLocks noGrp="1" noChangeAspect="1"/>
          </p:cNvSpPr>
          <p:nvPr>
            <p:ph type="pic" sz="quarter" idx="23"/>
          </p:nvPr>
        </p:nvSpPr>
        <p:spPr>
          <a:xfrm>
            <a:off x="8775662" y="2125778"/>
            <a:ext cx="1897199" cy="1896808"/>
          </a:xfrm>
          <a:prstGeom prst="ellipse">
            <a:avLst/>
          </a:prstGeom>
          <a:pattFill prst="wdDnDiag">
            <a:fgClr>
              <a:schemeClr val="bg1">
                <a:lumMod val="85000"/>
              </a:schemeClr>
            </a:fgClr>
            <a:bgClr>
              <a:schemeClr val="bg1"/>
            </a:bgClr>
          </a:pattFill>
        </p:spPr>
        <p:txBody>
          <a:bodyPr/>
          <a:lstStyle>
            <a:lvl1pPr>
              <a:defRPr b="0"/>
            </a:lvl1pPr>
          </a:lstStyle>
          <a:p>
            <a:endParaRPr lang="en-US" noProof="0"/>
          </a:p>
        </p:txBody>
      </p:sp>
      <p:sp>
        <p:nvSpPr>
          <p:cNvPr id="84" name="Textplatzhalter 2">
            <a:extLst>
              <a:ext uri="{FF2B5EF4-FFF2-40B4-BE49-F238E27FC236}">
                <a16:creationId xmlns:a16="http://schemas.microsoft.com/office/drawing/2014/main" id="{7EBF85A6-6395-5144-8919-524B3F4D4020}"/>
              </a:ext>
            </a:extLst>
          </p:cNvPr>
          <p:cNvSpPr>
            <a:spLocks noGrp="1"/>
          </p:cNvSpPr>
          <p:nvPr>
            <p:ph type="body" sz="quarter" idx="24" hasCustomPrompt="1"/>
          </p:nvPr>
        </p:nvSpPr>
        <p:spPr>
          <a:xfrm>
            <a:off x="3928800" y="4212000"/>
            <a:ext cx="1897199" cy="307777"/>
          </a:xfrm>
          <a:prstGeom prst="rect">
            <a:avLst/>
          </a:prstGeom>
        </p:spPr>
        <p:txBody>
          <a:bodyPr>
            <a:spAutoFit/>
          </a:bodyPr>
          <a:lstStyle>
            <a:lvl1pPr algn="ctr">
              <a:spcAft>
                <a:spcPts val="0"/>
              </a:spcAft>
              <a:defRPr/>
            </a:lvl1pPr>
          </a:lstStyle>
          <a:p>
            <a:pPr lvl="0"/>
            <a:r>
              <a:rPr lang="en-US" noProof="0"/>
              <a:t>Full Name</a:t>
            </a:r>
          </a:p>
        </p:txBody>
      </p:sp>
      <p:sp>
        <p:nvSpPr>
          <p:cNvPr id="85" name="Textplatzhalter 2">
            <a:extLst>
              <a:ext uri="{FF2B5EF4-FFF2-40B4-BE49-F238E27FC236}">
                <a16:creationId xmlns:a16="http://schemas.microsoft.com/office/drawing/2014/main" id="{7B8216BE-DFE1-F245-8DAB-A7F687DA76D5}"/>
              </a:ext>
            </a:extLst>
          </p:cNvPr>
          <p:cNvSpPr>
            <a:spLocks noGrp="1"/>
          </p:cNvSpPr>
          <p:nvPr>
            <p:ph type="body" sz="quarter" idx="25" hasCustomPrompt="1"/>
          </p:nvPr>
        </p:nvSpPr>
        <p:spPr>
          <a:xfrm>
            <a:off x="3928800" y="4600800"/>
            <a:ext cx="1897199" cy="400110"/>
          </a:xfrm>
          <a:prstGeom prst="rect">
            <a:avLst/>
          </a:prstGeom>
        </p:spPr>
        <p:txBody>
          <a:bodyPr>
            <a:spAutoFit/>
          </a:bodyPr>
          <a:lstStyle>
            <a:lvl1pPr algn="ctr">
              <a:spcAft>
                <a:spcPts val="0"/>
              </a:spcAft>
              <a:defRPr sz="1000"/>
            </a:lvl1pPr>
          </a:lstStyle>
          <a:p>
            <a:pPr lvl="0"/>
            <a:r>
              <a:rPr lang="en-US" noProof="0"/>
              <a:t> Job title</a:t>
            </a:r>
          </a:p>
          <a:p>
            <a:pPr lvl="0"/>
            <a:r>
              <a:rPr lang="en-US" noProof="0"/>
              <a:t>Business unit</a:t>
            </a:r>
          </a:p>
        </p:txBody>
      </p:sp>
      <p:sp>
        <p:nvSpPr>
          <p:cNvPr id="86" name="Textplatzhalter 2">
            <a:extLst>
              <a:ext uri="{FF2B5EF4-FFF2-40B4-BE49-F238E27FC236}">
                <a16:creationId xmlns:a16="http://schemas.microsoft.com/office/drawing/2014/main" id="{3B98CE37-0D14-174B-88BA-6C6F772869B1}"/>
              </a:ext>
            </a:extLst>
          </p:cNvPr>
          <p:cNvSpPr>
            <a:spLocks noGrp="1"/>
          </p:cNvSpPr>
          <p:nvPr>
            <p:ph type="body" sz="quarter" idx="26" hasCustomPrompt="1"/>
          </p:nvPr>
        </p:nvSpPr>
        <p:spPr>
          <a:xfrm>
            <a:off x="6352800" y="4212000"/>
            <a:ext cx="1897199" cy="307777"/>
          </a:xfrm>
          <a:prstGeom prst="rect">
            <a:avLst/>
          </a:prstGeom>
        </p:spPr>
        <p:txBody>
          <a:bodyPr>
            <a:spAutoFit/>
          </a:bodyPr>
          <a:lstStyle>
            <a:lvl1pPr algn="ctr">
              <a:spcAft>
                <a:spcPts val="0"/>
              </a:spcAft>
              <a:defRPr/>
            </a:lvl1pPr>
          </a:lstStyle>
          <a:p>
            <a:pPr lvl="0"/>
            <a:r>
              <a:rPr lang="en-US" noProof="0"/>
              <a:t>Full Name</a:t>
            </a:r>
          </a:p>
        </p:txBody>
      </p:sp>
      <p:sp>
        <p:nvSpPr>
          <p:cNvPr id="87" name="Textplatzhalter 2">
            <a:extLst>
              <a:ext uri="{FF2B5EF4-FFF2-40B4-BE49-F238E27FC236}">
                <a16:creationId xmlns:a16="http://schemas.microsoft.com/office/drawing/2014/main" id="{887D109F-80AE-9D44-BA2E-4E06ECA60A48}"/>
              </a:ext>
            </a:extLst>
          </p:cNvPr>
          <p:cNvSpPr>
            <a:spLocks noGrp="1"/>
          </p:cNvSpPr>
          <p:nvPr>
            <p:ph type="body" sz="quarter" idx="27" hasCustomPrompt="1"/>
          </p:nvPr>
        </p:nvSpPr>
        <p:spPr>
          <a:xfrm>
            <a:off x="6352800" y="4600800"/>
            <a:ext cx="1897199" cy="400110"/>
          </a:xfrm>
          <a:prstGeom prst="rect">
            <a:avLst/>
          </a:prstGeom>
        </p:spPr>
        <p:txBody>
          <a:bodyPr>
            <a:spAutoFit/>
          </a:bodyPr>
          <a:lstStyle>
            <a:lvl1pPr algn="ctr">
              <a:spcAft>
                <a:spcPts val="0"/>
              </a:spcAft>
              <a:defRPr sz="1000"/>
            </a:lvl1pPr>
          </a:lstStyle>
          <a:p>
            <a:pPr lvl="0"/>
            <a:r>
              <a:rPr lang="en-US" noProof="0" dirty="0"/>
              <a:t> Job title</a:t>
            </a:r>
          </a:p>
          <a:p>
            <a:pPr lvl="0"/>
            <a:r>
              <a:rPr lang="en-US" noProof="0" dirty="0"/>
              <a:t>Business unit</a:t>
            </a:r>
          </a:p>
        </p:txBody>
      </p:sp>
      <p:sp>
        <p:nvSpPr>
          <p:cNvPr id="88" name="Textplatzhalter 2">
            <a:extLst>
              <a:ext uri="{FF2B5EF4-FFF2-40B4-BE49-F238E27FC236}">
                <a16:creationId xmlns:a16="http://schemas.microsoft.com/office/drawing/2014/main" id="{20728A3F-54C8-7A4E-8383-30CD4F7C574F}"/>
              </a:ext>
            </a:extLst>
          </p:cNvPr>
          <p:cNvSpPr>
            <a:spLocks noGrp="1"/>
          </p:cNvSpPr>
          <p:nvPr>
            <p:ph type="body" sz="quarter" idx="28" hasCustomPrompt="1"/>
          </p:nvPr>
        </p:nvSpPr>
        <p:spPr>
          <a:xfrm>
            <a:off x="8776800" y="4212000"/>
            <a:ext cx="1897199" cy="307777"/>
          </a:xfrm>
          <a:prstGeom prst="rect">
            <a:avLst/>
          </a:prstGeom>
        </p:spPr>
        <p:txBody>
          <a:bodyPr>
            <a:spAutoFit/>
          </a:bodyPr>
          <a:lstStyle>
            <a:lvl1pPr algn="ctr">
              <a:spcAft>
                <a:spcPts val="0"/>
              </a:spcAft>
              <a:defRPr/>
            </a:lvl1pPr>
          </a:lstStyle>
          <a:p>
            <a:pPr lvl="0"/>
            <a:r>
              <a:rPr lang="en-US" noProof="0"/>
              <a:t>Full Name</a:t>
            </a:r>
          </a:p>
        </p:txBody>
      </p:sp>
      <p:sp>
        <p:nvSpPr>
          <p:cNvPr id="89" name="Textplatzhalter 2">
            <a:extLst>
              <a:ext uri="{FF2B5EF4-FFF2-40B4-BE49-F238E27FC236}">
                <a16:creationId xmlns:a16="http://schemas.microsoft.com/office/drawing/2014/main" id="{ACDD33F2-49A5-F04F-9198-C2D8D60698B0}"/>
              </a:ext>
            </a:extLst>
          </p:cNvPr>
          <p:cNvSpPr>
            <a:spLocks noGrp="1"/>
          </p:cNvSpPr>
          <p:nvPr>
            <p:ph type="body" sz="quarter" idx="29" hasCustomPrompt="1"/>
          </p:nvPr>
        </p:nvSpPr>
        <p:spPr>
          <a:xfrm>
            <a:off x="8776800" y="4600800"/>
            <a:ext cx="1897199" cy="400110"/>
          </a:xfrm>
          <a:prstGeom prst="rect">
            <a:avLst/>
          </a:prstGeom>
        </p:spPr>
        <p:txBody>
          <a:bodyPr>
            <a:spAutoFit/>
          </a:bodyPr>
          <a:lstStyle>
            <a:lvl1pPr algn="ctr">
              <a:spcAft>
                <a:spcPts val="0"/>
              </a:spcAft>
              <a:defRPr sz="1000"/>
            </a:lvl1pPr>
          </a:lstStyle>
          <a:p>
            <a:pPr lvl="0"/>
            <a:r>
              <a:rPr lang="en-US" noProof="0"/>
              <a:t> Job title</a:t>
            </a:r>
          </a:p>
          <a:p>
            <a:pPr lvl="0"/>
            <a:r>
              <a:rPr lang="en-US" noProof="0"/>
              <a:t>Business unit</a:t>
            </a:r>
          </a:p>
        </p:txBody>
      </p:sp>
      <p:sp>
        <p:nvSpPr>
          <p:cNvPr id="17" name="Bildplatzhalter 19">
            <a:extLst>
              <a:ext uri="{FF2B5EF4-FFF2-40B4-BE49-F238E27FC236}">
                <a16:creationId xmlns:a16="http://schemas.microsoft.com/office/drawing/2014/main" id="{27D8B4E8-1540-4A49-A956-EE33197F1885}"/>
              </a:ext>
            </a:extLst>
          </p:cNvPr>
          <p:cNvSpPr>
            <a:spLocks noGrp="1" noChangeAspect="1"/>
          </p:cNvSpPr>
          <p:nvPr>
            <p:ph type="pic" sz="quarter" idx="31"/>
          </p:nvPr>
        </p:nvSpPr>
        <p:spPr>
          <a:xfrm>
            <a:off x="6350400" y="2124000"/>
            <a:ext cx="1897199" cy="1896808"/>
          </a:xfrm>
          <a:prstGeom prst="ellipse">
            <a:avLst/>
          </a:prstGeom>
          <a:pattFill prst="wdDnDiag">
            <a:fgClr>
              <a:schemeClr val="bg1">
                <a:lumMod val="85000"/>
              </a:schemeClr>
            </a:fgClr>
            <a:bgClr>
              <a:schemeClr val="bg1"/>
            </a:bgClr>
          </a:pattFill>
        </p:spPr>
        <p:txBody>
          <a:bodyPr/>
          <a:lstStyle>
            <a:lvl1pPr>
              <a:defRPr b="0"/>
            </a:lvl1pPr>
          </a:lstStyle>
          <a:p>
            <a:endParaRPr lang="en-US" noProof="0"/>
          </a:p>
        </p:txBody>
      </p:sp>
    </p:spTree>
    <p:extLst>
      <p:ext uri="{BB962C8B-B14F-4D97-AF65-F5344CB8AC3E}">
        <p14:creationId xmlns:p14="http://schemas.microsoft.com/office/powerpoint/2010/main" val="35724442"/>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slide #24">
    <p:spTree>
      <p:nvGrpSpPr>
        <p:cNvPr id="1" name=""/>
        <p:cNvGrpSpPr/>
        <p:nvPr/>
      </p:nvGrpSpPr>
      <p:grpSpPr>
        <a:xfrm>
          <a:off x="0" y="0"/>
          <a:ext cx="0" cy="0"/>
          <a:chOff x="0" y="0"/>
          <a:chExt cx="0" cy="0"/>
        </a:xfrm>
      </p:grpSpPr>
      <p:sp>
        <p:nvSpPr>
          <p:cNvPr id="41" name="Bildplatzhalter 19">
            <a:extLst>
              <a:ext uri="{FF2B5EF4-FFF2-40B4-BE49-F238E27FC236}">
                <a16:creationId xmlns:a16="http://schemas.microsoft.com/office/drawing/2014/main" id="{5725EDC1-36BD-9D4E-9D0F-14AD0DBC5F76}"/>
              </a:ext>
            </a:extLst>
          </p:cNvPr>
          <p:cNvSpPr>
            <a:spLocks noGrp="1" noChangeAspect="1"/>
          </p:cNvSpPr>
          <p:nvPr>
            <p:ph type="pic" sz="quarter" idx="49"/>
          </p:nvPr>
        </p:nvSpPr>
        <p:spPr>
          <a:xfrm>
            <a:off x="6318000" y="2279686"/>
            <a:ext cx="1397088" cy="1396800"/>
          </a:xfrm>
          <a:prstGeom prst="ellipse">
            <a:avLst/>
          </a:prstGeom>
          <a:pattFill prst="wdDnDiag">
            <a:fgClr>
              <a:schemeClr val="bg1">
                <a:lumMod val="85000"/>
              </a:schemeClr>
            </a:fgClr>
            <a:bgClr>
              <a:schemeClr val="bg1"/>
            </a:bgClr>
          </a:pattFill>
        </p:spPr>
        <p:txBody>
          <a:bodyPr/>
          <a:lstStyle>
            <a:lvl1pPr>
              <a:defRPr sz="1200" b="0"/>
            </a:lvl1pPr>
          </a:lstStyle>
          <a:p>
            <a:endParaRPr lang="en-US" noProof="0"/>
          </a:p>
        </p:txBody>
      </p:sp>
      <p:sp>
        <p:nvSpPr>
          <p:cNvPr id="40" name="Bildplatzhalter 19">
            <a:extLst>
              <a:ext uri="{FF2B5EF4-FFF2-40B4-BE49-F238E27FC236}">
                <a16:creationId xmlns:a16="http://schemas.microsoft.com/office/drawing/2014/main" id="{B009C836-29E4-A74F-A130-E5654A7D4372}"/>
              </a:ext>
            </a:extLst>
          </p:cNvPr>
          <p:cNvSpPr>
            <a:spLocks noGrp="1" noChangeAspect="1"/>
          </p:cNvSpPr>
          <p:nvPr>
            <p:ph type="pic" sz="quarter" idx="48"/>
          </p:nvPr>
        </p:nvSpPr>
        <p:spPr>
          <a:xfrm>
            <a:off x="4492800" y="2279686"/>
            <a:ext cx="1397088" cy="1396800"/>
          </a:xfrm>
          <a:prstGeom prst="ellipse">
            <a:avLst/>
          </a:prstGeom>
          <a:pattFill prst="wdDnDiag">
            <a:fgClr>
              <a:schemeClr val="bg1">
                <a:lumMod val="85000"/>
              </a:schemeClr>
            </a:fgClr>
            <a:bgClr>
              <a:schemeClr val="bg1"/>
            </a:bgClr>
          </a:pattFill>
        </p:spPr>
        <p:txBody>
          <a:bodyPr/>
          <a:lstStyle>
            <a:lvl1pPr>
              <a:defRPr sz="1200" b="0"/>
            </a:lvl1pPr>
          </a:lstStyle>
          <a:p>
            <a:endParaRPr lang="en-US" noProof="0"/>
          </a:p>
        </p:txBody>
      </p:sp>
      <p:sp>
        <p:nvSpPr>
          <p:cNvPr id="36" name="Bildplatzhalter 19">
            <a:extLst>
              <a:ext uri="{FF2B5EF4-FFF2-40B4-BE49-F238E27FC236}">
                <a16:creationId xmlns:a16="http://schemas.microsoft.com/office/drawing/2014/main" id="{C3BFE6C3-0421-124E-A6DE-18B2E2993747}"/>
              </a:ext>
            </a:extLst>
          </p:cNvPr>
          <p:cNvSpPr>
            <a:spLocks noGrp="1" noChangeAspect="1"/>
          </p:cNvSpPr>
          <p:nvPr>
            <p:ph type="pic" sz="quarter" idx="47"/>
          </p:nvPr>
        </p:nvSpPr>
        <p:spPr>
          <a:xfrm>
            <a:off x="9968400" y="2278800"/>
            <a:ext cx="1397088" cy="1396800"/>
          </a:xfrm>
          <a:prstGeom prst="ellipse">
            <a:avLst/>
          </a:prstGeom>
          <a:pattFill prst="wdDnDiag">
            <a:fgClr>
              <a:schemeClr val="bg1">
                <a:lumMod val="85000"/>
              </a:schemeClr>
            </a:fgClr>
            <a:bgClr>
              <a:schemeClr val="bg1"/>
            </a:bgClr>
          </a:pattFill>
        </p:spPr>
        <p:txBody>
          <a:bodyPr/>
          <a:lstStyle>
            <a:lvl1pPr>
              <a:defRPr sz="1200" b="0"/>
            </a:lvl1pPr>
          </a:lstStyle>
          <a:p>
            <a:endParaRPr lang="en-US" noProof="0"/>
          </a:p>
        </p:txBody>
      </p:sp>
      <p:sp>
        <p:nvSpPr>
          <p:cNvPr id="35" name="Bildplatzhalter 19">
            <a:extLst>
              <a:ext uri="{FF2B5EF4-FFF2-40B4-BE49-F238E27FC236}">
                <a16:creationId xmlns:a16="http://schemas.microsoft.com/office/drawing/2014/main" id="{F0EE7A80-4E59-9143-B34A-76EE0FCA3E4A}"/>
              </a:ext>
            </a:extLst>
          </p:cNvPr>
          <p:cNvSpPr>
            <a:spLocks noGrp="1" noChangeAspect="1"/>
          </p:cNvSpPr>
          <p:nvPr>
            <p:ph type="pic" sz="quarter" idx="46"/>
          </p:nvPr>
        </p:nvSpPr>
        <p:spPr>
          <a:xfrm>
            <a:off x="842400" y="2279686"/>
            <a:ext cx="1397088" cy="1396800"/>
          </a:xfrm>
          <a:prstGeom prst="ellipse">
            <a:avLst/>
          </a:prstGeom>
          <a:pattFill prst="wdDnDiag">
            <a:fgClr>
              <a:schemeClr val="bg1">
                <a:lumMod val="85000"/>
              </a:schemeClr>
            </a:fgClr>
            <a:bgClr>
              <a:schemeClr val="bg1"/>
            </a:bgClr>
          </a:pattFill>
        </p:spPr>
        <p:txBody>
          <a:bodyPr/>
          <a:lstStyle>
            <a:lvl1pPr>
              <a:defRPr sz="1200" b="0"/>
            </a:lvl1pPr>
          </a:lstStyle>
          <a:p>
            <a:endParaRPr lang="en-US" noProof="0"/>
          </a:p>
        </p:txBody>
      </p:sp>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Team slide, 32 pt headline</a:t>
            </a:r>
          </a:p>
        </p:txBody>
      </p:sp>
      <p:sp>
        <p:nvSpPr>
          <p:cNvPr id="21" name="Textplatzhalter 2">
            <a:extLst>
              <a:ext uri="{FF2B5EF4-FFF2-40B4-BE49-F238E27FC236}">
                <a16:creationId xmlns:a16="http://schemas.microsoft.com/office/drawing/2014/main" id="{09EBF9A6-1ABB-1E4A-8A28-1521F4FBDEA7}"/>
              </a:ext>
            </a:extLst>
          </p:cNvPr>
          <p:cNvSpPr>
            <a:spLocks noGrp="1"/>
          </p:cNvSpPr>
          <p:nvPr>
            <p:ph type="body" sz="quarter" idx="15" hasCustomPrompt="1"/>
          </p:nvPr>
        </p:nvSpPr>
        <p:spPr>
          <a:xfrm>
            <a:off x="843677" y="3863787"/>
            <a:ext cx="1396800" cy="307777"/>
          </a:xfrm>
          <a:prstGeom prst="rect">
            <a:avLst/>
          </a:prstGeom>
        </p:spPr>
        <p:txBody>
          <a:bodyPr>
            <a:spAutoFit/>
          </a:bodyPr>
          <a:lstStyle>
            <a:lvl1pPr algn="ctr">
              <a:spcAft>
                <a:spcPts val="0"/>
              </a:spcAft>
              <a:defRPr/>
            </a:lvl1pPr>
          </a:lstStyle>
          <a:p>
            <a:pPr lvl="0"/>
            <a:r>
              <a:rPr lang="en-US" noProof="0"/>
              <a:t>Full Name</a:t>
            </a:r>
          </a:p>
        </p:txBody>
      </p:sp>
      <p:sp>
        <p:nvSpPr>
          <p:cNvPr id="22" name="Textplatzhalter 2">
            <a:extLst>
              <a:ext uri="{FF2B5EF4-FFF2-40B4-BE49-F238E27FC236}">
                <a16:creationId xmlns:a16="http://schemas.microsoft.com/office/drawing/2014/main" id="{1C4BFB7D-7C70-C942-BA31-39193B1B0642}"/>
              </a:ext>
            </a:extLst>
          </p:cNvPr>
          <p:cNvSpPr>
            <a:spLocks noGrp="1"/>
          </p:cNvSpPr>
          <p:nvPr>
            <p:ph type="body" sz="quarter" idx="16" hasCustomPrompt="1"/>
          </p:nvPr>
        </p:nvSpPr>
        <p:spPr>
          <a:xfrm>
            <a:off x="843677" y="4252587"/>
            <a:ext cx="1396800" cy="400110"/>
          </a:xfrm>
          <a:prstGeom prst="rect">
            <a:avLst/>
          </a:prstGeom>
        </p:spPr>
        <p:txBody>
          <a:bodyPr>
            <a:spAutoFit/>
          </a:bodyPr>
          <a:lstStyle>
            <a:lvl1pPr algn="ctr">
              <a:spcAft>
                <a:spcPts val="0"/>
              </a:spcAft>
              <a:defRPr sz="1000"/>
            </a:lvl1pPr>
          </a:lstStyle>
          <a:p>
            <a:pPr lvl="0"/>
            <a:r>
              <a:rPr lang="en-US" noProof="0"/>
              <a:t> Job title</a:t>
            </a:r>
          </a:p>
          <a:p>
            <a:pPr lvl="0"/>
            <a:r>
              <a:rPr lang="en-US" noProof="0"/>
              <a:t>Business unit</a:t>
            </a:r>
          </a:p>
        </p:txBody>
      </p:sp>
      <p:sp>
        <p:nvSpPr>
          <p:cNvPr id="23" name="Bildplatzhalter 19">
            <a:extLst>
              <a:ext uri="{FF2B5EF4-FFF2-40B4-BE49-F238E27FC236}">
                <a16:creationId xmlns:a16="http://schemas.microsoft.com/office/drawing/2014/main" id="{2D3489F9-2887-1349-8E84-C0F3BA1BA17B}"/>
              </a:ext>
            </a:extLst>
          </p:cNvPr>
          <p:cNvSpPr>
            <a:spLocks noGrp="1" noChangeAspect="1"/>
          </p:cNvSpPr>
          <p:nvPr>
            <p:ph type="pic" sz="quarter" idx="31"/>
          </p:nvPr>
        </p:nvSpPr>
        <p:spPr>
          <a:xfrm>
            <a:off x="2668501" y="2279686"/>
            <a:ext cx="1397088" cy="1396800"/>
          </a:xfrm>
          <a:prstGeom prst="ellipse">
            <a:avLst/>
          </a:prstGeom>
          <a:pattFill prst="wdDnDiag">
            <a:fgClr>
              <a:schemeClr val="bg1">
                <a:lumMod val="85000"/>
              </a:schemeClr>
            </a:fgClr>
            <a:bgClr>
              <a:schemeClr val="bg1"/>
            </a:bgClr>
          </a:pattFill>
        </p:spPr>
        <p:txBody>
          <a:bodyPr/>
          <a:lstStyle>
            <a:lvl1pPr>
              <a:defRPr sz="1200" b="0"/>
            </a:lvl1pPr>
          </a:lstStyle>
          <a:p>
            <a:endParaRPr lang="en-US" noProof="0"/>
          </a:p>
        </p:txBody>
      </p:sp>
      <p:sp>
        <p:nvSpPr>
          <p:cNvPr id="24" name="Textplatzhalter 2">
            <a:extLst>
              <a:ext uri="{FF2B5EF4-FFF2-40B4-BE49-F238E27FC236}">
                <a16:creationId xmlns:a16="http://schemas.microsoft.com/office/drawing/2014/main" id="{F9A14CA4-B29F-E946-8FB3-98C53EDA915A}"/>
              </a:ext>
            </a:extLst>
          </p:cNvPr>
          <p:cNvSpPr>
            <a:spLocks noGrp="1"/>
          </p:cNvSpPr>
          <p:nvPr>
            <p:ph type="body" sz="quarter" idx="32" hasCustomPrompt="1"/>
          </p:nvPr>
        </p:nvSpPr>
        <p:spPr>
          <a:xfrm>
            <a:off x="2668501" y="3863787"/>
            <a:ext cx="1396800" cy="307777"/>
          </a:xfrm>
          <a:prstGeom prst="rect">
            <a:avLst/>
          </a:prstGeom>
        </p:spPr>
        <p:txBody>
          <a:bodyPr>
            <a:spAutoFit/>
          </a:bodyPr>
          <a:lstStyle>
            <a:lvl1pPr algn="ctr">
              <a:spcAft>
                <a:spcPts val="0"/>
              </a:spcAft>
              <a:defRPr/>
            </a:lvl1pPr>
          </a:lstStyle>
          <a:p>
            <a:pPr lvl="0"/>
            <a:r>
              <a:rPr lang="en-US" noProof="0"/>
              <a:t>Full Name</a:t>
            </a:r>
          </a:p>
        </p:txBody>
      </p:sp>
      <p:sp>
        <p:nvSpPr>
          <p:cNvPr id="25" name="Textplatzhalter 2">
            <a:extLst>
              <a:ext uri="{FF2B5EF4-FFF2-40B4-BE49-F238E27FC236}">
                <a16:creationId xmlns:a16="http://schemas.microsoft.com/office/drawing/2014/main" id="{3C171CE1-2BAE-5043-89B0-FDE3113B668B}"/>
              </a:ext>
            </a:extLst>
          </p:cNvPr>
          <p:cNvSpPr>
            <a:spLocks noGrp="1"/>
          </p:cNvSpPr>
          <p:nvPr>
            <p:ph type="body" sz="quarter" idx="33" hasCustomPrompt="1"/>
          </p:nvPr>
        </p:nvSpPr>
        <p:spPr>
          <a:xfrm>
            <a:off x="2668501" y="4252587"/>
            <a:ext cx="1396800" cy="400110"/>
          </a:xfrm>
          <a:prstGeom prst="rect">
            <a:avLst/>
          </a:prstGeom>
        </p:spPr>
        <p:txBody>
          <a:bodyPr>
            <a:spAutoFit/>
          </a:bodyPr>
          <a:lstStyle>
            <a:lvl1pPr algn="ctr">
              <a:spcAft>
                <a:spcPts val="0"/>
              </a:spcAft>
              <a:defRPr sz="1000"/>
            </a:lvl1pPr>
          </a:lstStyle>
          <a:p>
            <a:pPr lvl="0"/>
            <a:r>
              <a:rPr lang="en-US" noProof="0"/>
              <a:t> Job title</a:t>
            </a:r>
          </a:p>
          <a:p>
            <a:pPr lvl="0"/>
            <a:r>
              <a:rPr lang="en-US" noProof="0"/>
              <a:t>Business unit</a:t>
            </a:r>
          </a:p>
        </p:txBody>
      </p:sp>
      <p:sp>
        <p:nvSpPr>
          <p:cNvPr id="27" name="Textplatzhalter 2">
            <a:extLst>
              <a:ext uri="{FF2B5EF4-FFF2-40B4-BE49-F238E27FC236}">
                <a16:creationId xmlns:a16="http://schemas.microsoft.com/office/drawing/2014/main" id="{BAECC262-340C-CE4D-8F26-FDD5222E651C}"/>
              </a:ext>
            </a:extLst>
          </p:cNvPr>
          <p:cNvSpPr>
            <a:spLocks noGrp="1"/>
          </p:cNvSpPr>
          <p:nvPr>
            <p:ph type="body" sz="quarter" idx="35" hasCustomPrompt="1"/>
          </p:nvPr>
        </p:nvSpPr>
        <p:spPr>
          <a:xfrm>
            <a:off x="4493325" y="3863787"/>
            <a:ext cx="1396800" cy="307777"/>
          </a:xfrm>
          <a:prstGeom prst="rect">
            <a:avLst/>
          </a:prstGeom>
        </p:spPr>
        <p:txBody>
          <a:bodyPr>
            <a:spAutoFit/>
          </a:bodyPr>
          <a:lstStyle>
            <a:lvl1pPr algn="ctr">
              <a:spcAft>
                <a:spcPts val="0"/>
              </a:spcAft>
              <a:defRPr/>
            </a:lvl1pPr>
          </a:lstStyle>
          <a:p>
            <a:pPr lvl="0"/>
            <a:r>
              <a:rPr lang="en-US" noProof="0"/>
              <a:t>Full Name</a:t>
            </a:r>
          </a:p>
        </p:txBody>
      </p:sp>
      <p:sp>
        <p:nvSpPr>
          <p:cNvPr id="28" name="Textplatzhalter 2">
            <a:extLst>
              <a:ext uri="{FF2B5EF4-FFF2-40B4-BE49-F238E27FC236}">
                <a16:creationId xmlns:a16="http://schemas.microsoft.com/office/drawing/2014/main" id="{8D1ABDF8-F66B-8147-B107-5904D16D86DC}"/>
              </a:ext>
            </a:extLst>
          </p:cNvPr>
          <p:cNvSpPr>
            <a:spLocks noGrp="1"/>
          </p:cNvSpPr>
          <p:nvPr>
            <p:ph type="body" sz="quarter" idx="36" hasCustomPrompt="1"/>
          </p:nvPr>
        </p:nvSpPr>
        <p:spPr>
          <a:xfrm>
            <a:off x="4493325" y="4252587"/>
            <a:ext cx="1396800" cy="400110"/>
          </a:xfrm>
          <a:prstGeom prst="rect">
            <a:avLst/>
          </a:prstGeom>
        </p:spPr>
        <p:txBody>
          <a:bodyPr>
            <a:spAutoFit/>
          </a:bodyPr>
          <a:lstStyle>
            <a:lvl1pPr algn="ctr">
              <a:spcAft>
                <a:spcPts val="0"/>
              </a:spcAft>
              <a:defRPr sz="1000"/>
            </a:lvl1pPr>
          </a:lstStyle>
          <a:p>
            <a:pPr lvl="0"/>
            <a:r>
              <a:rPr lang="en-US" noProof="0"/>
              <a:t> Job title</a:t>
            </a:r>
          </a:p>
          <a:p>
            <a:pPr lvl="0"/>
            <a:r>
              <a:rPr lang="en-US" noProof="0"/>
              <a:t>Business unit</a:t>
            </a:r>
          </a:p>
        </p:txBody>
      </p:sp>
      <p:sp>
        <p:nvSpPr>
          <p:cNvPr id="30" name="Textplatzhalter 2">
            <a:extLst>
              <a:ext uri="{FF2B5EF4-FFF2-40B4-BE49-F238E27FC236}">
                <a16:creationId xmlns:a16="http://schemas.microsoft.com/office/drawing/2014/main" id="{341BAF15-21D8-9F45-B407-6BD484F29F51}"/>
              </a:ext>
            </a:extLst>
          </p:cNvPr>
          <p:cNvSpPr>
            <a:spLocks noGrp="1"/>
          </p:cNvSpPr>
          <p:nvPr>
            <p:ph type="body" sz="quarter" idx="38" hasCustomPrompt="1"/>
          </p:nvPr>
        </p:nvSpPr>
        <p:spPr>
          <a:xfrm>
            <a:off x="6318149" y="3863787"/>
            <a:ext cx="1396800" cy="307777"/>
          </a:xfrm>
          <a:prstGeom prst="rect">
            <a:avLst/>
          </a:prstGeom>
        </p:spPr>
        <p:txBody>
          <a:bodyPr>
            <a:spAutoFit/>
          </a:bodyPr>
          <a:lstStyle>
            <a:lvl1pPr algn="ctr">
              <a:spcAft>
                <a:spcPts val="0"/>
              </a:spcAft>
              <a:defRPr/>
            </a:lvl1pPr>
          </a:lstStyle>
          <a:p>
            <a:pPr lvl="0"/>
            <a:r>
              <a:rPr lang="en-US" noProof="0"/>
              <a:t>Full Name</a:t>
            </a:r>
          </a:p>
        </p:txBody>
      </p:sp>
      <p:sp>
        <p:nvSpPr>
          <p:cNvPr id="31" name="Textplatzhalter 2">
            <a:extLst>
              <a:ext uri="{FF2B5EF4-FFF2-40B4-BE49-F238E27FC236}">
                <a16:creationId xmlns:a16="http://schemas.microsoft.com/office/drawing/2014/main" id="{CD56AF9F-670A-6343-9D1A-088CF2DC8F5B}"/>
              </a:ext>
            </a:extLst>
          </p:cNvPr>
          <p:cNvSpPr>
            <a:spLocks noGrp="1"/>
          </p:cNvSpPr>
          <p:nvPr>
            <p:ph type="body" sz="quarter" idx="39" hasCustomPrompt="1"/>
          </p:nvPr>
        </p:nvSpPr>
        <p:spPr>
          <a:xfrm>
            <a:off x="6318149" y="4252587"/>
            <a:ext cx="1396800" cy="400110"/>
          </a:xfrm>
          <a:prstGeom prst="rect">
            <a:avLst/>
          </a:prstGeom>
        </p:spPr>
        <p:txBody>
          <a:bodyPr>
            <a:spAutoFit/>
          </a:bodyPr>
          <a:lstStyle>
            <a:lvl1pPr algn="ctr">
              <a:spcAft>
                <a:spcPts val="0"/>
              </a:spcAft>
              <a:defRPr sz="1000"/>
            </a:lvl1pPr>
          </a:lstStyle>
          <a:p>
            <a:pPr lvl="0"/>
            <a:r>
              <a:rPr lang="en-US" noProof="0"/>
              <a:t> Job title</a:t>
            </a:r>
          </a:p>
          <a:p>
            <a:pPr lvl="0"/>
            <a:r>
              <a:rPr lang="en-US" noProof="0"/>
              <a:t>Business unit</a:t>
            </a:r>
          </a:p>
        </p:txBody>
      </p:sp>
      <p:sp>
        <p:nvSpPr>
          <p:cNvPr id="32" name="Bildplatzhalter 19">
            <a:extLst>
              <a:ext uri="{FF2B5EF4-FFF2-40B4-BE49-F238E27FC236}">
                <a16:creationId xmlns:a16="http://schemas.microsoft.com/office/drawing/2014/main" id="{9E3B7B6C-549A-A044-AFB5-5ACA6F5A2EE0}"/>
              </a:ext>
            </a:extLst>
          </p:cNvPr>
          <p:cNvSpPr>
            <a:spLocks noGrp="1" noChangeAspect="1"/>
          </p:cNvSpPr>
          <p:nvPr>
            <p:ph type="pic" sz="quarter" idx="40"/>
          </p:nvPr>
        </p:nvSpPr>
        <p:spPr>
          <a:xfrm>
            <a:off x="8142973" y="2279686"/>
            <a:ext cx="1397088" cy="1396800"/>
          </a:xfrm>
          <a:prstGeom prst="ellipse">
            <a:avLst/>
          </a:prstGeom>
          <a:pattFill prst="wdDnDiag">
            <a:fgClr>
              <a:schemeClr val="bg1">
                <a:lumMod val="85000"/>
              </a:schemeClr>
            </a:fgClr>
            <a:bgClr>
              <a:schemeClr val="bg1"/>
            </a:bgClr>
          </a:pattFill>
        </p:spPr>
        <p:txBody>
          <a:bodyPr/>
          <a:lstStyle>
            <a:lvl1pPr>
              <a:defRPr sz="1200" b="0"/>
            </a:lvl1pPr>
          </a:lstStyle>
          <a:p>
            <a:endParaRPr lang="en-US" noProof="0"/>
          </a:p>
        </p:txBody>
      </p:sp>
      <p:sp>
        <p:nvSpPr>
          <p:cNvPr id="33" name="Textplatzhalter 2">
            <a:extLst>
              <a:ext uri="{FF2B5EF4-FFF2-40B4-BE49-F238E27FC236}">
                <a16:creationId xmlns:a16="http://schemas.microsoft.com/office/drawing/2014/main" id="{80D4223A-6E92-854F-9C77-ECAD61455B47}"/>
              </a:ext>
            </a:extLst>
          </p:cNvPr>
          <p:cNvSpPr>
            <a:spLocks noGrp="1"/>
          </p:cNvSpPr>
          <p:nvPr>
            <p:ph type="body" sz="quarter" idx="41" hasCustomPrompt="1"/>
          </p:nvPr>
        </p:nvSpPr>
        <p:spPr>
          <a:xfrm>
            <a:off x="8142973" y="3863787"/>
            <a:ext cx="1396800" cy="307777"/>
          </a:xfrm>
          <a:prstGeom prst="rect">
            <a:avLst/>
          </a:prstGeom>
        </p:spPr>
        <p:txBody>
          <a:bodyPr>
            <a:spAutoFit/>
          </a:bodyPr>
          <a:lstStyle>
            <a:lvl1pPr algn="ctr">
              <a:spcAft>
                <a:spcPts val="0"/>
              </a:spcAft>
              <a:defRPr/>
            </a:lvl1pPr>
          </a:lstStyle>
          <a:p>
            <a:pPr lvl="0"/>
            <a:r>
              <a:rPr lang="en-US" noProof="0"/>
              <a:t>Full Name</a:t>
            </a:r>
          </a:p>
        </p:txBody>
      </p:sp>
      <p:sp>
        <p:nvSpPr>
          <p:cNvPr id="34" name="Textplatzhalter 2">
            <a:extLst>
              <a:ext uri="{FF2B5EF4-FFF2-40B4-BE49-F238E27FC236}">
                <a16:creationId xmlns:a16="http://schemas.microsoft.com/office/drawing/2014/main" id="{EF27B8E6-4F2F-0640-A713-B58E784539B8}"/>
              </a:ext>
            </a:extLst>
          </p:cNvPr>
          <p:cNvSpPr>
            <a:spLocks noGrp="1"/>
          </p:cNvSpPr>
          <p:nvPr>
            <p:ph type="body" sz="quarter" idx="42" hasCustomPrompt="1"/>
          </p:nvPr>
        </p:nvSpPr>
        <p:spPr>
          <a:xfrm>
            <a:off x="8142973" y="4252587"/>
            <a:ext cx="1396800" cy="400110"/>
          </a:xfrm>
          <a:prstGeom prst="rect">
            <a:avLst/>
          </a:prstGeom>
        </p:spPr>
        <p:txBody>
          <a:bodyPr>
            <a:spAutoFit/>
          </a:bodyPr>
          <a:lstStyle>
            <a:lvl1pPr algn="ctr">
              <a:spcAft>
                <a:spcPts val="0"/>
              </a:spcAft>
              <a:defRPr sz="1000"/>
            </a:lvl1pPr>
          </a:lstStyle>
          <a:p>
            <a:pPr lvl="0"/>
            <a:r>
              <a:rPr lang="en-US" noProof="0"/>
              <a:t> Job title</a:t>
            </a:r>
          </a:p>
          <a:p>
            <a:pPr lvl="0"/>
            <a:r>
              <a:rPr lang="en-US" noProof="0"/>
              <a:t>Business unit</a:t>
            </a:r>
          </a:p>
        </p:txBody>
      </p:sp>
      <p:sp>
        <p:nvSpPr>
          <p:cNvPr id="38" name="Textplatzhalter 2">
            <a:extLst>
              <a:ext uri="{FF2B5EF4-FFF2-40B4-BE49-F238E27FC236}">
                <a16:creationId xmlns:a16="http://schemas.microsoft.com/office/drawing/2014/main" id="{C280608E-66E3-4C4E-BBD3-B5E6E8AD8088}"/>
              </a:ext>
            </a:extLst>
          </p:cNvPr>
          <p:cNvSpPr>
            <a:spLocks noGrp="1"/>
          </p:cNvSpPr>
          <p:nvPr>
            <p:ph type="body" sz="quarter" idx="44" hasCustomPrompt="1"/>
          </p:nvPr>
        </p:nvSpPr>
        <p:spPr>
          <a:xfrm>
            <a:off x="9967799" y="3863787"/>
            <a:ext cx="1396800" cy="307777"/>
          </a:xfrm>
          <a:prstGeom prst="rect">
            <a:avLst/>
          </a:prstGeom>
        </p:spPr>
        <p:txBody>
          <a:bodyPr>
            <a:spAutoFit/>
          </a:bodyPr>
          <a:lstStyle>
            <a:lvl1pPr algn="ctr">
              <a:spcAft>
                <a:spcPts val="0"/>
              </a:spcAft>
              <a:defRPr/>
            </a:lvl1pPr>
          </a:lstStyle>
          <a:p>
            <a:pPr lvl="0"/>
            <a:r>
              <a:rPr lang="en-US" noProof="0"/>
              <a:t>Full Name</a:t>
            </a:r>
          </a:p>
        </p:txBody>
      </p:sp>
      <p:sp>
        <p:nvSpPr>
          <p:cNvPr id="39" name="Textplatzhalter 2">
            <a:extLst>
              <a:ext uri="{FF2B5EF4-FFF2-40B4-BE49-F238E27FC236}">
                <a16:creationId xmlns:a16="http://schemas.microsoft.com/office/drawing/2014/main" id="{7CEF10E3-CB7C-6B41-9DD7-9A65CE299522}"/>
              </a:ext>
            </a:extLst>
          </p:cNvPr>
          <p:cNvSpPr>
            <a:spLocks noGrp="1"/>
          </p:cNvSpPr>
          <p:nvPr>
            <p:ph type="body" sz="quarter" idx="45" hasCustomPrompt="1"/>
          </p:nvPr>
        </p:nvSpPr>
        <p:spPr>
          <a:xfrm>
            <a:off x="9967799" y="4252587"/>
            <a:ext cx="1396800" cy="400110"/>
          </a:xfrm>
          <a:prstGeom prst="rect">
            <a:avLst/>
          </a:prstGeom>
        </p:spPr>
        <p:txBody>
          <a:bodyPr>
            <a:spAutoFit/>
          </a:bodyPr>
          <a:lstStyle>
            <a:lvl1pPr algn="ctr">
              <a:spcAft>
                <a:spcPts val="0"/>
              </a:spcAft>
              <a:defRPr sz="1000"/>
            </a:lvl1pPr>
          </a:lstStyle>
          <a:p>
            <a:pPr lvl="0"/>
            <a:r>
              <a:rPr lang="en-US" noProof="0"/>
              <a:t> Job title</a:t>
            </a:r>
          </a:p>
          <a:p>
            <a:pPr lvl="0"/>
            <a:r>
              <a:rPr lang="en-US" noProof="0"/>
              <a:t>Business unit</a:t>
            </a:r>
          </a:p>
        </p:txBody>
      </p:sp>
    </p:spTree>
    <p:extLst>
      <p:ext uri="{BB962C8B-B14F-4D97-AF65-F5344CB8AC3E}">
        <p14:creationId xmlns:p14="http://schemas.microsoft.com/office/powerpoint/2010/main" val="2252847264"/>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ank you slides #1">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34B64934-96A2-7442-85CF-750145FA655D}"/>
              </a:ext>
            </a:extLst>
          </p:cNvPr>
          <p:cNvSpPr/>
          <p:nvPr userDrawn="1"/>
        </p:nvSpPr>
        <p:spPr>
          <a:xfrm>
            <a:off x="0" y="0"/>
            <a:ext cx="12192000" cy="68580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Textfeld 5">
            <a:extLst>
              <a:ext uri="{FF2B5EF4-FFF2-40B4-BE49-F238E27FC236}">
                <a16:creationId xmlns:a16="http://schemas.microsoft.com/office/drawing/2014/main" id="{3C5DC22F-C982-164B-A5BC-EC1A91253F04}"/>
              </a:ext>
            </a:extLst>
          </p:cNvPr>
          <p:cNvSpPr txBox="1"/>
          <p:nvPr userDrawn="1"/>
        </p:nvSpPr>
        <p:spPr>
          <a:xfrm>
            <a:off x="3217909" y="3788729"/>
            <a:ext cx="5400000" cy="923330"/>
          </a:xfrm>
          <a:prstGeom prst="rect">
            <a:avLst/>
          </a:prstGeom>
          <a:noFill/>
        </p:spPr>
        <p:txBody>
          <a:bodyPr wrap="square" rtlCol="0">
            <a:spAutoFit/>
          </a:bodyPr>
          <a:lstStyle/>
          <a:p>
            <a:pPr algn="ctr"/>
            <a:r>
              <a:rPr lang="en-US" sz="5400" noProof="0">
                <a:solidFill>
                  <a:schemeClr val="bg1"/>
                </a:solidFill>
                <a:latin typeface="Arial" panose="020B0604020202020204" pitchFamily="34" charset="0"/>
                <a:cs typeface="Arial" panose="020B0604020202020204" pitchFamily="34" charset="0"/>
              </a:rPr>
              <a:t>Thank you.</a:t>
            </a:r>
          </a:p>
        </p:txBody>
      </p:sp>
      <p:pic>
        <p:nvPicPr>
          <p:cNvPr id="7" name="Grafik 6">
            <a:extLst>
              <a:ext uri="{FF2B5EF4-FFF2-40B4-BE49-F238E27FC236}">
                <a16:creationId xmlns:a16="http://schemas.microsoft.com/office/drawing/2014/main" id="{C4E987BD-DE42-7849-8F5E-8390311737A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277002" y="1971483"/>
            <a:ext cx="1320473" cy="1532403"/>
          </a:xfrm>
          <a:prstGeom prst="rect">
            <a:avLst/>
          </a:prstGeom>
        </p:spPr>
      </p:pic>
    </p:spTree>
    <p:extLst>
      <p:ext uri="{BB962C8B-B14F-4D97-AF65-F5344CB8AC3E}">
        <p14:creationId xmlns:p14="http://schemas.microsoft.com/office/powerpoint/2010/main" val="4143635930"/>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ank you slides #2">
    <p:spTree>
      <p:nvGrpSpPr>
        <p:cNvPr id="1" name=""/>
        <p:cNvGrpSpPr/>
        <p:nvPr/>
      </p:nvGrpSpPr>
      <p:grpSpPr>
        <a:xfrm>
          <a:off x="0" y="0"/>
          <a:ext cx="0" cy="0"/>
          <a:chOff x="0" y="0"/>
          <a:chExt cx="0" cy="0"/>
        </a:xfrm>
      </p:grpSpPr>
      <p:sp>
        <p:nvSpPr>
          <p:cNvPr id="44" name="Rechteck 43">
            <a:extLst>
              <a:ext uri="{FF2B5EF4-FFF2-40B4-BE49-F238E27FC236}">
                <a16:creationId xmlns:a16="http://schemas.microsoft.com/office/drawing/2014/main" id="{7FF80095-ED86-074F-B227-788CF7A3A2EB}"/>
              </a:ext>
            </a:extLst>
          </p:cNvPr>
          <p:cNvSpPr/>
          <p:nvPr userDrawn="1"/>
        </p:nvSpPr>
        <p:spPr>
          <a:xfrm>
            <a:off x="0" y="0"/>
            <a:ext cx="12192000" cy="68580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5" name="Textfeld 44">
            <a:extLst>
              <a:ext uri="{FF2B5EF4-FFF2-40B4-BE49-F238E27FC236}">
                <a16:creationId xmlns:a16="http://schemas.microsoft.com/office/drawing/2014/main" id="{B10C1C27-12D0-EC4A-9958-2DE0316B474F}"/>
              </a:ext>
            </a:extLst>
          </p:cNvPr>
          <p:cNvSpPr txBox="1"/>
          <p:nvPr userDrawn="1"/>
        </p:nvSpPr>
        <p:spPr>
          <a:xfrm>
            <a:off x="835751" y="5113161"/>
            <a:ext cx="5400000" cy="923330"/>
          </a:xfrm>
          <a:prstGeom prst="rect">
            <a:avLst/>
          </a:prstGeom>
          <a:noFill/>
        </p:spPr>
        <p:txBody>
          <a:bodyPr wrap="square" rtlCol="0">
            <a:spAutoFit/>
          </a:bodyPr>
          <a:lstStyle/>
          <a:p>
            <a:r>
              <a:rPr lang="en-US" sz="5400" noProof="0">
                <a:solidFill>
                  <a:schemeClr val="bg1"/>
                </a:solidFill>
                <a:latin typeface="Arial" panose="020B0604020202020204" pitchFamily="34" charset="0"/>
                <a:cs typeface="Arial" panose="020B0604020202020204" pitchFamily="34" charset="0"/>
              </a:rPr>
              <a:t>Thank you.</a:t>
            </a:r>
          </a:p>
        </p:txBody>
      </p:sp>
      <p:pic>
        <p:nvPicPr>
          <p:cNvPr id="46" name="Grafik 45">
            <a:extLst>
              <a:ext uri="{FF2B5EF4-FFF2-40B4-BE49-F238E27FC236}">
                <a16:creationId xmlns:a16="http://schemas.microsoft.com/office/drawing/2014/main" id="{C8B89A05-A390-EA4D-9883-084B1B99920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0927" y="3158029"/>
            <a:ext cx="1320473" cy="1532403"/>
          </a:xfrm>
          <a:prstGeom prst="rect">
            <a:avLst/>
          </a:prstGeom>
        </p:spPr>
      </p:pic>
    </p:spTree>
    <p:extLst>
      <p:ext uri="{BB962C8B-B14F-4D97-AF65-F5344CB8AC3E}">
        <p14:creationId xmlns:p14="http://schemas.microsoft.com/office/powerpoint/2010/main" val="2104308974"/>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1.xml"/><Relationship Id="rId1" Type="http://schemas.openxmlformats.org/officeDocument/2006/relationships/slideLayout" Target="../slideLayouts/slideLayout1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theme" Target="../theme/theme4.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37.xml"/><Relationship Id="rId1"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4217593"/>
      </p:ext>
    </p:extLst>
  </p:cSld>
  <p:clrMap bg1="lt1" tx1="dk1" bg2="lt2" tx2="dk2" accent1="accent1" accent2="accent2" accent3="accent3" accent4="accent4" accent5="accent5" accent6="accent6" hlink="hlink" folHlink="folHlink"/>
  <p:sldLayoutIdLst>
    <p:sldLayoutId id="2147483649" r:id="rId1"/>
    <p:sldLayoutId id="2147483706" r:id="rId2"/>
    <p:sldLayoutId id="2147483657" r:id="rId3"/>
    <p:sldLayoutId id="2147483659" r:id="rId4"/>
    <p:sldLayoutId id="2147483660" r:id="rId5"/>
    <p:sldLayoutId id="2147483707" r:id="rId6"/>
    <p:sldLayoutId id="2147483710" r:id="rId7"/>
  </p:sldLayoutIdLst>
  <p:hf hdr="0" ftr="0" dt="0"/>
  <p:txStyles>
    <p:titleStyle>
      <a:lvl1pPr algn="l" defTabSz="914400" rtl="0" eaLnBrk="1" latinLnBrk="0" hangingPunct="1">
        <a:lnSpc>
          <a:spcPct val="90000"/>
        </a:lnSpc>
        <a:spcBef>
          <a:spcPct val="0"/>
        </a:spcBef>
        <a:buNone/>
        <a:defRPr sz="5400" b="0" i="0" kern="1200" baseline="0">
          <a:solidFill>
            <a:schemeClr val="tx1"/>
          </a:solidFill>
          <a:latin typeface="Arial" panose="020B0604020202020204" pitchFamily="34" charset="0"/>
          <a:ea typeface="+mj-ea"/>
          <a:cs typeface="+mj-cs"/>
        </a:defRPr>
      </a:lvl1pPr>
    </p:titleStyle>
    <p:bodyStyle>
      <a:lvl1pPr marL="0" indent="0" algn="l" defTabSz="914400" rtl="0" eaLnBrk="1" latinLnBrk="0" hangingPunct="1">
        <a:lnSpc>
          <a:spcPct val="100000"/>
        </a:lnSpc>
        <a:spcBef>
          <a:spcPts val="0"/>
        </a:spcBef>
        <a:spcAft>
          <a:spcPts val="2200"/>
        </a:spcAft>
        <a:buFont typeface="Arial" panose="020B0604020202020204" pitchFamily="34" charset="0"/>
        <a:buNone/>
        <a:tabLst/>
        <a:defRPr sz="1400" b="0" i="0" kern="1200" baseline="0">
          <a:solidFill>
            <a:schemeClr val="tx1"/>
          </a:solidFill>
          <a:latin typeface="Arial" panose="020B0604020202020204" pitchFamily="34" charset="0"/>
          <a:ea typeface="+mn-ea"/>
          <a:cs typeface="Arial" panose="020B0604020202020204" pitchFamily="34" charset="0"/>
        </a:defRPr>
      </a:lvl1pPr>
      <a:lvl2pPr marL="358775" indent="-206375" algn="l" defTabSz="914400" rtl="0" eaLnBrk="1" latinLnBrk="0" hangingPunct="1">
        <a:lnSpc>
          <a:spcPct val="100000"/>
        </a:lnSpc>
        <a:spcBef>
          <a:spcPts val="60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00000"/>
        </a:lnSpc>
        <a:spcBef>
          <a:spcPts val="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3pPr>
      <a:lvl4pPr marL="7938" indent="0" algn="l" defTabSz="914400" rtl="0" eaLnBrk="1" latinLnBrk="0" hangingPunct="1">
        <a:lnSpc>
          <a:spcPct val="90000"/>
        </a:lnSpc>
        <a:spcBef>
          <a:spcPts val="500"/>
        </a:spcBef>
        <a:buFont typeface="Arial" panose="020B0604020202020204" pitchFamily="34" charset="0"/>
        <a:buChar char="•"/>
        <a:tabLst/>
        <a:defRPr sz="1400" kern="1200" baseline="0">
          <a:solidFill>
            <a:schemeClr val="tx1"/>
          </a:solidFill>
          <a:latin typeface="Arial" panose="020B0604020202020204" pitchFamily="34" charset="0"/>
          <a:ea typeface="+mn-ea"/>
          <a:cs typeface="+mn-cs"/>
        </a:defRPr>
      </a:lvl4pPr>
      <a:lvl5pPr marL="223838" indent="-215900" algn="l" defTabSz="914400" rtl="0" eaLnBrk="1" latinLnBrk="0" hangingPunct="1">
        <a:lnSpc>
          <a:spcPct val="100000"/>
        </a:lnSpc>
        <a:spcBef>
          <a:spcPts val="0"/>
        </a:spcBef>
        <a:spcAft>
          <a:spcPts val="1000"/>
        </a:spcAft>
        <a:buClr>
          <a:schemeClr val="accent2"/>
        </a:buClr>
        <a:buFont typeface="+mj-lt"/>
        <a:buAutoNum type="arabicPeriod"/>
        <a:tabLst/>
        <a:defRPr sz="1400" b="0" i="0" kern="1200" baseline="0">
          <a:solidFill>
            <a:schemeClr val="tx1"/>
          </a:solidFill>
          <a:latin typeface="Arial" panose="020B0604020202020204" pitchFamily="34" charset="0"/>
          <a:ea typeface="+mn-ea"/>
          <a:cs typeface="Arial" panose="020B0604020202020204" pitchFamily="34" charset="0"/>
        </a:defRPr>
      </a:lvl5pPr>
      <a:lvl6pPr marL="223838" indent="-215900" algn="l" defTabSz="914400" rtl="0" eaLnBrk="1" latinLnBrk="0" hangingPunct="1">
        <a:lnSpc>
          <a:spcPct val="100000"/>
        </a:lnSpc>
        <a:spcBef>
          <a:spcPts val="600"/>
        </a:spcBef>
        <a:spcAft>
          <a:spcPts val="1000"/>
        </a:spcAft>
        <a:buClr>
          <a:schemeClr val="accent2"/>
        </a:buClr>
        <a:buFont typeface="+mj-lt"/>
        <a:buAutoNum type="alphaLcPeriod"/>
        <a:tabLst/>
        <a:defRPr sz="1400" b="0" i="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5208712"/>
      </p:ext>
    </p:extLst>
  </p:cSld>
  <p:clrMap bg1="lt1" tx1="dk1" bg2="lt2" tx2="dk2" accent1="accent1" accent2="accent2" accent3="accent3" accent4="accent4" accent5="accent5" accent6="accent6" hlink="hlink" folHlink="folHlink"/>
  <p:sldLayoutIdLst>
    <p:sldLayoutId id="2147483662" r:id="rId1"/>
    <p:sldLayoutId id="2147483663" r:id="rId2"/>
  </p:sldLayoutIdLst>
  <p:hf hdr="0" ftr="0" dt="0"/>
  <p:txStyles>
    <p:titleStyle>
      <a:lvl1pPr algn="l" defTabSz="914400" rtl="0" eaLnBrk="1" latinLnBrk="0" hangingPunct="1">
        <a:lnSpc>
          <a:spcPct val="90000"/>
        </a:lnSpc>
        <a:spcBef>
          <a:spcPct val="0"/>
        </a:spcBef>
        <a:buNone/>
        <a:defRPr sz="5400" b="0" i="0" kern="1200" baseline="0">
          <a:solidFill>
            <a:schemeClr val="tx1"/>
          </a:solidFill>
          <a:latin typeface="Arial" panose="020B0604020202020204" pitchFamily="34" charset="0"/>
          <a:ea typeface="+mj-ea"/>
          <a:cs typeface="+mj-cs"/>
        </a:defRPr>
      </a:lvl1pPr>
    </p:titleStyle>
    <p:bodyStyle>
      <a:lvl1pPr marL="0" indent="0" algn="l" defTabSz="914400" rtl="0" eaLnBrk="1" latinLnBrk="0" hangingPunct="1">
        <a:lnSpc>
          <a:spcPct val="100000"/>
        </a:lnSpc>
        <a:spcBef>
          <a:spcPts val="0"/>
        </a:spcBef>
        <a:spcAft>
          <a:spcPts val="2200"/>
        </a:spcAft>
        <a:buFont typeface="Arial" panose="020B0604020202020204" pitchFamily="34" charset="0"/>
        <a:buNone/>
        <a:tabLst/>
        <a:defRPr sz="1400" b="0" i="0" kern="1200" baseline="0">
          <a:solidFill>
            <a:schemeClr val="tx1"/>
          </a:solidFill>
          <a:latin typeface="Arial" panose="020B0604020202020204" pitchFamily="34" charset="0"/>
          <a:ea typeface="+mn-ea"/>
          <a:cs typeface="Arial" panose="020B0604020202020204" pitchFamily="34" charset="0"/>
        </a:defRPr>
      </a:lvl1pPr>
      <a:lvl2pPr marL="358775" indent="-206375" algn="l" defTabSz="914400" rtl="0" eaLnBrk="1" latinLnBrk="0" hangingPunct="1">
        <a:lnSpc>
          <a:spcPct val="100000"/>
        </a:lnSpc>
        <a:spcBef>
          <a:spcPts val="60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00000"/>
        </a:lnSpc>
        <a:spcBef>
          <a:spcPts val="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3pPr>
      <a:lvl4pPr marL="7938" indent="0" algn="l" defTabSz="914400" rtl="0" eaLnBrk="1" latinLnBrk="0" hangingPunct="1">
        <a:lnSpc>
          <a:spcPct val="90000"/>
        </a:lnSpc>
        <a:spcBef>
          <a:spcPts val="500"/>
        </a:spcBef>
        <a:buFont typeface="Arial" panose="020B0604020202020204" pitchFamily="34" charset="0"/>
        <a:buChar char="•"/>
        <a:tabLst/>
        <a:defRPr sz="1400" kern="1200" baseline="0">
          <a:solidFill>
            <a:schemeClr val="tx1"/>
          </a:solidFill>
          <a:latin typeface="Arial" panose="020B0604020202020204" pitchFamily="34" charset="0"/>
          <a:ea typeface="+mn-ea"/>
          <a:cs typeface="+mn-cs"/>
        </a:defRPr>
      </a:lvl4pPr>
      <a:lvl5pPr marL="223838" indent="-215900" algn="l" defTabSz="914400" rtl="0" eaLnBrk="1" latinLnBrk="0" hangingPunct="1">
        <a:lnSpc>
          <a:spcPct val="100000"/>
        </a:lnSpc>
        <a:spcBef>
          <a:spcPts val="0"/>
        </a:spcBef>
        <a:spcAft>
          <a:spcPts val="1000"/>
        </a:spcAft>
        <a:buClr>
          <a:schemeClr val="accent2"/>
        </a:buClr>
        <a:buFont typeface="+mj-lt"/>
        <a:buAutoNum type="arabicPeriod"/>
        <a:tabLst/>
        <a:defRPr sz="1400" b="0" i="0" kern="1200" baseline="0">
          <a:solidFill>
            <a:schemeClr val="tx1"/>
          </a:solidFill>
          <a:latin typeface="Arial" panose="020B0604020202020204" pitchFamily="34" charset="0"/>
          <a:ea typeface="+mn-ea"/>
          <a:cs typeface="Arial" panose="020B0604020202020204" pitchFamily="34" charset="0"/>
        </a:defRPr>
      </a:lvl5pPr>
      <a:lvl6pPr marL="223838" indent="-215900" algn="l" defTabSz="914400" rtl="0" eaLnBrk="1" latinLnBrk="0" hangingPunct="1">
        <a:lnSpc>
          <a:spcPct val="100000"/>
        </a:lnSpc>
        <a:spcBef>
          <a:spcPts val="600"/>
        </a:spcBef>
        <a:spcAft>
          <a:spcPts val="1000"/>
        </a:spcAft>
        <a:buClr>
          <a:schemeClr val="accent2"/>
        </a:buClr>
        <a:buFont typeface="+mj-lt"/>
        <a:buAutoNum type="alphaLcPeriod"/>
        <a:tabLst/>
        <a:defRPr sz="1400" b="0" i="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3872079"/>
      </p:ext>
    </p:extLst>
  </p:cSld>
  <p:clrMap bg1="lt1" tx1="dk1" bg2="lt2" tx2="dk2" accent1="accent1" accent2="accent2" accent3="accent3" accent4="accent4" accent5="accent5" accent6="accent6" hlink="hlink" folHlink="folHlink"/>
  <p:sldLayoutIdLst>
    <p:sldLayoutId id="2147483665" r:id="rId1"/>
    <p:sldLayoutId id="2147483666" r:id="rId2"/>
  </p:sldLayoutIdLst>
  <p:hf hdr="0" ftr="0" dt="0"/>
  <p:txStyles>
    <p:titleStyle>
      <a:lvl1pPr algn="l" defTabSz="914400" rtl="0" eaLnBrk="1" latinLnBrk="0" hangingPunct="1">
        <a:lnSpc>
          <a:spcPct val="90000"/>
        </a:lnSpc>
        <a:spcBef>
          <a:spcPct val="0"/>
        </a:spcBef>
        <a:buNone/>
        <a:defRPr sz="5400" b="0" i="0" kern="1200" baseline="0">
          <a:solidFill>
            <a:schemeClr val="tx1"/>
          </a:solidFill>
          <a:latin typeface="Arial" panose="020B0604020202020204" pitchFamily="34" charset="0"/>
          <a:ea typeface="+mj-ea"/>
          <a:cs typeface="+mj-cs"/>
        </a:defRPr>
      </a:lvl1pPr>
    </p:titleStyle>
    <p:bodyStyle>
      <a:lvl1pPr marL="0" indent="0" algn="l" defTabSz="914400" rtl="0" eaLnBrk="1" latinLnBrk="0" hangingPunct="1">
        <a:lnSpc>
          <a:spcPct val="100000"/>
        </a:lnSpc>
        <a:spcBef>
          <a:spcPts val="0"/>
        </a:spcBef>
        <a:spcAft>
          <a:spcPts val="2200"/>
        </a:spcAft>
        <a:buFont typeface="Arial" panose="020B0604020202020204" pitchFamily="34" charset="0"/>
        <a:buNone/>
        <a:tabLst/>
        <a:defRPr sz="1400" b="0" i="0" kern="1200" baseline="0">
          <a:solidFill>
            <a:schemeClr val="tx1"/>
          </a:solidFill>
          <a:latin typeface="Arial" panose="020B0604020202020204" pitchFamily="34" charset="0"/>
          <a:ea typeface="+mn-ea"/>
          <a:cs typeface="Arial" panose="020B0604020202020204" pitchFamily="34" charset="0"/>
        </a:defRPr>
      </a:lvl1pPr>
      <a:lvl2pPr marL="358775" indent="-206375" algn="l" defTabSz="914400" rtl="0" eaLnBrk="1" latinLnBrk="0" hangingPunct="1">
        <a:lnSpc>
          <a:spcPct val="100000"/>
        </a:lnSpc>
        <a:spcBef>
          <a:spcPts val="60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00000"/>
        </a:lnSpc>
        <a:spcBef>
          <a:spcPts val="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3pPr>
      <a:lvl4pPr marL="7938" indent="0" algn="l" defTabSz="914400" rtl="0" eaLnBrk="1" latinLnBrk="0" hangingPunct="1">
        <a:lnSpc>
          <a:spcPct val="90000"/>
        </a:lnSpc>
        <a:spcBef>
          <a:spcPts val="500"/>
        </a:spcBef>
        <a:buFont typeface="Arial" panose="020B0604020202020204" pitchFamily="34" charset="0"/>
        <a:buChar char="•"/>
        <a:tabLst/>
        <a:defRPr sz="1400" kern="1200" baseline="0">
          <a:solidFill>
            <a:schemeClr val="tx1"/>
          </a:solidFill>
          <a:latin typeface="Arial" panose="020B0604020202020204" pitchFamily="34" charset="0"/>
          <a:ea typeface="+mn-ea"/>
          <a:cs typeface="+mn-cs"/>
        </a:defRPr>
      </a:lvl4pPr>
      <a:lvl5pPr marL="223838" indent="-215900" algn="l" defTabSz="914400" rtl="0" eaLnBrk="1" latinLnBrk="0" hangingPunct="1">
        <a:lnSpc>
          <a:spcPct val="100000"/>
        </a:lnSpc>
        <a:spcBef>
          <a:spcPts val="0"/>
        </a:spcBef>
        <a:spcAft>
          <a:spcPts val="1000"/>
        </a:spcAft>
        <a:buClr>
          <a:schemeClr val="accent2"/>
        </a:buClr>
        <a:buFont typeface="+mj-lt"/>
        <a:buAutoNum type="arabicPeriod"/>
        <a:tabLst/>
        <a:defRPr sz="1400" b="0" i="0" kern="1200" baseline="0">
          <a:solidFill>
            <a:schemeClr val="tx1"/>
          </a:solidFill>
          <a:latin typeface="Arial" panose="020B0604020202020204" pitchFamily="34" charset="0"/>
          <a:ea typeface="+mn-ea"/>
          <a:cs typeface="Arial" panose="020B0604020202020204" pitchFamily="34" charset="0"/>
        </a:defRPr>
      </a:lvl5pPr>
      <a:lvl6pPr marL="223838" indent="-215900" algn="l" defTabSz="914400" rtl="0" eaLnBrk="1" latinLnBrk="0" hangingPunct="1">
        <a:lnSpc>
          <a:spcPct val="100000"/>
        </a:lnSpc>
        <a:spcBef>
          <a:spcPts val="600"/>
        </a:spcBef>
        <a:spcAft>
          <a:spcPts val="1000"/>
        </a:spcAft>
        <a:buClr>
          <a:schemeClr val="accent2"/>
        </a:buClr>
        <a:buFont typeface="+mj-lt"/>
        <a:buAutoNum type="alphaLcPeriod"/>
        <a:tabLst/>
        <a:defRPr sz="1400" b="0" i="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8407189"/>
      </p:ext>
    </p:extLst>
  </p:cSld>
  <p:clrMap bg1="lt1" tx1="dk1" bg2="lt2" tx2="dk2" accent1="accent1" accent2="accent2" accent3="accent3" accent4="accent4" accent5="accent5" accent6="accent6" hlink="hlink" folHlink="folHlink"/>
  <p:sldLayoutIdLst>
    <p:sldLayoutId id="2147483704" r:id="rId1"/>
    <p:sldLayoutId id="2147483668" r:id="rId2"/>
    <p:sldLayoutId id="2147483669" r:id="rId3"/>
    <p:sldLayoutId id="2147483670" r:id="rId4"/>
    <p:sldLayoutId id="2147483671" r:id="rId5"/>
    <p:sldLayoutId id="2147483673" r:id="rId6"/>
    <p:sldLayoutId id="2147483674" r:id="rId7"/>
    <p:sldLayoutId id="2147483675" r:id="rId8"/>
    <p:sldLayoutId id="2147483676" r:id="rId9"/>
    <p:sldLayoutId id="2147483677" r:id="rId10"/>
    <p:sldLayoutId id="2147483678" r:id="rId11"/>
    <p:sldLayoutId id="2147483679" r:id="rId12"/>
    <p:sldLayoutId id="2147483702" r:id="rId13"/>
    <p:sldLayoutId id="2147483682" r:id="rId14"/>
    <p:sldLayoutId id="2147483703" r:id="rId15"/>
    <p:sldLayoutId id="2147483683" r:id="rId16"/>
    <p:sldLayoutId id="2147483684" r:id="rId17"/>
    <p:sldLayoutId id="2147483705" r:id="rId18"/>
    <p:sldLayoutId id="2147483686" r:id="rId19"/>
    <p:sldLayoutId id="2147483689" r:id="rId20"/>
    <p:sldLayoutId id="2147483690" r:id="rId21"/>
    <p:sldLayoutId id="2147483691" r:id="rId22"/>
    <p:sldLayoutId id="2147483692" r:id="rId23"/>
    <p:sldLayoutId id="2147483694" r:id="rId24"/>
  </p:sldLayoutIdLst>
  <p:hf hdr="0" ftr="0" dt="0"/>
  <p:txStyles>
    <p:titleStyle>
      <a:lvl1pPr algn="l" defTabSz="914400" rtl="0" eaLnBrk="1" latinLnBrk="0" hangingPunct="1">
        <a:lnSpc>
          <a:spcPct val="90000"/>
        </a:lnSpc>
        <a:spcBef>
          <a:spcPct val="0"/>
        </a:spcBef>
        <a:buNone/>
        <a:defRPr sz="5400" b="0" i="0" kern="1200" baseline="0">
          <a:solidFill>
            <a:schemeClr val="tx1"/>
          </a:solidFill>
          <a:latin typeface="Arial" panose="020B0604020202020204" pitchFamily="34" charset="0"/>
          <a:ea typeface="+mj-ea"/>
          <a:cs typeface="+mj-cs"/>
        </a:defRPr>
      </a:lvl1pPr>
    </p:titleStyle>
    <p:bodyStyle>
      <a:lvl1pPr marL="0" indent="0" algn="l" defTabSz="914400" rtl="0" eaLnBrk="1" latinLnBrk="0" hangingPunct="1">
        <a:lnSpc>
          <a:spcPct val="100000"/>
        </a:lnSpc>
        <a:spcBef>
          <a:spcPts val="0"/>
        </a:spcBef>
        <a:spcAft>
          <a:spcPts val="2200"/>
        </a:spcAft>
        <a:buFont typeface="Arial" panose="020B0604020202020204" pitchFamily="34" charset="0"/>
        <a:buNone/>
        <a:tabLst/>
        <a:defRPr sz="1400" b="0" i="0" kern="1200" baseline="0">
          <a:solidFill>
            <a:schemeClr val="tx1"/>
          </a:solidFill>
          <a:latin typeface="Arial" panose="020B0604020202020204" pitchFamily="34" charset="0"/>
          <a:ea typeface="+mn-ea"/>
          <a:cs typeface="Arial" panose="020B0604020202020204" pitchFamily="34" charset="0"/>
        </a:defRPr>
      </a:lvl1pPr>
      <a:lvl2pPr marL="358775" indent="-206375" algn="l" defTabSz="914400" rtl="0" eaLnBrk="1" latinLnBrk="0" hangingPunct="1">
        <a:lnSpc>
          <a:spcPct val="100000"/>
        </a:lnSpc>
        <a:spcBef>
          <a:spcPts val="60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00000"/>
        </a:lnSpc>
        <a:spcBef>
          <a:spcPts val="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3pPr>
      <a:lvl4pPr marL="7938" indent="0" algn="l" defTabSz="914400" rtl="0" eaLnBrk="1" latinLnBrk="0" hangingPunct="1">
        <a:lnSpc>
          <a:spcPct val="90000"/>
        </a:lnSpc>
        <a:spcBef>
          <a:spcPts val="500"/>
        </a:spcBef>
        <a:buFont typeface="Arial" panose="020B0604020202020204" pitchFamily="34" charset="0"/>
        <a:buChar char="•"/>
        <a:tabLst/>
        <a:defRPr sz="1400" kern="1200" baseline="0">
          <a:solidFill>
            <a:schemeClr val="tx1"/>
          </a:solidFill>
          <a:latin typeface="Arial" panose="020B0604020202020204" pitchFamily="34" charset="0"/>
          <a:ea typeface="+mn-ea"/>
          <a:cs typeface="+mn-cs"/>
        </a:defRPr>
      </a:lvl4pPr>
      <a:lvl5pPr marL="223838" indent="-215900" algn="l" defTabSz="914400" rtl="0" eaLnBrk="1" latinLnBrk="0" hangingPunct="1">
        <a:lnSpc>
          <a:spcPct val="100000"/>
        </a:lnSpc>
        <a:spcBef>
          <a:spcPts val="0"/>
        </a:spcBef>
        <a:spcAft>
          <a:spcPts val="1000"/>
        </a:spcAft>
        <a:buClr>
          <a:schemeClr val="accent2"/>
        </a:buClr>
        <a:buFont typeface="+mj-lt"/>
        <a:buAutoNum type="arabicPeriod"/>
        <a:tabLst/>
        <a:defRPr sz="1400" b="0" i="0" kern="1200" baseline="0">
          <a:solidFill>
            <a:schemeClr val="tx1"/>
          </a:solidFill>
          <a:latin typeface="Arial" panose="020B0604020202020204" pitchFamily="34" charset="0"/>
          <a:ea typeface="+mn-ea"/>
          <a:cs typeface="Arial" panose="020B0604020202020204" pitchFamily="34" charset="0"/>
        </a:defRPr>
      </a:lvl5pPr>
      <a:lvl6pPr marL="223838" indent="-215900" algn="l" defTabSz="914400" rtl="0" eaLnBrk="1" latinLnBrk="0" hangingPunct="1">
        <a:lnSpc>
          <a:spcPct val="100000"/>
        </a:lnSpc>
        <a:spcBef>
          <a:spcPts val="600"/>
        </a:spcBef>
        <a:spcAft>
          <a:spcPts val="1000"/>
        </a:spcAft>
        <a:buClr>
          <a:schemeClr val="accent2"/>
        </a:buClr>
        <a:buFont typeface="+mj-lt"/>
        <a:buAutoNum type="alphaLcPeriod"/>
        <a:tabLst/>
        <a:defRPr sz="1400" b="0" i="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7549914"/>
      </p:ext>
    </p:extLst>
  </p:cSld>
  <p:clrMap bg1="lt1" tx1="dk1" bg2="lt2" tx2="dk2" accent1="accent1" accent2="accent2" accent3="accent3" accent4="accent4" accent5="accent5" accent6="accent6" hlink="hlink" folHlink="folHlink"/>
  <p:sldLayoutIdLst>
    <p:sldLayoutId id="2147483698" r:id="rId1"/>
    <p:sldLayoutId id="2147483697" r:id="rId2"/>
  </p:sldLayoutIdLst>
  <p:hf hdr="0" ftr="0" dt="0"/>
  <p:txStyles>
    <p:titleStyle>
      <a:lvl1pPr algn="l" defTabSz="914400" rtl="0" eaLnBrk="1" latinLnBrk="0" hangingPunct="1">
        <a:lnSpc>
          <a:spcPct val="90000"/>
        </a:lnSpc>
        <a:spcBef>
          <a:spcPct val="0"/>
        </a:spcBef>
        <a:buNone/>
        <a:defRPr sz="5400" b="0" i="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hyperlink" Target="https://diagram-consortium.org/t2dggiabout.html" TargetMode="External"/><Relationship Id="rId3" Type="http://schemas.openxmlformats.org/officeDocument/2006/relationships/image" Target="../media/image13.png"/><Relationship Id="rId7" Type="http://schemas.openxmlformats.org/officeDocument/2006/relationships/image" Target="../media/image18.png"/><Relationship Id="rId12"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hyperlink" Target="https://www.genetics-osteoarthritis.com/" TargetMode="External"/><Relationship Id="rId11" Type="http://schemas.openxmlformats.org/officeDocument/2006/relationships/image" Target="../media/image21.png"/><Relationship Id="rId5" Type="http://schemas.openxmlformats.org/officeDocument/2006/relationships/image" Target="../media/image17.png"/><Relationship Id="rId10" Type="http://schemas.openxmlformats.org/officeDocument/2006/relationships/image" Target="../media/image20.png"/><Relationship Id="rId4" Type="http://schemas.openxmlformats.org/officeDocument/2006/relationships/image" Target="../media/image16.png"/><Relationship Id="rId9"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3.png"/><Relationship Id="rId7"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jpe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31.jpeg"/><Relationship Id="rId5" Type="http://schemas.openxmlformats.org/officeDocument/2006/relationships/image" Target="../media/image30.jpeg"/><Relationship Id="rId4" Type="http://schemas.openxmlformats.org/officeDocument/2006/relationships/image" Target="../media/image29.png"/><Relationship Id="rId9" Type="http://schemas.openxmlformats.org/officeDocument/2006/relationships/image" Target="../media/image33.png"/></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43.png"/></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45.png"/></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50.png"/><Relationship Id="rId4" Type="http://schemas.openxmlformats.org/officeDocument/2006/relationships/image" Target="../media/image49.png"/></Relationships>
</file>

<file path=ppt/slides/_rels/slide20.xml.rels><?xml version="1.0" encoding="UTF-8" standalone="yes"?>
<Relationships xmlns="http://schemas.openxmlformats.org/package/2006/relationships"><Relationship Id="rId3" Type="http://schemas.openxmlformats.org/officeDocument/2006/relationships/hyperlink" Target="https://www.cog-genomics.org/plink/1.9/index" TargetMode="External"/><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51.png"/><Relationship Id="rId4" Type="http://schemas.openxmlformats.org/officeDocument/2006/relationships/hyperlink" Target="https://www.cog-genomics.org/plink/2.0/index" TargetMode="External"/></Relationships>
</file>

<file path=ppt/slides/_rels/slide2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31.jpeg"/><Relationship Id="rId5" Type="http://schemas.openxmlformats.org/officeDocument/2006/relationships/image" Target="../media/image30.jpeg"/><Relationship Id="rId4" Type="http://schemas.openxmlformats.org/officeDocument/2006/relationships/image" Target="../media/image29.png"/><Relationship Id="rId9"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54.png"/></Relationships>
</file>

<file path=ppt/slides/_rels/slide2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57.png"/><Relationship Id="rId4" Type="http://schemas.openxmlformats.org/officeDocument/2006/relationships/image" Target="../media/image56.png"/></Relationships>
</file>

<file path=ppt/slides/_rels/slide2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60.png"/></Relationships>
</file>

<file path=ppt/slides/_rels/slide28.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2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66.png"/><Relationship Id="rId4" Type="http://schemas.openxmlformats.org/officeDocument/2006/relationships/image" Target="../media/image65.png"/></Relationships>
</file>

<file path=ppt/slides/_rels/slide3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68.png"/></Relationships>
</file>

<file path=ppt/slides/_rels/slide3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71.png"/><Relationship Id="rId4" Type="http://schemas.openxmlformats.org/officeDocument/2006/relationships/image" Target="../media/image70.png"/></Relationships>
</file>

<file path=ppt/slides/_rels/slide3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73.png"/></Relationships>
</file>

<file path=ppt/slides/_rels/slide3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3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77.png"/><Relationship Id="rId4" Type="http://schemas.openxmlformats.org/officeDocument/2006/relationships/image" Target="../media/image76.png"/></Relationships>
</file>

<file path=ppt/slides/_rels/slide3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3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ED2EF-4D44-4AA7-B5AA-AE4079F13457}"/>
              </a:ext>
            </a:extLst>
          </p:cNvPr>
          <p:cNvSpPr>
            <a:spLocks noGrp="1"/>
          </p:cNvSpPr>
          <p:nvPr>
            <p:ph type="ctrTitle"/>
          </p:nvPr>
        </p:nvSpPr>
        <p:spPr>
          <a:xfrm>
            <a:off x="550864" y="549275"/>
            <a:ext cx="10871516" cy="984885"/>
          </a:xfrm>
        </p:spPr>
        <p:txBody>
          <a:bodyPr wrap="square" anchor="ctr">
            <a:normAutofit fontScale="90000"/>
          </a:bodyPr>
          <a:lstStyle/>
          <a:p>
            <a:r>
              <a:rPr lang="en-GB" sz="4800" dirty="0"/>
              <a:t>Human Genetics of Complex Traits Workshop</a:t>
            </a:r>
          </a:p>
        </p:txBody>
      </p:sp>
      <p:pic>
        <p:nvPicPr>
          <p:cNvPr id="22" name="Picture 3" descr="Abstract colorful background of freeze light curves">
            <a:extLst>
              <a:ext uri="{FF2B5EF4-FFF2-40B4-BE49-F238E27FC236}">
                <a16:creationId xmlns:a16="http://schemas.microsoft.com/office/drawing/2014/main" id="{2B623620-BE6B-4CF1-B06E-8858C8EE42C6}"/>
              </a:ext>
            </a:extLst>
          </p:cNvPr>
          <p:cNvPicPr>
            <a:picLocks noChangeAspect="1"/>
          </p:cNvPicPr>
          <p:nvPr/>
        </p:nvPicPr>
        <p:blipFill rotWithShape="1">
          <a:blip r:embed="rId3"/>
          <a:srcRect t="20420" b="20911"/>
          <a:stretch/>
        </p:blipFill>
        <p:spPr>
          <a:xfrm>
            <a:off x="20" y="2083435"/>
            <a:ext cx="12191980" cy="4774564"/>
          </a:xfrm>
          <a:custGeom>
            <a:avLst/>
            <a:gdLst/>
            <a:ahLst/>
            <a:cxnLst/>
            <a:rect l="l" t="t" r="r" b="b"/>
            <a:pathLst>
              <a:path w="12192000" h="4774564">
                <a:moveTo>
                  <a:pt x="0" y="0"/>
                </a:moveTo>
                <a:lnTo>
                  <a:pt x="12192000" y="0"/>
                </a:lnTo>
                <a:lnTo>
                  <a:pt x="12192000" y="4774564"/>
                </a:lnTo>
                <a:lnTo>
                  <a:pt x="0" y="4774564"/>
                </a:lnTo>
                <a:close/>
              </a:path>
            </a:pathLst>
          </a:custGeom>
        </p:spPr>
      </p:pic>
      <p:pic>
        <p:nvPicPr>
          <p:cNvPr id="5" name="Picture 4">
            <a:extLst>
              <a:ext uri="{FF2B5EF4-FFF2-40B4-BE49-F238E27FC236}">
                <a16:creationId xmlns:a16="http://schemas.microsoft.com/office/drawing/2014/main" id="{D8BBF940-ACFD-4FDB-AFF3-D1E7C4495D00}"/>
              </a:ext>
            </a:extLst>
          </p:cNvPr>
          <p:cNvPicPr>
            <a:picLocks noChangeAspect="1"/>
          </p:cNvPicPr>
          <p:nvPr/>
        </p:nvPicPr>
        <p:blipFill>
          <a:blip r:embed="rId4"/>
          <a:stretch>
            <a:fillRect/>
          </a:stretch>
        </p:blipFill>
        <p:spPr>
          <a:xfrm>
            <a:off x="8251" y="5894285"/>
            <a:ext cx="1559359" cy="856200"/>
          </a:xfrm>
          <a:prstGeom prst="rect">
            <a:avLst/>
          </a:prstGeom>
        </p:spPr>
      </p:pic>
      <p:sp>
        <p:nvSpPr>
          <p:cNvPr id="8" name="TextBox 7">
            <a:extLst>
              <a:ext uri="{FF2B5EF4-FFF2-40B4-BE49-F238E27FC236}">
                <a16:creationId xmlns:a16="http://schemas.microsoft.com/office/drawing/2014/main" id="{1152F263-2F57-47AD-9D2B-DFE3B96857E5}"/>
              </a:ext>
            </a:extLst>
          </p:cNvPr>
          <p:cNvSpPr txBox="1"/>
          <p:nvPr/>
        </p:nvSpPr>
        <p:spPr>
          <a:xfrm>
            <a:off x="8063799" y="5750024"/>
            <a:ext cx="3867281" cy="369332"/>
          </a:xfrm>
          <a:prstGeom prst="rect">
            <a:avLst/>
          </a:prstGeom>
          <a:noFill/>
        </p:spPr>
        <p:txBody>
          <a:bodyPr wrap="square" rtlCol="0">
            <a:spAutoFit/>
          </a:bodyPr>
          <a:lstStyle/>
          <a:p>
            <a:pPr algn="ctr"/>
            <a:r>
              <a:rPr lang="en-GB" dirty="0">
                <a:solidFill>
                  <a:schemeClr val="bg1"/>
                </a:solidFill>
              </a:rPr>
              <a:t>Konstantinos Hatzikotoulas </a:t>
            </a:r>
          </a:p>
        </p:txBody>
      </p:sp>
      <p:pic>
        <p:nvPicPr>
          <p:cNvPr id="10" name="Picture 9" descr="Graphical user interface, text, application&#10;&#10;Description automatically generated">
            <a:extLst>
              <a:ext uri="{FF2B5EF4-FFF2-40B4-BE49-F238E27FC236}">
                <a16:creationId xmlns:a16="http://schemas.microsoft.com/office/drawing/2014/main" id="{E856B070-CDA6-4667-FEBD-871F27365A0F}"/>
              </a:ext>
            </a:extLst>
          </p:cNvPr>
          <p:cNvPicPr>
            <a:picLocks noChangeAspect="1"/>
          </p:cNvPicPr>
          <p:nvPr/>
        </p:nvPicPr>
        <p:blipFill>
          <a:blip r:embed="rId5"/>
          <a:stretch>
            <a:fillRect/>
          </a:stretch>
        </p:blipFill>
        <p:spPr>
          <a:xfrm>
            <a:off x="-2960" y="5071005"/>
            <a:ext cx="3978068" cy="876252"/>
          </a:xfrm>
          <a:prstGeom prst="rect">
            <a:avLst/>
          </a:prstGeom>
        </p:spPr>
      </p:pic>
      <p:sp>
        <p:nvSpPr>
          <p:cNvPr id="11" name="Rectangle 10">
            <a:extLst>
              <a:ext uri="{FF2B5EF4-FFF2-40B4-BE49-F238E27FC236}">
                <a16:creationId xmlns:a16="http://schemas.microsoft.com/office/drawing/2014/main" id="{BF45DCC5-6FF3-2336-036A-06E262E21E55}"/>
              </a:ext>
            </a:extLst>
          </p:cNvPr>
          <p:cNvSpPr/>
          <p:nvPr/>
        </p:nvSpPr>
        <p:spPr>
          <a:xfrm>
            <a:off x="1036951" y="2590800"/>
            <a:ext cx="9402450" cy="2004060"/>
          </a:xfrm>
          <a:prstGeom prst="rect">
            <a:avLst/>
          </a:prstGeom>
          <a:solidFill>
            <a:schemeClr val="accent3">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Subtitle 2">
            <a:extLst>
              <a:ext uri="{FF2B5EF4-FFF2-40B4-BE49-F238E27FC236}">
                <a16:creationId xmlns:a16="http://schemas.microsoft.com/office/drawing/2014/main" id="{BCDE2C78-9876-12D9-B17B-668F12F22685}"/>
              </a:ext>
            </a:extLst>
          </p:cNvPr>
          <p:cNvSpPr txBox="1">
            <a:spLocks/>
          </p:cNvSpPr>
          <p:nvPr/>
        </p:nvSpPr>
        <p:spPr>
          <a:xfrm>
            <a:off x="1128390" y="2822533"/>
            <a:ext cx="9219570" cy="1540594"/>
          </a:xfrm>
          <a:solidFill>
            <a:schemeClr val="tx1"/>
          </a:solidFill>
        </p:spPr>
        <p:txBody>
          <a:bodyPr anchor="ctr">
            <a:noAutofit/>
          </a:bodyPr>
          <a:lstStyle>
            <a:lvl1pPr marL="0" indent="0" algn="ctr" defTabSz="914400" rtl="0" eaLnBrk="1" latinLnBrk="0" hangingPunct="1">
              <a:lnSpc>
                <a:spcPct val="100000"/>
              </a:lnSpc>
              <a:spcBef>
                <a:spcPts val="0"/>
              </a:spcBef>
              <a:spcAft>
                <a:spcPts val="2200"/>
              </a:spcAft>
              <a:buFont typeface="Arial" panose="020B0604020202020204" pitchFamily="34" charset="0"/>
              <a:buNone/>
              <a:tabLst/>
              <a:defRPr sz="2400" b="0" i="0" kern="1200" baseline="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100000"/>
              </a:lnSpc>
              <a:spcBef>
                <a:spcPts val="600"/>
              </a:spcBef>
              <a:spcAft>
                <a:spcPts val="1000"/>
              </a:spcAft>
              <a:buFont typeface="Arial" panose="020B0604020202020204" pitchFamily="34" charset="0"/>
              <a:buNone/>
              <a:tabLst/>
              <a:defRPr sz="2000" b="0" i="0" kern="1200" baseline="0">
                <a:solidFill>
                  <a:schemeClr val="tx1"/>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100000"/>
              </a:lnSpc>
              <a:spcBef>
                <a:spcPts val="0"/>
              </a:spcBef>
              <a:spcAft>
                <a:spcPts val="1000"/>
              </a:spcAft>
              <a:buFont typeface="Arial" panose="020B0604020202020204" pitchFamily="34" charset="0"/>
              <a:buNone/>
              <a:tabLst/>
              <a:defRPr sz="1800" b="0" i="0" kern="1200" baseline="0">
                <a:solidFill>
                  <a:schemeClr val="tx1"/>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tabLst/>
              <a:defRPr sz="1600" kern="1200" baseline="0">
                <a:solidFill>
                  <a:schemeClr val="tx1"/>
                </a:solidFill>
                <a:latin typeface="Arial" panose="020B0604020202020204" pitchFamily="34" charset="0"/>
                <a:ea typeface="+mn-ea"/>
                <a:cs typeface="+mn-cs"/>
              </a:defRPr>
            </a:lvl4pPr>
            <a:lvl5pPr marL="1828800" indent="0" algn="ctr" defTabSz="914400" rtl="0" eaLnBrk="1" latinLnBrk="0" hangingPunct="1">
              <a:lnSpc>
                <a:spcPct val="100000"/>
              </a:lnSpc>
              <a:spcBef>
                <a:spcPts val="0"/>
              </a:spcBef>
              <a:spcAft>
                <a:spcPts val="1000"/>
              </a:spcAft>
              <a:buClr>
                <a:schemeClr val="accent2"/>
              </a:buClr>
              <a:buFont typeface="+mj-lt"/>
              <a:buNone/>
              <a:tabLst/>
              <a:defRPr sz="1600" b="0" i="0" kern="1200" baseline="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100000"/>
              </a:lnSpc>
              <a:spcBef>
                <a:spcPts val="600"/>
              </a:spcBef>
              <a:spcAft>
                <a:spcPts val="1000"/>
              </a:spcAft>
              <a:buClr>
                <a:schemeClr val="accent2"/>
              </a:buClr>
              <a:buFont typeface="+mj-lt"/>
              <a:buNone/>
              <a:tabLst/>
              <a:defRPr sz="1600" b="0" i="0" kern="1200">
                <a:solidFill>
                  <a:schemeClr val="tx1"/>
                </a:solidFill>
                <a:latin typeface="Arial" panose="020B0604020202020204" pitchFamily="34" charset="0"/>
                <a:ea typeface="+mn-ea"/>
                <a:cs typeface="Arial" panose="020B0604020202020204" pitchFamily="34" charset="0"/>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3600" dirty="0"/>
              <a:t>Current tools and best practices for performing genome-wide scans</a:t>
            </a:r>
            <a:endParaRPr lang="en-GB" sz="4400" dirty="0"/>
          </a:p>
        </p:txBody>
      </p:sp>
      <p:pic>
        <p:nvPicPr>
          <p:cNvPr id="14" name="Picture 13">
            <a:extLst>
              <a:ext uri="{FF2B5EF4-FFF2-40B4-BE49-F238E27FC236}">
                <a16:creationId xmlns:a16="http://schemas.microsoft.com/office/drawing/2014/main" id="{87D4FDB5-7B04-B33F-6F68-7E8834405D7D}"/>
              </a:ext>
            </a:extLst>
          </p:cNvPr>
          <p:cNvPicPr>
            <a:picLocks noChangeAspect="1"/>
          </p:cNvPicPr>
          <p:nvPr/>
        </p:nvPicPr>
        <p:blipFill>
          <a:blip r:embed="rId6"/>
          <a:stretch>
            <a:fillRect/>
          </a:stretch>
        </p:blipFill>
        <p:spPr>
          <a:xfrm>
            <a:off x="1559359" y="5901056"/>
            <a:ext cx="2415749" cy="853182"/>
          </a:xfrm>
          <a:prstGeom prst="rect">
            <a:avLst/>
          </a:prstGeom>
        </p:spPr>
      </p:pic>
    </p:spTree>
    <p:extLst>
      <p:ext uri="{BB962C8B-B14F-4D97-AF65-F5344CB8AC3E}">
        <p14:creationId xmlns:p14="http://schemas.microsoft.com/office/powerpoint/2010/main" val="2873964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FD72D-6C3A-4686-9E33-413342CED88C}"/>
              </a:ext>
            </a:extLst>
          </p:cNvPr>
          <p:cNvSpPr>
            <a:spLocks noGrp="1"/>
          </p:cNvSpPr>
          <p:nvPr>
            <p:ph type="title"/>
          </p:nvPr>
        </p:nvSpPr>
        <p:spPr/>
        <p:txBody>
          <a:bodyPr/>
          <a:lstStyle/>
          <a:p>
            <a:r>
              <a:rPr lang="en-GB" dirty="0"/>
              <a:t>Before we start …</a:t>
            </a:r>
          </a:p>
        </p:txBody>
      </p:sp>
      <p:sp>
        <p:nvSpPr>
          <p:cNvPr id="3" name="Content Placeholder 2">
            <a:extLst>
              <a:ext uri="{FF2B5EF4-FFF2-40B4-BE49-F238E27FC236}">
                <a16:creationId xmlns:a16="http://schemas.microsoft.com/office/drawing/2014/main" id="{A3DA481F-771E-47B9-A89C-A3D83EDFDAC8}"/>
              </a:ext>
            </a:extLst>
          </p:cNvPr>
          <p:cNvSpPr>
            <a:spLocks noGrp="1"/>
          </p:cNvSpPr>
          <p:nvPr>
            <p:ph idx="1"/>
          </p:nvPr>
        </p:nvSpPr>
        <p:spPr>
          <a:xfrm>
            <a:off x="550862" y="1389889"/>
            <a:ext cx="5286668" cy="4702936"/>
          </a:xfrm>
        </p:spPr>
        <p:txBody>
          <a:bodyPr/>
          <a:lstStyle/>
          <a:p>
            <a:pPr marL="342900" indent="-342900">
              <a:buFont typeface="Arial" panose="020B0604020202020204" pitchFamily="34" charset="0"/>
              <a:buChar char="•"/>
            </a:pPr>
            <a:r>
              <a:rPr lang="en-GB" sz="2400" dirty="0"/>
              <a:t>A </a:t>
            </a:r>
            <a:r>
              <a:rPr lang="en-GB" sz="2400" b="1" u="sng" dirty="0"/>
              <a:t>Single Nucleotide Polymorphism </a:t>
            </a:r>
            <a:r>
              <a:rPr lang="en-GB" sz="2400" dirty="0"/>
              <a:t>(SNP) is a single base pair at which more than one nucleotide is observed.</a:t>
            </a:r>
          </a:p>
          <a:p>
            <a:pPr marL="342900" indent="-342900">
              <a:buFont typeface="Arial" panose="020B0604020202020204" pitchFamily="34" charset="0"/>
              <a:buChar char="•"/>
            </a:pPr>
            <a:r>
              <a:rPr lang="en-GB" sz="2400" dirty="0"/>
              <a:t>The </a:t>
            </a:r>
            <a:r>
              <a:rPr lang="en-GB" sz="2400" b="1" u="sng" dirty="0"/>
              <a:t>Minor Allele Frequency (MAF)</a:t>
            </a:r>
            <a:r>
              <a:rPr lang="en-GB" sz="2400" u="sng" dirty="0"/>
              <a:t> </a:t>
            </a:r>
            <a:r>
              <a:rPr lang="en-GB" sz="2400" dirty="0"/>
              <a:t>is the relative frequency in a relevant population of the minor (2nd most common) allele. </a:t>
            </a:r>
          </a:p>
          <a:p>
            <a:pPr marL="342900" indent="-342900">
              <a:buFont typeface="Arial" panose="020B0604020202020204" pitchFamily="34" charset="0"/>
              <a:buChar char="•"/>
            </a:pPr>
            <a:r>
              <a:rPr lang="en-GB" sz="2400" dirty="0"/>
              <a:t>For biallelic SNPs, if the MAF of T allele is </a:t>
            </a:r>
            <a:r>
              <a:rPr lang="en-GB" sz="2400" b="1" i="1" dirty="0"/>
              <a:t>q</a:t>
            </a:r>
            <a:r>
              <a:rPr lang="en-GB" sz="2400" i="1" dirty="0"/>
              <a:t> </a:t>
            </a:r>
            <a:r>
              <a:rPr lang="en-GB" sz="2400" dirty="0"/>
              <a:t>then the frequency of the C allele is </a:t>
            </a:r>
            <a:r>
              <a:rPr lang="en-GB" sz="2400" b="1" i="1" dirty="0"/>
              <a:t>p=1-q</a:t>
            </a:r>
            <a:r>
              <a:rPr lang="en-GB" sz="2400" i="1" dirty="0"/>
              <a:t>.</a:t>
            </a:r>
            <a:r>
              <a:rPr lang="en-GB" sz="2400" dirty="0"/>
              <a:t>  </a:t>
            </a:r>
          </a:p>
          <a:p>
            <a:pPr marL="342900" indent="-342900">
              <a:buFont typeface="Arial" panose="020B0604020202020204" pitchFamily="34" charset="0"/>
              <a:buChar char="•"/>
            </a:pPr>
            <a:endParaRPr lang="en-GB" sz="2400" dirty="0"/>
          </a:p>
          <a:p>
            <a:pPr marL="342900" indent="-342900">
              <a:buFont typeface="Arial" panose="020B0604020202020204" pitchFamily="34" charset="0"/>
              <a:buChar char="•"/>
            </a:pPr>
            <a:endParaRPr lang="en-GB" sz="2400" dirty="0"/>
          </a:p>
        </p:txBody>
      </p:sp>
      <p:pic>
        <p:nvPicPr>
          <p:cNvPr id="5" name="Picture 4">
            <a:extLst>
              <a:ext uri="{FF2B5EF4-FFF2-40B4-BE49-F238E27FC236}">
                <a16:creationId xmlns:a16="http://schemas.microsoft.com/office/drawing/2014/main" id="{9F4346B6-5BBB-4B8B-AB69-F333535DFF76}"/>
              </a:ext>
            </a:extLst>
          </p:cNvPr>
          <p:cNvPicPr>
            <a:picLocks noChangeAspect="1"/>
          </p:cNvPicPr>
          <p:nvPr/>
        </p:nvPicPr>
        <p:blipFill>
          <a:blip r:embed="rId3"/>
          <a:stretch>
            <a:fillRect/>
          </a:stretch>
        </p:blipFill>
        <p:spPr>
          <a:xfrm>
            <a:off x="6295947" y="549275"/>
            <a:ext cx="4823158" cy="6037622"/>
          </a:xfrm>
          <a:prstGeom prst="rect">
            <a:avLst/>
          </a:prstGeom>
          <a:solidFill>
            <a:schemeClr val="bg1"/>
          </a:solidFill>
        </p:spPr>
      </p:pic>
      <p:pic>
        <p:nvPicPr>
          <p:cNvPr id="6" name="Picture 5">
            <a:extLst>
              <a:ext uri="{FF2B5EF4-FFF2-40B4-BE49-F238E27FC236}">
                <a16:creationId xmlns:a16="http://schemas.microsoft.com/office/drawing/2014/main" id="{285CFCAB-6D57-0E60-6D9D-3DF0B955A9DD}"/>
              </a:ext>
            </a:extLst>
          </p:cNvPr>
          <p:cNvPicPr>
            <a:picLocks noChangeAspect="1"/>
          </p:cNvPicPr>
          <p:nvPr/>
        </p:nvPicPr>
        <p:blipFill>
          <a:blip r:embed="rId4"/>
          <a:stretch>
            <a:fillRect/>
          </a:stretch>
        </p:blipFill>
        <p:spPr>
          <a:xfrm>
            <a:off x="9984105" y="6465570"/>
            <a:ext cx="2114550" cy="361950"/>
          </a:xfrm>
          <a:prstGeom prst="rect">
            <a:avLst/>
          </a:prstGeom>
        </p:spPr>
      </p:pic>
    </p:spTree>
    <p:extLst>
      <p:ext uri="{BB962C8B-B14F-4D97-AF65-F5344CB8AC3E}">
        <p14:creationId xmlns:p14="http://schemas.microsoft.com/office/powerpoint/2010/main" val="3241254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FD72D-6C3A-4686-9E33-413342CED88C}"/>
              </a:ext>
            </a:extLst>
          </p:cNvPr>
          <p:cNvSpPr>
            <a:spLocks noGrp="1"/>
          </p:cNvSpPr>
          <p:nvPr>
            <p:ph type="title"/>
          </p:nvPr>
        </p:nvSpPr>
        <p:spPr/>
        <p:txBody>
          <a:bodyPr/>
          <a:lstStyle/>
          <a:p>
            <a:r>
              <a:rPr lang="en-GB" dirty="0"/>
              <a:t>Before we start …</a:t>
            </a:r>
          </a:p>
        </p:txBody>
      </p:sp>
      <p:sp>
        <p:nvSpPr>
          <p:cNvPr id="3" name="Content Placeholder 2">
            <a:extLst>
              <a:ext uri="{FF2B5EF4-FFF2-40B4-BE49-F238E27FC236}">
                <a16:creationId xmlns:a16="http://schemas.microsoft.com/office/drawing/2014/main" id="{A3DA481F-771E-47B9-A89C-A3D83EDFDAC8}"/>
              </a:ext>
            </a:extLst>
          </p:cNvPr>
          <p:cNvSpPr>
            <a:spLocks noGrp="1"/>
          </p:cNvSpPr>
          <p:nvPr>
            <p:ph idx="1"/>
          </p:nvPr>
        </p:nvSpPr>
        <p:spPr>
          <a:xfrm>
            <a:off x="58522" y="1448409"/>
            <a:ext cx="5201107" cy="5379111"/>
          </a:xfrm>
        </p:spPr>
        <p:txBody>
          <a:bodyPr>
            <a:normAutofit/>
          </a:bodyPr>
          <a:lstStyle/>
          <a:p>
            <a:r>
              <a:rPr lang="en-GB" sz="2000" dirty="0"/>
              <a:t>At a given position in the DNA (or genetic locus), the pair of alleles from the two chromosomes makes up the </a:t>
            </a:r>
            <a:r>
              <a:rPr lang="en-GB" sz="2000" b="1" u="sng" dirty="0"/>
              <a:t>genotype</a:t>
            </a:r>
            <a:r>
              <a:rPr lang="en-GB" sz="2000" dirty="0"/>
              <a:t> at that position.</a:t>
            </a:r>
          </a:p>
          <a:p>
            <a:r>
              <a:rPr lang="en-GB" sz="2000" dirty="0"/>
              <a:t>SNP genotypes are </a:t>
            </a:r>
            <a:r>
              <a:rPr lang="en-GB" sz="2000" b="1" u="sng" dirty="0"/>
              <a:t>usually</a:t>
            </a:r>
            <a:r>
              <a:rPr lang="en-GB" sz="2000" u="sng" dirty="0"/>
              <a:t> </a:t>
            </a:r>
            <a:r>
              <a:rPr lang="en-GB" sz="2000" b="1" u="sng" dirty="0"/>
              <a:t>encoded as 0, 1 or 2</a:t>
            </a:r>
            <a:r>
              <a:rPr lang="en-GB" sz="2000" dirty="0"/>
              <a:t>, based on the number of copies of non-reference alleles.</a:t>
            </a:r>
          </a:p>
          <a:p>
            <a:pPr lvl="1"/>
            <a:r>
              <a:rPr lang="en-GB" sz="2000" dirty="0"/>
              <a:t>genotype TT is coded as 0 (homozygous non-reference)</a:t>
            </a:r>
          </a:p>
          <a:p>
            <a:pPr lvl="1"/>
            <a:r>
              <a:rPr lang="en-GB" sz="2000" dirty="0"/>
              <a:t>genotype CT is coded as 1 (heterozygous)</a:t>
            </a:r>
          </a:p>
          <a:p>
            <a:pPr lvl="1"/>
            <a:r>
              <a:rPr lang="en-GB" sz="2000" dirty="0"/>
              <a:t>genotype CC is coded as 2 (homozygous reference)</a:t>
            </a:r>
          </a:p>
          <a:p>
            <a:endParaRPr lang="en-GB" sz="2000" dirty="0"/>
          </a:p>
        </p:txBody>
      </p:sp>
      <p:pic>
        <p:nvPicPr>
          <p:cNvPr id="2050" name="Picture 2">
            <a:extLst>
              <a:ext uri="{FF2B5EF4-FFF2-40B4-BE49-F238E27FC236}">
                <a16:creationId xmlns:a16="http://schemas.microsoft.com/office/drawing/2014/main" id="{1DCD1E52-3EF1-4944-8D63-1D00790C20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3545" y="983894"/>
            <a:ext cx="6547032" cy="474390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F13D617-5AE7-4C8A-B39C-35065FC426AB}"/>
              </a:ext>
            </a:extLst>
          </p:cNvPr>
          <p:cNvSpPr txBox="1"/>
          <p:nvPr/>
        </p:nvSpPr>
        <p:spPr>
          <a:xfrm>
            <a:off x="10436715" y="5727802"/>
            <a:ext cx="1463862" cy="184666"/>
          </a:xfrm>
          <a:prstGeom prst="rect">
            <a:avLst/>
          </a:prstGeom>
          <a:noFill/>
        </p:spPr>
        <p:txBody>
          <a:bodyPr wrap="none" rtlCol="0">
            <a:spAutoFit/>
          </a:bodyPr>
          <a:lstStyle/>
          <a:p>
            <a:r>
              <a:rPr lang="en-GB" sz="600" dirty="0"/>
              <a:t>https://www.ancestry.com/lp/genotype</a:t>
            </a:r>
          </a:p>
        </p:txBody>
      </p:sp>
      <p:pic>
        <p:nvPicPr>
          <p:cNvPr id="4" name="Picture 3">
            <a:extLst>
              <a:ext uri="{FF2B5EF4-FFF2-40B4-BE49-F238E27FC236}">
                <a16:creationId xmlns:a16="http://schemas.microsoft.com/office/drawing/2014/main" id="{2FE25432-9BA3-0A12-BE82-41B31A652ABE}"/>
              </a:ext>
            </a:extLst>
          </p:cNvPr>
          <p:cNvPicPr>
            <a:picLocks noChangeAspect="1"/>
          </p:cNvPicPr>
          <p:nvPr/>
        </p:nvPicPr>
        <p:blipFill>
          <a:blip r:embed="rId4"/>
          <a:stretch>
            <a:fillRect/>
          </a:stretch>
        </p:blipFill>
        <p:spPr>
          <a:xfrm>
            <a:off x="9984105" y="6465570"/>
            <a:ext cx="2114550" cy="361950"/>
          </a:xfrm>
          <a:prstGeom prst="rect">
            <a:avLst/>
          </a:prstGeom>
        </p:spPr>
      </p:pic>
    </p:spTree>
    <p:extLst>
      <p:ext uri="{BB962C8B-B14F-4D97-AF65-F5344CB8AC3E}">
        <p14:creationId xmlns:p14="http://schemas.microsoft.com/office/powerpoint/2010/main" val="13146801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FD72D-6C3A-4686-9E33-413342CED88C}"/>
              </a:ext>
            </a:extLst>
          </p:cNvPr>
          <p:cNvSpPr>
            <a:spLocks noGrp="1"/>
          </p:cNvSpPr>
          <p:nvPr>
            <p:ph type="title"/>
          </p:nvPr>
        </p:nvSpPr>
        <p:spPr/>
        <p:txBody>
          <a:bodyPr/>
          <a:lstStyle/>
          <a:p>
            <a:r>
              <a:rPr lang="en-GB" dirty="0"/>
              <a:t>Before we start …</a:t>
            </a:r>
          </a:p>
        </p:txBody>
      </p:sp>
      <p:sp>
        <p:nvSpPr>
          <p:cNvPr id="3" name="Content Placeholder 2">
            <a:extLst>
              <a:ext uri="{FF2B5EF4-FFF2-40B4-BE49-F238E27FC236}">
                <a16:creationId xmlns:a16="http://schemas.microsoft.com/office/drawing/2014/main" id="{A3DA481F-771E-47B9-A89C-A3D83EDFDAC8}"/>
              </a:ext>
            </a:extLst>
          </p:cNvPr>
          <p:cNvSpPr>
            <a:spLocks noGrp="1"/>
          </p:cNvSpPr>
          <p:nvPr>
            <p:ph idx="1"/>
          </p:nvPr>
        </p:nvSpPr>
        <p:spPr>
          <a:xfrm>
            <a:off x="124359" y="1366035"/>
            <a:ext cx="5164532" cy="5290797"/>
          </a:xfrm>
        </p:spPr>
        <p:txBody>
          <a:bodyPr>
            <a:normAutofit lnSpcReduction="10000"/>
          </a:bodyPr>
          <a:lstStyle/>
          <a:p>
            <a:r>
              <a:rPr lang="en-GB" sz="2400" dirty="0"/>
              <a:t>SNP genotypes are usually </a:t>
            </a:r>
            <a:r>
              <a:rPr lang="en-GB" sz="2400" b="1" u="sng" dirty="0"/>
              <a:t>encoded as 0, 1 or 2</a:t>
            </a:r>
            <a:r>
              <a:rPr lang="en-GB" sz="2400" dirty="0"/>
              <a:t>, based on the number of copies of non-reference alleles.</a:t>
            </a:r>
          </a:p>
          <a:p>
            <a:pPr marL="800100" lvl="1" indent="-342900">
              <a:buFont typeface="+mj-lt"/>
              <a:buAutoNum type="arabicPeriod"/>
            </a:pPr>
            <a:r>
              <a:rPr lang="en-GB" sz="1600" dirty="0"/>
              <a:t>genotype TT is coded as 0 (homozygous non-reference)</a:t>
            </a:r>
          </a:p>
          <a:p>
            <a:pPr marL="800100" lvl="1" indent="-342900">
              <a:buFont typeface="+mj-lt"/>
              <a:buAutoNum type="arabicPeriod"/>
            </a:pPr>
            <a:r>
              <a:rPr lang="en-GB" sz="1600" dirty="0"/>
              <a:t>genotype CT is coded as 1 (heterozygous)</a:t>
            </a:r>
          </a:p>
          <a:p>
            <a:pPr marL="800100" lvl="1" indent="-342900">
              <a:buFont typeface="+mj-lt"/>
              <a:buAutoNum type="arabicPeriod"/>
            </a:pPr>
            <a:r>
              <a:rPr lang="en-GB" sz="1600" dirty="0"/>
              <a:t>genotype CC is coded as 2 (homozygous reference)</a:t>
            </a:r>
          </a:p>
          <a:p>
            <a:r>
              <a:rPr lang="en-GB" sz="2400" b="1" u="sng" dirty="0"/>
              <a:t>Genotypes frequency</a:t>
            </a:r>
            <a:r>
              <a:rPr lang="en-GB" sz="2400" b="1" dirty="0"/>
              <a:t>:</a:t>
            </a:r>
          </a:p>
          <a:p>
            <a:pPr lvl="1"/>
            <a:r>
              <a:rPr lang="en-GB" sz="1600" dirty="0"/>
              <a:t>For 1. = q</a:t>
            </a:r>
            <a:r>
              <a:rPr lang="en-GB" sz="1600" baseline="30000" dirty="0"/>
              <a:t>2</a:t>
            </a:r>
          </a:p>
          <a:p>
            <a:pPr lvl="1"/>
            <a:r>
              <a:rPr lang="en-GB" sz="1600" dirty="0"/>
              <a:t>For 2.= 2pq</a:t>
            </a:r>
          </a:p>
          <a:p>
            <a:pPr lvl="1"/>
            <a:r>
              <a:rPr lang="en-GB" sz="1600" dirty="0"/>
              <a:t>For 3.= p</a:t>
            </a:r>
            <a:r>
              <a:rPr lang="en-GB" sz="1600" baseline="30000" dirty="0"/>
              <a:t>2</a:t>
            </a:r>
            <a:endParaRPr lang="en-GB" sz="1600" dirty="0"/>
          </a:p>
          <a:p>
            <a:endParaRPr lang="en-GB" sz="2400" dirty="0"/>
          </a:p>
        </p:txBody>
      </p:sp>
      <p:pic>
        <p:nvPicPr>
          <p:cNvPr id="2050" name="Picture 2">
            <a:extLst>
              <a:ext uri="{FF2B5EF4-FFF2-40B4-BE49-F238E27FC236}">
                <a16:creationId xmlns:a16="http://schemas.microsoft.com/office/drawing/2014/main" id="{1DCD1E52-3EF1-4944-8D63-1D00790C20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3545" y="983894"/>
            <a:ext cx="6547032" cy="474390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F13D617-5AE7-4C8A-B39C-35065FC426AB}"/>
              </a:ext>
            </a:extLst>
          </p:cNvPr>
          <p:cNvSpPr txBox="1"/>
          <p:nvPr/>
        </p:nvSpPr>
        <p:spPr>
          <a:xfrm>
            <a:off x="10436715" y="5727802"/>
            <a:ext cx="1463862" cy="184666"/>
          </a:xfrm>
          <a:prstGeom prst="rect">
            <a:avLst/>
          </a:prstGeom>
          <a:noFill/>
        </p:spPr>
        <p:txBody>
          <a:bodyPr wrap="none" rtlCol="0">
            <a:spAutoFit/>
          </a:bodyPr>
          <a:lstStyle/>
          <a:p>
            <a:r>
              <a:rPr lang="en-GB" sz="600" dirty="0"/>
              <a:t>https://www.ancestry.com/lp/genotype</a:t>
            </a:r>
          </a:p>
        </p:txBody>
      </p:sp>
      <p:pic>
        <p:nvPicPr>
          <p:cNvPr id="4" name="Picture 3">
            <a:extLst>
              <a:ext uri="{FF2B5EF4-FFF2-40B4-BE49-F238E27FC236}">
                <a16:creationId xmlns:a16="http://schemas.microsoft.com/office/drawing/2014/main" id="{86BECCD3-1243-28E4-5458-48A3614FF482}"/>
              </a:ext>
            </a:extLst>
          </p:cNvPr>
          <p:cNvPicPr>
            <a:picLocks noChangeAspect="1"/>
          </p:cNvPicPr>
          <p:nvPr/>
        </p:nvPicPr>
        <p:blipFill>
          <a:blip r:embed="rId4"/>
          <a:stretch>
            <a:fillRect/>
          </a:stretch>
        </p:blipFill>
        <p:spPr>
          <a:xfrm>
            <a:off x="9984105" y="6465570"/>
            <a:ext cx="2114550" cy="361950"/>
          </a:xfrm>
          <a:prstGeom prst="rect">
            <a:avLst/>
          </a:prstGeom>
        </p:spPr>
      </p:pic>
    </p:spTree>
    <p:extLst>
      <p:ext uri="{BB962C8B-B14F-4D97-AF65-F5344CB8AC3E}">
        <p14:creationId xmlns:p14="http://schemas.microsoft.com/office/powerpoint/2010/main" val="3124960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22BE1-FB9B-8071-6469-4B701DA4B9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AF1A4B-4A15-37CE-36BF-B5AF2BCFD42F}"/>
              </a:ext>
            </a:extLst>
          </p:cNvPr>
          <p:cNvSpPr>
            <a:spLocks noGrp="1"/>
          </p:cNvSpPr>
          <p:nvPr>
            <p:ph type="title"/>
          </p:nvPr>
        </p:nvSpPr>
        <p:spPr>
          <a:xfrm>
            <a:off x="550864" y="549275"/>
            <a:ext cx="3565524" cy="3034657"/>
          </a:xfrm>
        </p:spPr>
        <p:txBody>
          <a:bodyPr vert="horz" wrap="square" lIns="0" tIns="0" rIns="0" bIns="0" rtlCol="0" anchor="b" anchorCtr="0">
            <a:normAutofit/>
          </a:bodyPr>
          <a:lstStyle/>
          <a:p>
            <a:r>
              <a:rPr lang="en-US" dirty="0"/>
              <a:t>The GWAS analysis pipeline</a:t>
            </a:r>
          </a:p>
        </p:txBody>
      </p:sp>
      <p:sp>
        <p:nvSpPr>
          <p:cNvPr id="4" name="TextBox 3">
            <a:extLst>
              <a:ext uri="{FF2B5EF4-FFF2-40B4-BE49-F238E27FC236}">
                <a16:creationId xmlns:a16="http://schemas.microsoft.com/office/drawing/2014/main" id="{C52A5D98-2DB5-6747-53B9-6D96F339BD1D}"/>
              </a:ext>
            </a:extLst>
          </p:cNvPr>
          <p:cNvSpPr txBox="1"/>
          <p:nvPr/>
        </p:nvSpPr>
        <p:spPr>
          <a:xfrm>
            <a:off x="9070848" y="1657338"/>
            <a:ext cx="1521561" cy="369332"/>
          </a:xfrm>
          <a:prstGeom prst="rect">
            <a:avLst/>
          </a:prstGeom>
          <a:noFill/>
        </p:spPr>
        <p:txBody>
          <a:bodyPr wrap="square" rtlCol="0">
            <a:spAutoFit/>
          </a:bodyPr>
          <a:lstStyle/>
          <a:p>
            <a:r>
              <a:rPr lang="en-GB" b="1" i="1" dirty="0">
                <a:solidFill>
                  <a:schemeClr val="bg1"/>
                </a:solidFill>
              </a:rPr>
              <a:t>(Affymetrix)</a:t>
            </a:r>
          </a:p>
        </p:txBody>
      </p:sp>
      <p:pic>
        <p:nvPicPr>
          <p:cNvPr id="3" name="Picture 2">
            <a:extLst>
              <a:ext uri="{FF2B5EF4-FFF2-40B4-BE49-F238E27FC236}">
                <a16:creationId xmlns:a16="http://schemas.microsoft.com/office/drawing/2014/main" id="{07C28B98-FA66-8FAA-7DCF-354432AE1AC8}"/>
              </a:ext>
            </a:extLst>
          </p:cNvPr>
          <p:cNvPicPr>
            <a:picLocks noChangeAspect="1"/>
          </p:cNvPicPr>
          <p:nvPr/>
        </p:nvPicPr>
        <p:blipFill>
          <a:blip r:embed="rId3"/>
          <a:stretch>
            <a:fillRect/>
          </a:stretch>
        </p:blipFill>
        <p:spPr>
          <a:xfrm>
            <a:off x="9984105" y="6465570"/>
            <a:ext cx="2114550" cy="361950"/>
          </a:xfrm>
          <a:prstGeom prst="rect">
            <a:avLst/>
          </a:prstGeom>
        </p:spPr>
      </p:pic>
      <p:pic>
        <p:nvPicPr>
          <p:cNvPr id="1026" name="Picture 2" descr="figure 1">
            <a:extLst>
              <a:ext uri="{FF2B5EF4-FFF2-40B4-BE49-F238E27FC236}">
                <a16:creationId xmlns:a16="http://schemas.microsoft.com/office/drawing/2014/main" id="{51142301-B996-8790-6D14-5C4AAB5AE4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3627" y="328431"/>
            <a:ext cx="6524625" cy="581025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233652E-AF47-4637-8D39-9CEB16051701}"/>
              </a:ext>
            </a:extLst>
          </p:cNvPr>
          <p:cNvSpPr txBox="1"/>
          <p:nvPr/>
        </p:nvSpPr>
        <p:spPr>
          <a:xfrm>
            <a:off x="6880685" y="6191015"/>
            <a:ext cx="5217970" cy="338554"/>
          </a:xfrm>
          <a:prstGeom prst="rect">
            <a:avLst/>
          </a:prstGeom>
          <a:noFill/>
        </p:spPr>
        <p:txBody>
          <a:bodyPr wrap="square">
            <a:spAutoFit/>
          </a:bodyPr>
          <a:lstStyle/>
          <a:p>
            <a:r>
              <a:rPr lang="en-GB" sz="800" b="0" i="0" dirty="0" err="1">
                <a:solidFill>
                  <a:srgbClr val="222222"/>
                </a:solidFill>
                <a:effectLst/>
                <a:latin typeface="-apple-system"/>
              </a:rPr>
              <a:t>Uffelmann</a:t>
            </a:r>
            <a:r>
              <a:rPr lang="en-GB" sz="800" b="0" i="0" dirty="0">
                <a:solidFill>
                  <a:srgbClr val="222222"/>
                </a:solidFill>
                <a:effectLst/>
                <a:latin typeface="-apple-system"/>
              </a:rPr>
              <a:t>, E., Huang, Q.Q., </a:t>
            </a:r>
            <a:r>
              <a:rPr lang="en-GB" sz="800" b="0" i="0" dirty="0" err="1">
                <a:solidFill>
                  <a:srgbClr val="222222"/>
                </a:solidFill>
                <a:effectLst/>
                <a:latin typeface="-apple-system"/>
              </a:rPr>
              <a:t>Munung</a:t>
            </a:r>
            <a:r>
              <a:rPr lang="en-GB" sz="800" b="0" i="0" dirty="0">
                <a:solidFill>
                  <a:srgbClr val="222222"/>
                </a:solidFill>
                <a:effectLst/>
                <a:latin typeface="-apple-system"/>
              </a:rPr>
              <a:t>, N.S. </a:t>
            </a:r>
            <a:r>
              <a:rPr lang="en-GB" sz="800" b="0" i="1" dirty="0">
                <a:solidFill>
                  <a:srgbClr val="222222"/>
                </a:solidFill>
                <a:effectLst/>
                <a:latin typeface="-apple-system"/>
              </a:rPr>
              <a:t>et al.</a:t>
            </a:r>
            <a:r>
              <a:rPr lang="en-GB" sz="800" b="0" i="0" dirty="0">
                <a:solidFill>
                  <a:srgbClr val="222222"/>
                </a:solidFill>
                <a:effectLst/>
                <a:latin typeface="-apple-system"/>
              </a:rPr>
              <a:t> Genome-wide association studies. </a:t>
            </a:r>
            <a:r>
              <a:rPr lang="en-GB" sz="800" b="0" i="1" dirty="0">
                <a:solidFill>
                  <a:srgbClr val="222222"/>
                </a:solidFill>
                <a:effectLst/>
                <a:latin typeface="-apple-system"/>
              </a:rPr>
              <a:t>Nat Rev Methods Primers</a:t>
            </a:r>
            <a:r>
              <a:rPr lang="en-GB" sz="800" b="0" i="0" dirty="0">
                <a:solidFill>
                  <a:srgbClr val="222222"/>
                </a:solidFill>
                <a:effectLst/>
                <a:latin typeface="-apple-system"/>
              </a:rPr>
              <a:t> </a:t>
            </a:r>
            <a:r>
              <a:rPr lang="en-GB" sz="800" b="1" i="0" dirty="0">
                <a:solidFill>
                  <a:srgbClr val="222222"/>
                </a:solidFill>
                <a:effectLst/>
                <a:latin typeface="-apple-system"/>
              </a:rPr>
              <a:t>1</a:t>
            </a:r>
            <a:r>
              <a:rPr lang="en-GB" sz="800" b="0" i="0" dirty="0">
                <a:solidFill>
                  <a:srgbClr val="222222"/>
                </a:solidFill>
                <a:effectLst/>
                <a:latin typeface="-apple-system"/>
              </a:rPr>
              <a:t>, 59 (2021). https://doi.org/10.1038/s43586-021-00056-9</a:t>
            </a:r>
            <a:endParaRPr lang="en-DE" sz="800" dirty="0"/>
          </a:p>
        </p:txBody>
      </p:sp>
    </p:spTree>
    <p:extLst>
      <p:ext uri="{BB962C8B-B14F-4D97-AF65-F5344CB8AC3E}">
        <p14:creationId xmlns:p14="http://schemas.microsoft.com/office/powerpoint/2010/main" val="2628509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63541-E7F0-11E5-6D2D-830E54D6D7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845DB4-41E7-D21F-C4C9-E46A38DD7340}"/>
              </a:ext>
            </a:extLst>
          </p:cNvPr>
          <p:cNvSpPr>
            <a:spLocks noGrp="1"/>
          </p:cNvSpPr>
          <p:nvPr>
            <p:ph type="title"/>
          </p:nvPr>
        </p:nvSpPr>
        <p:spPr>
          <a:xfrm>
            <a:off x="550864" y="549275"/>
            <a:ext cx="3565524" cy="3034657"/>
          </a:xfrm>
        </p:spPr>
        <p:txBody>
          <a:bodyPr vert="horz" wrap="square" lIns="0" tIns="0" rIns="0" bIns="0" rtlCol="0" anchor="b" anchorCtr="0">
            <a:normAutofit/>
          </a:bodyPr>
          <a:lstStyle/>
          <a:p>
            <a:r>
              <a:rPr lang="en-US" dirty="0"/>
              <a:t>The GWAS analysis pipeline</a:t>
            </a:r>
          </a:p>
        </p:txBody>
      </p:sp>
      <p:sp>
        <p:nvSpPr>
          <p:cNvPr id="4" name="TextBox 3">
            <a:extLst>
              <a:ext uri="{FF2B5EF4-FFF2-40B4-BE49-F238E27FC236}">
                <a16:creationId xmlns:a16="http://schemas.microsoft.com/office/drawing/2014/main" id="{9C2718C6-E196-ACC1-635B-E7FCB74CA4F4}"/>
              </a:ext>
            </a:extLst>
          </p:cNvPr>
          <p:cNvSpPr txBox="1"/>
          <p:nvPr/>
        </p:nvSpPr>
        <p:spPr>
          <a:xfrm>
            <a:off x="9070848" y="1657338"/>
            <a:ext cx="1521561" cy="369332"/>
          </a:xfrm>
          <a:prstGeom prst="rect">
            <a:avLst/>
          </a:prstGeom>
          <a:noFill/>
        </p:spPr>
        <p:txBody>
          <a:bodyPr wrap="square" rtlCol="0">
            <a:spAutoFit/>
          </a:bodyPr>
          <a:lstStyle/>
          <a:p>
            <a:r>
              <a:rPr lang="en-GB" b="1" i="1" dirty="0">
                <a:solidFill>
                  <a:schemeClr val="bg1"/>
                </a:solidFill>
              </a:rPr>
              <a:t>(Affymetrix)</a:t>
            </a:r>
          </a:p>
        </p:txBody>
      </p:sp>
      <p:pic>
        <p:nvPicPr>
          <p:cNvPr id="3" name="Picture 2">
            <a:extLst>
              <a:ext uri="{FF2B5EF4-FFF2-40B4-BE49-F238E27FC236}">
                <a16:creationId xmlns:a16="http://schemas.microsoft.com/office/drawing/2014/main" id="{A1915FCD-8807-EDD2-7393-CD033D95D705}"/>
              </a:ext>
            </a:extLst>
          </p:cNvPr>
          <p:cNvPicPr>
            <a:picLocks noChangeAspect="1"/>
          </p:cNvPicPr>
          <p:nvPr/>
        </p:nvPicPr>
        <p:blipFill>
          <a:blip r:embed="rId3"/>
          <a:stretch>
            <a:fillRect/>
          </a:stretch>
        </p:blipFill>
        <p:spPr>
          <a:xfrm>
            <a:off x="9984105" y="6465570"/>
            <a:ext cx="2114550" cy="361950"/>
          </a:xfrm>
          <a:prstGeom prst="rect">
            <a:avLst/>
          </a:prstGeom>
        </p:spPr>
      </p:pic>
      <p:pic>
        <p:nvPicPr>
          <p:cNvPr id="8" name="Picture 7">
            <a:extLst>
              <a:ext uri="{FF2B5EF4-FFF2-40B4-BE49-F238E27FC236}">
                <a16:creationId xmlns:a16="http://schemas.microsoft.com/office/drawing/2014/main" id="{FD6F90E1-F620-8FC0-B54F-0D76D57CA610}"/>
              </a:ext>
            </a:extLst>
          </p:cNvPr>
          <p:cNvPicPr>
            <a:picLocks noChangeAspect="1"/>
          </p:cNvPicPr>
          <p:nvPr/>
        </p:nvPicPr>
        <p:blipFill>
          <a:blip r:embed="rId4"/>
          <a:stretch>
            <a:fillRect/>
          </a:stretch>
        </p:blipFill>
        <p:spPr>
          <a:xfrm>
            <a:off x="4278553" y="139817"/>
            <a:ext cx="2448267" cy="2152950"/>
          </a:xfrm>
          <a:prstGeom prst="rect">
            <a:avLst/>
          </a:prstGeom>
        </p:spPr>
      </p:pic>
      <p:sp>
        <p:nvSpPr>
          <p:cNvPr id="11" name="TextBox 10">
            <a:extLst>
              <a:ext uri="{FF2B5EF4-FFF2-40B4-BE49-F238E27FC236}">
                <a16:creationId xmlns:a16="http://schemas.microsoft.com/office/drawing/2014/main" id="{786ADC97-E7EA-B211-D075-E498AC884639}"/>
              </a:ext>
            </a:extLst>
          </p:cNvPr>
          <p:cNvSpPr txBox="1"/>
          <p:nvPr/>
        </p:nvSpPr>
        <p:spPr>
          <a:xfrm>
            <a:off x="6602761" y="43854"/>
            <a:ext cx="2448267" cy="369332"/>
          </a:xfrm>
          <a:prstGeom prst="rect">
            <a:avLst/>
          </a:prstGeom>
          <a:noFill/>
        </p:spPr>
        <p:txBody>
          <a:bodyPr wrap="square">
            <a:spAutoFit/>
          </a:bodyPr>
          <a:lstStyle/>
          <a:p>
            <a:r>
              <a:rPr lang="en-US" dirty="0"/>
              <a:t>Consortia &amp; Biobanks</a:t>
            </a:r>
            <a:endParaRPr lang="en-DE" dirty="0"/>
          </a:p>
        </p:txBody>
      </p:sp>
      <p:pic>
        <p:nvPicPr>
          <p:cNvPr id="12" name="Picture 11">
            <a:extLst>
              <a:ext uri="{FF2B5EF4-FFF2-40B4-BE49-F238E27FC236}">
                <a16:creationId xmlns:a16="http://schemas.microsoft.com/office/drawing/2014/main" id="{2E54DDAB-EF7F-C20B-1141-9D94098B1CEB}"/>
              </a:ext>
            </a:extLst>
          </p:cNvPr>
          <p:cNvPicPr>
            <a:picLocks noChangeAspect="1"/>
          </p:cNvPicPr>
          <p:nvPr/>
        </p:nvPicPr>
        <p:blipFill>
          <a:blip r:embed="rId5"/>
          <a:stretch>
            <a:fillRect/>
          </a:stretch>
        </p:blipFill>
        <p:spPr>
          <a:xfrm>
            <a:off x="6894862" y="746566"/>
            <a:ext cx="2486372" cy="1438476"/>
          </a:xfrm>
          <a:prstGeom prst="rect">
            <a:avLst/>
          </a:prstGeom>
        </p:spPr>
      </p:pic>
      <p:sp>
        <p:nvSpPr>
          <p:cNvPr id="13" name="TextBox 12">
            <a:extLst>
              <a:ext uri="{FF2B5EF4-FFF2-40B4-BE49-F238E27FC236}">
                <a16:creationId xmlns:a16="http://schemas.microsoft.com/office/drawing/2014/main" id="{C88B2F42-A7D3-E4A9-3EE4-ABFA5FA16FAF}"/>
              </a:ext>
            </a:extLst>
          </p:cNvPr>
          <p:cNvSpPr txBox="1"/>
          <p:nvPr/>
        </p:nvSpPr>
        <p:spPr>
          <a:xfrm>
            <a:off x="7743535" y="1869280"/>
            <a:ext cx="2030782" cy="215444"/>
          </a:xfrm>
          <a:prstGeom prst="rect">
            <a:avLst/>
          </a:prstGeom>
          <a:noFill/>
        </p:spPr>
        <p:txBody>
          <a:bodyPr wrap="square">
            <a:spAutoFit/>
          </a:bodyPr>
          <a:lstStyle/>
          <a:p>
            <a:r>
              <a:rPr lang="en-DE" sz="800" dirty="0">
                <a:hlinkClick r:id="rId6"/>
              </a:rPr>
              <a:t>https://www.genetics-osteoarthritis.com/</a:t>
            </a:r>
            <a:r>
              <a:rPr lang="en-GB" sz="800" dirty="0"/>
              <a:t> </a:t>
            </a:r>
            <a:endParaRPr lang="en-DE" sz="800" dirty="0"/>
          </a:p>
        </p:txBody>
      </p:sp>
      <p:pic>
        <p:nvPicPr>
          <p:cNvPr id="14" name="Picture 13">
            <a:extLst>
              <a:ext uri="{FF2B5EF4-FFF2-40B4-BE49-F238E27FC236}">
                <a16:creationId xmlns:a16="http://schemas.microsoft.com/office/drawing/2014/main" id="{280BBBA8-13CA-E3AA-CEFC-9C75EE80CDE5}"/>
              </a:ext>
            </a:extLst>
          </p:cNvPr>
          <p:cNvPicPr>
            <a:picLocks noChangeAspect="1"/>
          </p:cNvPicPr>
          <p:nvPr/>
        </p:nvPicPr>
        <p:blipFill>
          <a:blip r:embed="rId7"/>
          <a:stretch>
            <a:fillRect/>
          </a:stretch>
        </p:blipFill>
        <p:spPr>
          <a:xfrm>
            <a:off x="8758926" y="381086"/>
            <a:ext cx="3390378" cy="878118"/>
          </a:xfrm>
          <a:prstGeom prst="rect">
            <a:avLst/>
          </a:prstGeom>
        </p:spPr>
      </p:pic>
      <p:sp>
        <p:nvSpPr>
          <p:cNvPr id="15" name="TextBox 14">
            <a:extLst>
              <a:ext uri="{FF2B5EF4-FFF2-40B4-BE49-F238E27FC236}">
                <a16:creationId xmlns:a16="http://schemas.microsoft.com/office/drawing/2014/main" id="{B6986B16-DE74-EF99-851C-4A766DA26CE2}"/>
              </a:ext>
            </a:extLst>
          </p:cNvPr>
          <p:cNvSpPr txBox="1"/>
          <p:nvPr/>
        </p:nvSpPr>
        <p:spPr>
          <a:xfrm>
            <a:off x="8677726" y="1209103"/>
            <a:ext cx="2368985" cy="215444"/>
          </a:xfrm>
          <a:prstGeom prst="rect">
            <a:avLst/>
          </a:prstGeom>
          <a:noFill/>
        </p:spPr>
        <p:txBody>
          <a:bodyPr wrap="square">
            <a:spAutoFit/>
          </a:bodyPr>
          <a:lstStyle/>
          <a:p>
            <a:r>
              <a:rPr lang="en-DE" sz="800" dirty="0">
                <a:hlinkClick r:id="rId8"/>
              </a:rPr>
              <a:t>https://diagram-consortium.org/t2dggiabout.html</a:t>
            </a:r>
            <a:r>
              <a:rPr lang="en-GB" sz="800" dirty="0"/>
              <a:t> </a:t>
            </a:r>
            <a:endParaRPr lang="en-DE" sz="800" dirty="0"/>
          </a:p>
        </p:txBody>
      </p:sp>
      <p:pic>
        <p:nvPicPr>
          <p:cNvPr id="17" name="Picture 16">
            <a:extLst>
              <a:ext uri="{FF2B5EF4-FFF2-40B4-BE49-F238E27FC236}">
                <a16:creationId xmlns:a16="http://schemas.microsoft.com/office/drawing/2014/main" id="{64465C22-0638-CCDF-6FB9-0DF06A9B8992}"/>
              </a:ext>
            </a:extLst>
          </p:cNvPr>
          <p:cNvPicPr>
            <a:picLocks noChangeAspect="1"/>
          </p:cNvPicPr>
          <p:nvPr/>
        </p:nvPicPr>
        <p:blipFill>
          <a:blip r:embed="rId9"/>
          <a:stretch>
            <a:fillRect/>
          </a:stretch>
        </p:blipFill>
        <p:spPr>
          <a:xfrm>
            <a:off x="3086193" y="2627404"/>
            <a:ext cx="2943636" cy="781159"/>
          </a:xfrm>
          <a:prstGeom prst="rect">
            <a:avLst/>
          </a:prstGeom>
        </p:spPr>
      </p:pic>
      <p:pic>
        <p:nvPicPr>
          <p:cNvPr id="2052" name="Picture 4" descr="Home">
            <a:extLst>
              <a:ext uri="{FF2B5EF4-FFF2-40B4-BE49-F238E27FC236}">
                <a16:creationId xmlns:a16="http://schemas.microsoft.com/office/drawing/2014/main" id="{51B5B5A9-CDB4-D19E-5A54-EF16C2D3CDD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525184" y="3077042"/>
            <a:ext cx="1576446" cy="154172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976D2082-2379-E4C4-43A7-88756B2BFB8F}"/>
              </a:ext>
            </a:extLst>
          </p:cNvPr>
          <p:cNvPicPr>
            <a:picLocks noChangeAspect="1"/>
          </p:cNvPicPr>
          <p:nvPr/>
        </p:nvPicPr>
        <p:blipFill>
          <a:blip r:embed="rId11"/>
          <a:stretch>
            <a:fillRect/>
          </a:stretch>
        </p:blipFill>
        <p:spPr>
          <a:xfrm>
            <a:off x="8758926" y="4724066"/>
            <a:ext cx="3278954" cy="923038"/>
          </a:xfrm>
          <a:prstGeom prst="rect">
            <a:avLst/>
          </a:prstGeom>
        </p:spPr>
      </p:pic>
      <p:pic>
        <p:nvPicPr>
          <p:cNvPr id="22" name="Picture 21">
            <a:extLst>
              <a:ext uri="{FF2B5EF4-FFF2-40B4-BE49-F238E27FC236}">
                <a16:creationId xmlns:a16="http://schemas.microsoft.com/office/drawing/2014/main" id="{27A04AFA-213E-1712-2113-781FE752CF67}"/>
              </a:ext>
            </a:extLst>
          </p:cNvPr>
          <p:cNvPicPr>
            <a:picLocks noChangeAspect="1"/>
          </p:cNvPicPr>
          <p:nvPr/>
        </p:nvPicPr>
        <p:blipFill>
          <a:blip r:embed="rId12"/>
          <a:stretch>
            <a:fillRect/>
          </a:stretch>
        </p:blipFill>
        <p:spPr>
          <a:xfrm>
            <a:off x="3086193" y="3411652"/>
            <a:ext cx="5364688" cy="3185032"/>
          </a:xfrm>
          <a:prstGeom prst="rect">
            <a:avLst/>
          </a:prstGeom>
        </p:spPr>
      </p:pic>
    </p:spTree>
    <p:extLst>
      <p:ext uri="{BB962C8B-B14F-4D97-AF65-F5344CB8AC3E}">
        <p14:creationId xmlns:p14="http://schemas.microsoft.com/office/powerpoint/2010/main" val="2089410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A8245-F114-83B2-5A0B-DAD7394396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FFD665-F85A-643F-43AF-F4A6A46C22AB}"/>
              </a:ext>
            </a:extLst>
          </p:cNvPr>
          <p:cNvSpPr>
            <a:spLocks noGrp="1"/>
          </p:cNvSpPr>
          <p:nvPr>
            <p:ph type="title"/>
          </p:nvPr>
        </p:nvSpPr>
        <p:spPr>
          <a:xfrm>
            <a:off x="550864" y="549275"/>
            <a:ext cx="3565524" cy="3034657"/>
          </a:xfrm>
        </p:spPr>
        <p:txBody>
          <a:bodyPr vert="horz" wrap="square" lIns="0" tIns="0" rIns="0" bIns="0" rtlCol="0" anchor="b" anchorCtr="0">
            <a:normAutofit/>
          </a:bodyPr>
          <a:lstStyle/>
          <a:p>
            <a:r>
              <a:rPr lang="en-US" dirty="0"/>
              <a:t>The GWAS analysis pipeline</a:t>
            </a:r>
          </a:p>
        </p:txBody>
      </p:sp>
      <p:sp>
        <p:nvSpPr>
          <p:cNvPr id="4" name="TextBox 3">
            <a:extLst>
              <a:ext uri="{FF2B5EF4-FFF2-40B4-BE49-F238E27FC236}">
                <a16:creationId xmlns:a16="http://schemas.microsoft.com/office/drawing/2014/main" id="{E215AF9D-0001-752F-D18E-7D2FAC19DD6E}"/>
              </a:ext>
            </a:extLst>
          </p:cNvPr>
          <p:cNvSpPr txBox="1"/>
          <p:nvPr/>
        </p:nvSpPr>
        <p:spPr>
          <a:xfrm>
            <a:off x="9070848" y="1657338"/>
            <a:ext cx="1521561" cy="369332"/>
          </a:xfrm>
          <a:prstGeom prst="rect">
            <a:avLst/>
          </a:prstGeom>
          <a:noFill/>
        </p:spPr>
        <p:txBody>
          <a:bodyPr wrap="square" rtlCol="0">
            <a:spAutoFit/>
          </a:bodyPr>
          <a:lstStyle/>
          <a:p>
            <a:r>
              <a:rPr lang="en-GB" b="1" i="1" dirty="0">
                <a:solidFill>
                  <a:schemeClr val="bg1"/>
                </a:solidFill>
              </a:rPr>
              <a:t>(Affymetrix)</a:t>
            </a:r>
          </a:p>
        </p:txBody>
      </p:sp>
      <p:pic>
        <p:nvPicPr>
          <p:cNvPr id="3" name="Picture 2">
            <a:extLst>
              <a:ext uri="{FF2B5EF4-FFF2-40B4-BE49-F238E27FC236}">
                <a16:creationId xmlns:a16="http://schemas.microsoft.com/office/drawing/2014/main" id="{F391B5CC-0730-8B08-F286-62D25EDB0FDD}"/>
              </a:ext>
            </a:extLst>
          </p:cNvPr>
          <p:cNvPicPr>
            <a:picLocks noChangeAspect="1"/>
          </p:cNvPicPr>
          <p:nvPr/>
        </p:nvPicPr>
        <p:blipFill>
          <a:blip r:embed="rId3"/>
          <a:stretch>
            <a:fillRect/>
          </a:stretch>
        </p:blipFill>
        <p:spPr>
          <a:xfrm>
            <a:off x="9984105" y="6465570"/>
            <a:ext cx="2114550" cy="361950"/>
          </a:xfrm>
          <a:prstGeom prst="rect">
            <a:avLst/>
          </a:prstGeom>
        </p:spPr>
      </p:pic>
      <p:pic>
        <p:nvPicPr>
          <p:cNvPr id="6" name="Picture 5">
            <a:extLst>
              <a:ext uri="{FF2B5EF4-FFF2-40B4-BE49-F238E27FC236}">
                <a16:creationId xmlns:a16="http://schemas.microsoft.com/office/drawing/2014/main" id="{3CA531E9-BCD4-3BC8-3451-8AAA1F42CB16}"/>
              </a:ext>
            </a:extLst>
          </p:cNvPr>
          <p:cNvPicPr>
            <a:picLocks noChangeAspect="1"/>
          </p:cNvPicPr>
          <p:nvPr/>
        </p:nvPicPr>
        <p:blipFill>
          <a:blip r:embed="rId4"/>
          <a:stretch>
            <a:fillRect/>
          </a:stretch>
        </p:blipFill>
        <p:spPr>
          <a:xfrm>
            <a:off x="3969324" y="248702"/>
            <a:ext cx="2791215" cy="2133898"/>
          </a:xfrm>
          <a:prstGeom prst="rect">
            <a:avLst/>
          </a:prstGeom>
        </p:spPr>
      </p:pic>
      <p:pic>
        <p:nvPicPr>
          <p:cNvPr id="3074" name="Picture 2" descr="Your guide to at-home BRCA testing">
            <a:extLst>
              <a:ext uri="{FF2B5EF4-FFF2-40B4-BE49-F238E27FC236}">
                <a16:creationId xmlns:a16="http://schemas.microsoft.com/office/drawing/2014/main" id="{553513E7-FAA5-186B-5D97-33EF1C6B87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60539" y="161639"/>
            <a:ext cx="5162464" cy="227755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CF87C90F-02E6-6F97-9E11-0F4FB571AC36}"/>
              </a:ext>
            </a:extLst>
          </p:cNvPr>
          <p:cNvPicPr>
            <a:picLocks noChangeAspect="1"/>
          </p:cNvPicPr>
          <p:nvPr/>
        </p:nvPicPr>
        <p:blipFill>
          <a:blip r:embed="rId6"/>
          <a:stretch>
            <a:fillRect/>
          </a:stretch>
        </p:blipFill>
        <p:spPr>
          <a:xfrm>
            <a:off x="1352009" y="4038065"/>
            <a:ext cx="4629796" cy="2152950"/>
          </a:xfrm>
          <a:prstGeom prst="rect">
            <a:avLst/>
          </a:prstGeom>
        </p:spPr>
      </p:pic>
      <p:pic>
        <p:nvPicPr>
          <p:cNvPr id="10" name="Picture 2" descr="Filling in the blanks for direct-to-consumer genetic testing companies:  delivering industry's fastest &amp; most scalable imputation method">
            <a:extLst>
              <a:ext uri="{FF2B5EF4-FFF2-40B4-BE49-F238E27FC236}">
                <a16:creationId xmlns:a16="http://schemas.microsoft.com/office/drawing/2014/main" id="{2F2C81A0-D889-BFBD-AF94-CF512756FE5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63272" y="3429000"/>
            <a:ext cx="5291459" cy="308029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8AA3F271-64E6-BFF6-1C5F-0B9C4B6D7B85}"/>
              </a:ext>
            </a:extLst>
          </p:cNvPr>
          <p:cNvPicPr>
            <a:picLocks noChangeAspect="1"/>
          </p:cNvPicPr>
          <p:nvPr/>
        </p:nvPicPr>
        <p:blipFill rotWithShape="1">
          <a:blip r:embed="rId8"/>
          <a:srcRect l="19916" t="32956" r="39439" b="22012"/>
          <a:stretch/>
        </p:blipFill>
        <p:spPr>
          <a:xfrm>
            <a:off x="10011748" y="5362250"/>
            <a:ext cx="1656486" cy="1147044"/>
          </a:xfrm>
          <a:prstGeom prst="rect">
            <a:avLst/>
          </a:prstGeom>
        </p:spPr>
      </p:pic>
    </p:spTree>
    <p:extLst>
      <p:ext uri="{BB962C8B-B14F-4D97-AF65-F5344CB8AC3E}">
        <p14:creationId xmlns:p14="http://schemas.microsoft.com/office/powerpoint/2010/main" val="469639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01159-F2C0-4F66-AD6A-02A10AF39643}"/>
              </a:ext>
            </a:extLst>
          </p:cNvPr>
          <p:cNvSpPr>
            <a:spLocks noGrp="1"/>
          </p:cNvSpPr>
          <p:nvPr>
            <p:ph type="title"/>
          </p:nvPr>
        </p:nvSpPr>
        <p:spPr/>
        <p:txBody>
          <a:bodyPr/>
          <a:lstStyle/>
          <a:p>
            <a:r>
              <a:rPr lang="en-GB" dirty="0"/>
              <a:t>Did you say intensities?</a:t>
            </a:r>
          </a:p>
        </p:txBody>
      </p:sp>
      <p:pic>
        <p:nvPicPr>
          <p:cNvPr id="11" name="Content Placeholder 10">
            <a:extLst>
              <a:ext uri="{FF2B5EF4-FFF2-40B4-BE49-F238E27FC236}">
                <a16:creationId xmlns:a16="http://schemas.microsoft.com/office/drawing/2014/main" id="{F7A84E07-A884-422A-BD37-5F32DF2B58B3}"/>
              </a:ext>
            </a:extLst>
          </p:cNvPr>
          <p:cNvPicPr>
            <a:picLocks noGrp="1" noChangeAspect="1"/>
          </p:cNvPicPr>
          <p:nvPr>
            <p:ph idx="1"/>
          </p:nvPr>
        </p:nvPicPr>
        <p:blipFill>
          <a:blip r:embed="rId3"/>
          <a:stretch>
            <a:fillRect/>
          </a:stretch>
        </p:blipFill>
        <p:spPr>
          <a:xfrm>
            <a:off x="646264" y="1756302"/>
            <a:ext cx="2808862" cy="1797672"/>
          </a:xfrm>
          <a:prstGeom prst="rect">
            <a:avLst/>
          </a:prstGeom>
        </p:spPr>
      </p:pic>
      <p:sp>
        <p:nvSpPr>
          <p:cNvPr id="12" name="Arrow: Right 11">
            <a:extLst>
              <a:ext uri="{FF2B5EF4-FFF2-40B4-BE49-F238E27FC236}">
                <a16:creationId xmlns:a16="http://schemas.microsoft.com/office/drawing/2014/main" id="{56A152D7-9A7B-4863-A657-7C0CFE0E18CC}"/>
              </a:ext>
            </a:extLst>
          </p:cNvPr>
          <p:cNvSpPr/>
          <p:nvPr/>
        </p:nvSpPr>
        <p:spPr>
          <a:xfrm>
            <a:off x="3657602" y="2472538"/>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4" name="Picture 13">
            <a:extLst>
              <a:ext uri="{FF2B5EF4-FFF2-40B4-BE49-F238E27FC236}">
                <a16:creationId xmlns:a16="http://schemas.microsoft.com/office/drawing/2014/main" id="{6D00C7CB-1676-453B-B4ED-1934F89AAC54}"/>
              </a:ext>
            </a:extLst>
          </p:cNvPr>
          <p:cNvPicPr>
            <a:picLocks noChangeAspect="1"/>
          </p:cNvPicPr>
          <p:nvPr/>
        </p:nvPicPr>
        <p:blipFill>
          <a:blip r:embed="rId4"/>
          <a:stretch>
            <a:fillRect/>
          </a:stretch>
        </p:blipFill>
        <p:spPr>
          <a:xfrm>
            <a:off x="4965298" y="1539635"/>
            <a:ext cx="1676190" cy="2428571"/>
          </a:xfrm>
          <a:prstGeom prst="rect">
            <a:avLst/>
          </a:prstGeom>
        </p:spPr>
      </p:pic>
      <p:sp>
        <p:nvSpPr>
          <p:cNvPr id="15" name="Arrow: Right 14">
            <a:extLst>
              <a:ext uri="{FF2B5EF4-FFF2-40B4-BE49-F238E27FC236}">
                <a16:creationId xmlns:a16="http://schemas.microsoft.com/office/drawing/2014/main" id="{5D163AAD-D58A-4FEA-8D15-949E9E511FA6}"/>
              </a:ext>
            </a:extLst>
          </p:cNvPr>
          <p:cNvSpPr/>
          <p:nvPr/>
        </p:nvSpPr>
        <p:spPr>
          <a:xfrm>
            <a:off x="6999432" y="2511604"/>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26" name="Picture 2" descr="Introduction to Genotyping">
            <a:extLst>
              <a:ext uri="{FF2B5EF4-FFF2-40B4-BE49-F238E27FC236}">
                <a16:creationId xmlns:a16="http://schemas.microsoft.com/office/drawing/2014/main" id="{2704CE71-85D6-492B-B02D-30FCC43C14A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37280" y="1523651"/>
            <a:ext cx="3506420" cy="2262974"/>
          </a:xfrm>
          <a:prstGeom prst="rect">
            <a:avLst/>
          </a:prstGeom>
          <a:noFill/>
          <a:extLst>
            <a:ext uri="{909E8E84-426E-40DD-AFC4-6F175D3DCCD1}">
              <a14:hiddenFill xmlns:a14="http://schemas.microsoft.com/office/drawing/2010/main">
                <a:solidFill>
                  <a:srgbClr val="FFFFFF"/>
                </a:solidFill>
              </a14:hiddenFill>
            </a:ext>
          </a:extLst>
        </p:spPr>
      </p:pic>
      <p:sp>
        <p:nvSpPr>
          <p:cNvPr id="18" name="Oval 17">
            <a:extLst>
              <a:ext uri="{FF2B5EF4-FFF2-40B4-BE49-F238E27FC236}">
                <a16:creationId xmlns:a16="http://schemas.microsoft.com/office/drawing/2014/main" id="{139C6D57-A6D4-460E-B64E-7FE93C4741C4}"/>
              </a:ext>
            </a:extLst>
          </p:cNvPr>
          <p:cNvSpPr/>
          <p:nvPr/>
        </p:nvSpPr>
        <p:spPr>
          <a:xfrm>
            <a:off x="11126423" y="3529293"/>
            <a:ext cx="358444" cy="8593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28" name="Picture 4">
            <a:extLst>
              <a:ext uri="{FF2B5EF4-FFF2-40B4-BE49-F238E27FC236}">
                <a16:creationId xmlns:a16="http://schemas.microsoft.com/office/drawing/2014/main" id="{2795422F-AB88-476C-A3D1-6FC7D196C6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59087" y="4842662"/>
            <a:ext cx="2837506" cy="1912926"/>
          </a:xfrm>
          <a:prstGeom prst="rect">
            <a:avLst/>
          </a:prstGeom>
          <a:noFill/>
          <a:extLst>
            <a:ext uri="{909E8E84-426E-40DD-AFC4-6F175D3DCCD1}">
              <a14:hiddenFill xmlns:a14="http://schemas.microsoft.com/office/drawing/2010/main">
                <a:solidFill>
                  <a:srgbClr val="FFFFFF"/>
                </a:solidFill>
              </a14:hiddenFill>
            </a:ext>
          </a:extLst>
        </p:spPr>
      </p:pic>
      <p:sp>
        <p:nvSpPr>
          <p:cNvPr id="21" name="Arrow: Right 20">
            <a:extLst>
              <a:ext uri="{FF2B5EF4-FFF2-40B4-BE49-F238E27FC236}">
                <a16:creationId xmlns:a16="http://schemas.microsoft.com/office/drawing/2014/main" id="{34F90E65-CCCC-457F-A7E8-DED07F6EA19B}"/>
              </a:ext>
            </a:extLst>
          </p:cNvPr>
          <p:cNvSpPr/>
          <p:nvPr/>
        </p:nvSpPr>
        <p:spPr>
          <a:xfrm rot="8461266">
            <a:off x="8907389" y="4072328"/>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Arrow: Right 21">
            <a:extLst>
              <a:ext uri="{FF2B5EF4-FFF2-40B4-BE49-F238E27FC236}">
                <a16:creationId xmlns:a16="http://schemas.microsoft.com/office/drawing/2014/main" id="{4668FD55-9744-454D-86B7-B2D4E4407A79}"/>
              </a:ext>
            </a:extLst>
          </p:cNvPr>
          <p:cNvSpPr/>
          <p:nvPr/>
        </p:nvSpPr>
        <p:spPr>
          <a:xfrm rot="10800000">
            <a:off x="4939251" y="5673137"/>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0" name="Picture 19">
            <a:extLst>
              <a:ext uri="{FF2B5EF4-FFF2-40B4-BE49-F238E27FC236}">
                <a16:creationId xmlns:a16="http://schemas.microsoft.com/office/drawing/2014/main" id="{7C18F594-8145-4A83-BEAD-D9F377D2ABB2}"/>
              </a:ext>
            </a:extLst>
          </p:cNvPr>
          <p:cNvPicPr>
            <a:picLocks noChangeAspect="1"/>
          </p:cNvPicPr>
          <p:nvPr/>
        </p:nvPicPr>
        <p:blipFill>
          <a:blip r:embed="rId7"/>
          <a:stretch>
            <a:fillRect/>
          </a:stretch>
        </p:blipFill>
        <p:spPr>
          <a:xfrm>
            <a:off x="2050695" y="4869274"/>
            <a:ext cx="2676190" cy="1723810"/>
          </a:xfrm>
          <a:prstGeom prst="rect">
            <a:avLst/>
          </a:prstGeom>
        </p:spPr>
      </p:pic>
      <p:pic>
        <p:nvPicPr>
          <p:cNvPr id="3" name="Picture 2">
            <a:extLst>
              <a:ext uri="{FF2B5EF4-FFF2-40B4-BE49-F238E27FC236}">
                <a16:creationId xmlns:a16="http://schemas.microsoft.com/office/drawing/2014/main" id="{8DE21CE8-75CB-64F3-A992-E7ECF2B41F6C}"/>
              </a:ext>
            </a:extLst>
          </p:cNvPr>
          <p:cNvPicPr>
            <a:picLocks noChangeAspect="1"/>
          </p:cNvPicPr>
          <p:nvPr/>
        </p:nvPicPr>
        <p:blipFill>
          <a:blip r:embed="rId8"/>
          <a:stretch>
            <a:fillRect/>
          </a:stretch>
        </p:blipFill>
        <p:spPr>
          <a:xfrm>
            <a:off x="9984105" y="6465570"/>
            <a:ext cx="2114550" cy="361950"/>
          </a:xfrm>
          <a:prstGeom prst="rect">
            <a:avLst/>
          </a:prstGeom>
        </p:spPr>
      </p:pic>
      <p:pic>
        <p:nvPicPr>
          <p:cNvPr id="4" name="Picture 3">
            <a:extLst>
              <a:ext uri="{FF2B5EF4-FFF2-40B4-BE49-F238E27FC236}">
                <a16:creationId xmlns:a16="http://schemas.microsoft.com/office/drawing/2014/main" id="{25014502-075C-7537-CDAB-3FACF65093A5}"/>
              </a:ext>
            </a:extLst>
          </p:cNvPr>
          <p:cNvPicPr>
            <a:picLocks noChangeAspect="1"/>
          </p:cNvPicPr>
          <p:nvPr/>
        </p:nvPicPr>
        <p:blipFill>
          <a:blip r:embed="rId9"/>
          <a:stretch>
            <a:fillRect/>
          </a:stretch>
        </p:blipFill>
        <p:spPr>
          <a:xfrm>
            <a:off x="9085478" y="4995560"/>
            <a:ext cx="3054465" cy="1405240"/>
          </a:xfrm>
          <a:prstGeom prst="rect">
            <a:avLst/>
          </a:prstGeom>
        </p:spPr>
      </p:pic>
    </p:spTree>
    <p:extLst>
      <p:ext uri="{BB962C8B-B14F-4D97-AF65-F5344CB8AC3E}">
        <p14:creationId xmlns:p14="http://schemas.microsoft.com/office/powerpoint/2010/main" val="2822783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B6D50-7F4D-4ACC-B551-6B41F783CD4C}"/>
              </a:ext>
            </a:extLst>
          </p:cNvPr>
          <p:cNvSpPr>
            <a:spLocks noGrp="1"/>
          </p:cNvSpPr>
          <p:nvPr>
            <p:ph type="title"/>
          </p:nvPr>
        </p:nvSpPr>
        <p:spPr>
          <a:xfrm>
            <a:off x="1008184" y="174032"/>
            <a:ext cx="10175631" cy="1111843"/>
          </a:xfrm>
        </p:spPr>
        <p:txBody>
          <a:bodyPr vert="horz" lIns="91440" tIns="45720" rIns="91440" bIns="45720" rtlCol="0" anchor="ctr">
            <a:normAutofit/>
          </a:bodyPr>
          <a:lstStyle/>
          <a:p>
            <a:pPr algn="ctr"/>
            <a:r>
              <a:rPr lang="en-US" sz="4000" kern="1200">
                <a:solidFill>
                  <a:schemeClr val="tx1"/>
                </a:solidFill>
                <a:latin typeface="+mj-lt"/>
                <a:ea typeface="+mj-ea"/>
                <a:cs typeface="+mj-cs"/>
              </a:rPr>
              <a:t>Intensities: the good …</a:t>
            </a:r>
          </a:p>
        </p:txBody>
      </p:sp>
      <p:sp>
        <p:nvSpPr>
          <p:cNvPr id="6" name="Content Placeholder 5">
            <a:extLst>
              <a:ext uri="{FF2B5EF4-FFF2-40B4-BE49-F238E27FC236}">
                <a16:creationId xmlns:a16="http://schemas.microsoft.com/office/drawing/2014/main" id="{0C1DB430-C46A-145E-F31D-30D02A4F12EF}"/>
              </a:ext>
            </a:extLst>
          </p:cNvPr>
          <p:cNvSpPr>
            <a:spLocks noGrp="1"/>
          </p:cNvSpPr>
          <p:nvPr>
            <p:ph idx="1"/>
          </p:nvPr>
        </p:nvSpPr>
        <p:spPr>
          <a:xfrm>
            <a:off x="9905297" y="6076773"/>
            <a:ext cx="2247080" cy="494109"/>
          </a:xfrm>
        </p:spPr>
        <p:txBody>
          <a:bodyPr vert="horz" lIns="91440" tIns="45720" rIns="91440" bIns="45720" rtlCol="0" anchor="ctr">
            <a:normAutofit/>
          </a:bodyPr>
          <a:lstStyle/>
          <a:p>
            <a:pPr algn="ctr">
              <a:lnSpc>
                <a:spcPct val="90000"/>
              </a:lnSpc>
            </a:pPr>
            <a:r>
              <a:rPr lang="en-US" sz="1100" dirty="0">
                <a:latin typeface="+mn-lt"/>
                <a:cs typeface="+mn-cs"/>
              </a:rPr>
              <a:t>Zhao et al., 2018</a:t>
            </a:r>
          </a:p>
        </p:txBody>
      </p:sp>
      <p:pic>
        <p:nvPicPr>
          <p:cNvPr id="7" name="Content Placeholder 10">
            <a:extLst>
              <a:ext uri="{FF2B5EF4-FFF2-40B4-BE49-F238E27FC236}">
                <a16:creationId xmlns:a16="http://schemas.microsoft.com/office/drawing/2014/main" id="{2A6DE63B-3E44-EFD0-844A-DC440645F1A8}"/>
              </a:ext>
            </a:extLst>
          </p:cNvPr>
          <p:cNvPicPr>
            <a:picLocks noChangeAspect="1"/>
          </p:cNvPicPr>
          <p:nvPr/>
        </p:nvPicPr>
        <p:blipFill>
          <a:blip r:embed="rId3"/>
          <a:stretch>
            <a:fillRect/>
          </a:stretch>
        </p:blipFill>
        <p:spPr>
          <a:xfrm>
            <a:off x="381835" y="1621262"/>
            <a:ext cx="11422234" cy="3740780"/>
          </a:xfrm>
          <a:prstGeom prst="rect">
            <a:avLst/>
          </a:prstGeom>
        </p:spPr>
      </p:pic>
      <p:pic>
        <p:nvPicPr>
          <p:cNvPr id="8" name="Picture 7">
            <a:extLst>
              <a:ext uri="{FF2B5EF4-FFF2-40B4-BE49-F238E27FC236}">
                <a16:creationId xmlns:a16="http://schemas.microsoft.com/office/drawing/2014/main" id="{CF8C6110-A997-D315-48A5-C4B0B72FFA76}"/>
              </a:ext>
            </a:extLst>
          </p:cNvPr>
          <p:cNvPicPr>
            <a:picLocks noChangeAspect="1"/>
          </p:cNvPicPr>
          <p:nvPr/>
        </p:nvPicPr>
        <p:blipFill>
          <a:blip r:embed="rId4"/>
          <a:stretch>
            <a:fillRect/>
          </a:stretch>
        </p:blipFill>
        <p:spPr>
          <a:xfrm>
            <a:off x="9984105" y="6465570"/>
            <a:ext cx="2114550" cy="361950"/>
          </a:xfrm>
          <a:prstGeom prst="rect">
            <a:avLst/>
          </a:prstGeom>
        </p:spPr>
      </p:pic>
      <p:sp>
        <p:nvSpPr>
          <p:cNvPr id="3" name="TextBox 2">
            <a:extLst>
              <a:ext uri="{FF2B5EF4-FFF2-40B4-BE49-F238E27FC236}">
                <a16:creationId xmlns:a16="http://schemas.microsoft.com/office/drawing/2014/main" id="{3DE6F783-8E7B-E251-B7C7-50C1CAAE2F78}"/>
              </a:ext>
            </a:extLst>
          </p:cNvPr>
          <p:cNvSpPr txBox="1"/>
          <p:nvPr/>
        </p:nvSpPr>
        <p:spPr>
          <a:xfrm>
            <a:off x="2333549" y="5515661"/>
            <a:ext cx="2247080" cy="369332"/>
          </a:xfrm>
          <a:prstGeom prst="rect">
            <a:avLst/>
          </a:prstGeom>
          <a:noFill/>
        </p:spPr>
        <p:txBody>
          <a:bodyPr wrap="square" rtlCol="0">
            <a:spAutoFit/>
          </a:bodyPr>
          <a:lstStyle/>
          <a:p>
            <a:r>
              <a:rPr lang="en-GB" sz="1800" dirty="0">
                <a:effectLst/>
                <a:latin typeface="Calibri" panose="020F0502020204030204" pitchFamily="34" charset="0"/>
                <a:ea typeface="Calibri" panose="020F0502020204030204" pitchFamily="34" charset="0"/>
                <a:cs typeface="Times New Roman" panose="02020603050405020304" pitchFamily="18" charset="0"/>
              </a:rPr>
              <a:t>Cartesian coordinates</a:t>
            </a:r>
            <a:endParaRPr lang="en-GB" dirty="0"/>
          </a:p>
        </p:txBody>
      </p:sp>
      <p:sp>
        <p:nvSpPr>
          <p:cNvPr id="4" name="TextBox 3">
            <a:extLst>
              <a:ext uri="{FF2B5EF4-FFF2-40B4-BE49-F238E27FC236}">
                <a16:creationId xmlns:a16="http://schemas.microsoft.com/office/drawing/2014/main" id="{7ABD3C7E-67EA-A13B-57E8-251856C5D0A5}"/>
              </a:ext>
            </a:extLst>
          </p:cNvPr>
          <p:cNvSpPr txBox="1"/>
          <p:nvPr/>
        </p:nvSpPr>
        <p:spPr>
          <a:xfrm>
            <a:off x="8719718" y="5515661"/>
            <a:ext cx="2048256" cy="369332"/>
          </a:xfrm>
          <a:prstGeom prst="rect">
            <a:avLst/>
          </a:prstGeom>
          <a:noFill/>
        </p:spPr>
        <p:txBody>
          <a:bodyPr wrap="square" rtlCol="0">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P</a:t>
            </a:r>
            <a:r>
              <a:rPr lang="en-GB" sz="1800" dirty="0">
                <a:effectLst/>
                <a:latin typeface="Calibri" panose="020F0502020204030204" pitchFamily="34" charset="0"/>
                <a:ea typeface="Calibri" panose="020F0502020204030204" pitchFamily="34" charset="0"/>
                <a:cs typeface="Times New Roman" panose="02020603050405020304" pitchFamily="18" charset="0"/>
              </a:rPr>
              <a:t>olar coordinates</a:t>
            </a:r>
            <a:endParaRPr lang="en-GB" dirty="0"/>
          </a:p>
        </p:txBody>
      </p:sp>
    </p:spTree>
    <p:extLst>
      <p:ext uri="{BB962C8B-B14F-4D97-AF65-F5344CB8AC3E}">
        <p14:creationId xmlns:p14="http://schemas.microsoft.com/office/powerpoint/2010/main" val="2563822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B6D50-7F4D-4ACC-B551-6B41F783CD4C}"/>
              </a:ext>
            </a:extLst>
          </p:cNvPr>
          <p:cNvSpPr>
            <a:spLocks noGrp="1"/>
          </p:cNvSpPr>
          <p:nvPr>
            <p:ph type="title"/>
          </p:nvPr>
        </p:nvSpPr>
        <p:spPr>
          <a:xfrm>
            <a:off x="1008184" y="174032"/>
            <a:ext cx="10175631" cy="1111843"/>
          </a:xfrm>
        </p:spPr>
        <p:txBody>
          <a:bodyPr vert="horz" lIns="91440" tIns="45720" rIns="91440" bIns="45720" rtlCol="0" anchor="ctr">
            <a:normAutofit/>
          </a:bodyPr>
          <a:lstStyle/>
          <a:p>
            <a:pPr algn="ctr"/>
            <a:r>
              <a:rPr lang="en-US" sz="4000" kern="1200">
                <a:solidFill>
                  <a:schemeClr val="tx1"/>
                </a:solidFill>
                <a:latin typeface="+mj-lt"/>
                <a:ea typeface="+mj-ea"/>
                <a:cs typeface="+mj-cs"/>
              </a:rPr>
              <a:t>Intensities: the bad …</a:t>
            </a:r>
          </a:p>
        </p:txBody>
      </p:sp>
      <p:pic>
        <p:nvPicPr>
          <p:cNvPr id="10" name="Content Placeholder 9">
            <a:extLst>
              <a:ext uri="{FF2B5EF4-FFF2-40B4-BE49-F238E27FC236}">
                <a16:creationId xmlns:a16="http://schemas.microsoft.com/office/drawing/2014/main" id="{9BC86285-08B5-4A1D-BB4B-11A95FAEEE70}"/>
              </a:ext>
            </a:extLst>
          </p:cNvPr>
          <p:cNvPicPr>
            <a:picLocks noGrp="1" noChangeAspect="1"/>
          </p:cNvPicPr>
          <p:nvPr>
            <p:ph idx="1"/>
          </p:nvPr>
        </p:nvPicPr>
        <p:blipFill>
          <a:blip r:embed="rId3"/>
          <a:stretch>
            <a:fillRect/>
          </a:stretch>
        </p:blipFill>
        <p:spPr>
          <a:xfrm>
            <a:off x="1851520" y="1111356"/>
            <a:ext cx="8380450" cy="4965418"/>
          </a:xfrm>
          <a:prstGeom prst="rect">
            <a:avLst/>
          </a:prstGeom>
        </p:spPr>
      </p:pic>
      <p:pic>
        <p:nvPicPr>
          <p:cNvPr id="3" name="Picture 2">
            <a:extLst>
              <a:ext uri="{FF2B5EF4-FFF2-40B4-BE49-F238E27FC236}">
                <a16:creationId xmlns:a16="http://schemas.microsoft.com/office/drawing/2014/main" id="{41E080DB-A041-1FED-8CE3-BF2059224D7D}"/>
              </a:ext>
            </a:extLst>
          </p:cNvPr>
          <p:cNvPicPr>
            <a:picLocks noChangeAspect="1"/>
          </p:cNvPicPr>
          <p:nvPr/>
        </p:nvPicPr>
        <p:blipFill>
          <a:blip r:embed="rId4"/>
          <a:stretch>
            <a:fillRect/>
          </a:stretch>
        </p:blipFill>
        <p:spPr>
          <a:xfrm>
            <a:off x="9984105" y="6465570"/>
            <a:ext cx="2114550" cy="361950"/>
          </a:xfrm>
          <a:prstGeom prst="rect">
            <a:avLst/>
          </a:prstGeom>
        </p:spPr>
      </p:pic>
      <p:sp>
        <p:nvSpPr>
          <p:cNvPr id="4" name="Content Placeholder 5">
            <a:extLst>
              <a:ext uri="{FF2B5EF4-FFF2-40B4-BE49-F238E27FC236}">
                <a16:creationId xmlns:a16="http://schemas.microsoft.com/office/drawing/2014/main" id="{E596C2CA-B9C7-483C-B553-86A9862428BB}"/>
              </a:ext>
            </a:extLst>
          </p:cNvPr>
          <p:cNvSpPr txBox="1">
            <a:spLocks/>
          </p:cNvSpPr>
          <p:nvPr/>
        </p:nvSpPr>
        <p:spPr>
          <a:xfrm>
            <a:off x="9905297" y="6076773"/>
            <a:ext cx="2247080" cy="494109"/>
          </a:xfrm>
        </p:spPr>
        <p:txBody>
          <a:bodyPr vert="horz" lIns="91440" tIns="45720" rIns="91440" bIns="45720" rtlCol="0" anchor="ctr">
            <a:normAutofit/>
          </a:bodyPr>
          <a:lstStyle>
            <a:lvl1pPr marL="0" indent="0" algn="l" defTabSz="914400" rtl="0" eaLnBrk="1" latinLnBrk="0" hangingPunct="1">
              <a:lnSpc>
                <a:spcPct val="100000"/>
              </a:lnSpc>
              <a:spcBef>
                <a:spcPts val="0"/>
              </a:spcBef>
              <a:spcAft>
                <a:spcPts val="2200"/>
              </a:spcAft>
              <a:buFont typeface="Arial" panose="020B0604020202020204" pitchFamily="34" charset="0"/>
              <a:buNone/>
              <a:tabLst/>
              <a:defRPr sz="1400" b="0" i="0" kern="1200" baseline="0">
                <a:solidFill>
                  <a:schemeClr val="tx1"/>
                </a:solidFill>
                <a:latin typeface="Arial" panose="020B0604020202020204" pitchFamily="34" charset="0"/>
                <a:ea typeface="+mn-ea"/>
                <a:cs typeface="Arial" panose="020B0604020202020204" pitchFamily="34" charset="0"/>
              </a:defRPr>
            </a:lvl1pPr>
            <a:lvl2pPr marL="358775" indent="-206375" algn="l" defTabSz="914400" rtl="0" eaLnBrk="1" latinLnBrk="0" hangingPunct="1">
              <a:lnSpc>
                <a:spcPct val="100000"/>
              </a:lnSpc>
              <a:spcBef>
                <a:spcPts val="60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00000"/>
              </a:lnSpc>
              <a:spcBef>
                <a:spcPts val="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3pPr>
            <a:lvl4pPr marL="7938" indent="0" algn="l" defTabSz="914400" rtl="0" eaLnBrk="1" latinLnBrk="0" hangingPunct="1">
              <a:lnSpc>
                <a:spcPct val="90000"/>
              </a:lnSpc>
              <a:spcBef>
                <a:spcPts val="500"/>
              </a:spcBef>
              <a:buFont typeface="Arial" panose="020B0604020202020204" pitchFamily="34" charset="0"/>
              <a:buChar char="•"/>
              <a:tabLst/>
              <a:defRPr sz="1400" kern="1200" baseline="0">
                <a:solidFill>
                  <a:schemeClr val="tx1"/>
                </a:solidFill>
                <a:latin typeface="Arial" panose="020B0604020202020204" pitchFamily="34" charset="0"/>
                <a:ea typeface="+mn-ea"/>
                <a:cs typeface="+mn-cs"/>
              </a:defRPr>
            </a:lvl4pPr>
            <a:lvl5pPr marL="223838" indent="-215900" algn="l" defTabSz="914400" rtl="0" eaLnBrk="1" latinLnBrk="0" hangingPunct="1">
              <a:lnSpc>
                <a:spcPct val="100000"/>
              </a:lnSpc>
              <a:spcBef>
                <a:spcPts val="0"/>
              </a:spcBef>
              <a:spcAft>
                <a:spcPts val="1000"/>
              </a:spcAft>
              <a:buClr>
                <a:schemeClr val="accent2"/>
              </a:buClr>
              <a:buFont typeface="+mj-lt"/>
              <a:buAutoNum type="arabicPeriod"/>
              <a:tabLst/>
              <a:defRPr sz="1400" b="0" i="0" kern="1200" baseline="0">
                <a:solidFill>
                  <a:schemeClr val="tx1"/>
                </a:solidFill>
                <a:latin typeface="Arial" panose="020B0604020202020204" pitchFamily="34" charset="0"/>
                <a:ea typeface="+mn-ea"/>
                <a:cs typeface="Arial" panose="020B0604020202020204" pitchFamily="34" charset="0"/>
              </a:defRPr>
            </a:lvl5pPr>
            <a:lvl6pPr marL="223838" indent="-215900" algn="l" defTabSz="914400" rtl="0" eaLnBrk="1" latinLnBrk="0" hangingPunct="1">
              <a:lnSpc>
                <a:spcPct val="100000"/>
              </a:lnSpc>
              <a:spcBef>
                <a:spcPts val="600"/>
              </a:spcBef>
              <a:spcAft>
                <a:spcPts val="1000"/>
              </a:spcAft>
              <a:buClr>
                <a:schemeClr val="accent2"/>
              </a:buClr>
              <a:buFont typeface="+mj-lt"/>
              <a:buAutoNum type="alphaLcPeriod"/>
              <a:tabLst/>
              <a:defRPr sz="1400" b="0" i="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90000"/>
              </a:lnSpc>
            </a:pPr>
            <a:r>
              <a:rPr lang="en-US" sz="1100">
                <a:latin typeface="+mn-lt"/>
                <a:cs typeface="+mn-cs"/>
              </a:rPr>
              <a:t>Zhao et al., 2018</a:t>
            </a:r>
            <a:endParaRPr lang="en-US" sz="1100" dirty="0">
              <a:latin typeface="+mn-lt"/>
              <a:cs typeface="+mn-cs"/>
            </a:endParaRPr>
          </a:p>
        </p:txBody>
      </p:sp>
    </p:spTree>
    <p:extLst>
      <p:ext uri="{BB962C8B-B14F-4D97-AF65-F5344CB8AC3E}">
        <p14:creationId xmlns:p14="http://schemas.microsoft.com/office/powerpoint/2010/main" val="37955938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B6D50-7F4D-4ACC-B551-6B41F783CD4C}"/>
              </a:ext>
            </a:extLst>
          </p:cNvPr>
          <p:cNvSpPr>
            <a:spLocks noGrp="1"/>
          </p:cNvSpPr>
          <p:nvPr>
            <p:ph type="title"/>
          </p:nvPr>
        </p:nvSpPr>
        <p:spPr>
          <a:xfrm>
            <a:off x="1008184" y="174032"/>
            <a:ext cx="10175631" cy="1111843"/>
          </a:xfrm>
        </p:spPr>
        <p:txBody>
          <a:bodyPr vert="horz" lIns="91440" tIns="45720" rIns="91440" bIns="45720" rtlCol="0" anchor="ctr">
            <a:normAutofit/>
          </a:bodyPr>
          <a:lstStyle/>
          <a:p>
            <a:pPr algn="ctr"/>
            <a:r>
              <a:rPr lang="en-US" sz="4000" kern="1200">
                <a:solidFill>
                  <a:schemeClr val="tx1"/>
                </a:solidFill>
                <a:latin typeface="+mj-lt"/>
                <a:ea typeface="+mj-ea"/>
                <a:cs typeface="+mj-cs"/>
              </a:rPr>
              <a:t>Intensities: the ugly …</a:t>
            </a:r>
          </a:p>
        </p:txBody>
      </p:sp>
      <p:pic>
        <p:nvPicPr>
          <p:cNvPr id="6" name="Content Placeholder 5">
            <a:extLst>
              <a:ext uri="{FF2B5EF4-FFF2-40B4-BE49-F238E27FC236}">
                <a16:creationId xmlns:a16="http://schemas.microsoft.com/office/drawing/2014/main" id="{A62AB8DC-50BA-4D6B-9576-FFA7D60D4A15}"/>
              </a:ext>
            </a:extLst>
          </p:cNvPr>
          <p:cNvPicPr>
            <a:picLocks noGrp="1" noChangeAspect="1"/>
          </p:cNvPicPr>
          <p:nvPr>
            <p:ph idx="1"/>
          </p:nvPr>
        </p:nvPicPr>
        <p:blipFill>
          <a:blip r:embed="rId3"/>
          <a:stretch>
            <a:fillRect/>
          </a:stretch>
        </p:blipFill>
        <p:spPr>
          <a:xfrm>
            <a:off x="1933041" y="1025515"/>
            <a:ext cx="8322870" cy="5180988"/>
          </a:xfrm>
          <a:prstGeom prst="rect">
            <a:avLst/>
          </a:prstGeom>
        </p:spPr>
      </p:pic>
      <p:pic>
        <p:nvPicPr>
          <p:cNvPr id="3" name="Picture 2">
            <a:extLst>
              <a:ext uri="{FF2B5EF4-FFF2-40B4-BE49-F238E27FC236}">
                <a16:creationId xmlns:a16="http://schemas.microsoft.com/office/drawing/2014/main" id="{33ED0FF1-0CF7-EFC6-5E0D-7E26774B8906}"/>
              </a:ext>
            </a:extLst>
          </p:cNvPr>
          <p:cNvPicPr>
            <a:picLocks noChangeAspect="1"/>
          </p:cNvPicPr>
          <p:nvPr/>
        </p:nvPicPr>
        <p:blipFill>
          <a:blip r:embed="rId4"/>
          <a:stretch>
            <a:fillRect/>
          </a:stretch>
        </p:blipFill>
        <p:spPr>
          <a:xfrm>
            <a:off x="9984105" y="6465570"/>
            <a:ext cx="2114550" cy="361950"/>
          </a:xfrm>
          <a:prstGeom prst="rect">
            <a:avLst/>
          </a:prstGeom>
        </p:spPr>
      </p:pic>
      <p:sp>
        <p:nvSpPr>
          <p:cNvPr id="4" name="Content Placeholder 5">
            <a:extLst>
              <a:ext uri="{FF2B5EF4-FFF2-40B4-BE49-F238E27FC236}">
                <a16:creationId xmlns:a16="http://schemas.microsoft.com/office/drawing/2014/main" id="{1E8FEB1D-4B70-FEE0-789A-6819634C8967}"/>
              </a:ext>
            </a:extLst>
          </p:cNvPr>
          <p:cNvSpPr txBox="1">
            <a:spLocks/>
          </p:cNvSpPr>
          <p:nvPr/>
        </p:nvSpPr>
        <p:spPr>
          <a:xfrm>
            <a:off x="9905297" y="6076773"/>
            <a:ext cx="2247080" cy="494109"/>
          </a:xfrm>
        </p:spPr>
        <p:txBody>
          <a:bodyPr vert="horz" lIns="91440" tIns="45720" rIns="91440" bIns="45720" rtlCol="0" anchor="ctr">
            <a:normAutofit/>
          </a:bodyPr>
          <a:lstStyle>
            <a:lvl1pPr marL="0" indent="0" algn="l" defTabSz="914400" rtl="0" eaLnBrk="1" latinLnBrk="0" hangingPunct="1">
              <a:lnSpc>
                <a:spcPct val="100000"/>
              </a:lnSpc>
              <a:spcBef>
                <a:spcPts val="0"/>
              </a:spcBef>
              <a:spcAft>
                <a:spcPts val="2200"/>
              </a:spcAft>
              <a:buFont typeface="Arial" panose="020B0604020202020204" pitchFamily="34" charset="0"/>
              <a:buNone/>
              <a:tabLst/>
              <a:defRPr sz="1400" b="0" i="0" kern="1200" baseline="0">
                <a:solidFill>
                  <a:schemeClr val="tx1"/>
                </a:solidFill>
                <a:latin typeface="Arial" panose="020B0604020202020204" pitchFamily="34" charset="0"/>
                <a:ea typeface="+mn-ea"/>
                <a:cs typeface="Arial" panose="020B0604020202020204" pitchFamily="34" charset="0"/>
              </a:defRPr>
            </a:lvl1pPr>
            <a:lvl2pPr marL="358775" indent="-206375" algn="l" defTabSz="914400" rtl="0" eaLnBrk="1" latinLnBrk="0" hangingPunct="1">
              <a:lnSpc>
                <a:spcPct val="100000"/>
              </a:lnSpc>
              <a:spcBef>
                <a:spcPts val="60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00000"/>
              </a:lnSpc>
              <a:spcBef>
                <a:spcPts val="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3pPr>
            <a:lvl4pPr marL="7938" indent="0" algn="l" defTabSz="914400" rtl="0" eaLnBrk="1" latinLnBrk="0" hangingPunct="1">
              <a:lnSpc>
                <a:spcPct val="90000"/>
              </a:lnSpc>
              <a:spcBef>
                <a:spcPts val="500"/>
              </a:spcBef>
              <a:buFont typeface="Arial" panose="020B0604020202020204" pitchFamily="34" charset="0"/>
              <a:buChar char="•"/>
              <a:tabLst/>
              <a:defRPr sz="1400" kern="1200" baseline="0">
                <a:solidFill>
                  <a:schemeClr val="tx1"/>
                </a:solidFill>
                <a:latin typeface="Arial" panose="020B0604020202020204" pitchFamily="34" charset="0"/>
                <a:ea typeface="+mn-ea"/>
                <a:cs typeface="+mn-cs"/>
              </a:defRPr>
            </a:lvl4pPr>
            <a:lvl5pPr marL="223838" indent="-215900" algn="l" defTabSz="914400" rtl="0" eaLnBrk="1" latinLnBrk="0" hangingPunct="1">
              <a:lnSpc>
                <a:spcPct val="100000"/>
              </a:lnSpc>
              <a:spcBef>
                <a:spcPts val="0"/>
              </a:spcBef>
              <a:spcAft>
                <a:spcPts val="1000"/>
              </a:spcAft>
              <a:buClr>
                <a:schemeClr val="accent2"/>
              </a:buClr>
              <a:buFont typeface="+mj-lt"/>
              <a:buAutoNum type="arabicPeriod"/>
              <a:tabLst/>
              <a:defRPr sz="1400" b="0" i="0" kern="1200" baseline="0">
                <a:solidFill>
                  <a:schemeClr val="tx1"/>
                </a:solidFill>
                <a:latin typeface="Arial" panose="020B0604020202020204" pitchFamily="34" charset="0"/>
                <a:ea typeface="+mn-ea"/>
                <a:cs typeface="Arial" panose="020B0604020202020204" pitchFamily="34" charset="0"/>
              </a:defRPr>
            </a:lvl5pPr>
            <a:lvl6pPr marL="223838" indent="-215900" algn="l" defTabSz="914400" rtl="0" eaLnBrk="1" latinLnBrk="0" hangingPunct="1">
              <a:lnSpc>
                <a:spcPct val="100000"/>
              </a:lnSpc>
              <a:spcBef>
                <a:spcPts val="600"/>
              </a:spcBef>
              <a:spcAft>
                <a:spcPts val="1000"/>
              </a:spcAft>
              <a:buClr>
                <a:schemeClr val="accent2"/>
              </a:buClr>
              <a:buFont typeface="+mj-lt"/>
              <a:buAutoNum type="alphaLcPeriod"/>
              <a:tabLst/>
              <a:defRPr sz="1400" b="0" i="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90000"/>
              </a:lnSpc>
            </a:pPr>
            <a:r>
              <a:rPr lang="en-US" sz="1100">
                <a:latin typeface="+mn-lt"/>
                <a:cs typeface="+mn-cs"/>
              </a:rPr>
              <a:t>Zhao et al., 2018</a:t>
            </a:r>
            <a:endParaRPr lang="en-US" sz="1100" dirty="0">
              <a:latin typeface="+mn-lt"/>
              <a:cs typeface="+mn-cs"/>
            </a:endParaRPr>
          </a:p>
        </p:txBody>
      </p:sp>
    </p:spTree>
    <p:extLst>
      <p:ext uri="{BB962C8B-B14F-4D97-AF65-F5344CB8AC3E}">
        <p14:creationId xmlns:p14="http://schemas.microsoft.com/office/powerpoint/2010/main" val="38552784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D5C4C-C024-4C18-0296-1903909903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64D7BD-A8FA-419B-A995-F506D4A539ED}"/>
              </a:ext>
            </a:extLst>
          </p:cNvPr>
          <p:cNvSpPr>
            <a:spLocks noGrp="1"/>
          </p:cNvSpPr>
          <p:nvPr>
            <p:ph type="title"/>
          </p:nvPr>
        </p:nvSpPr>
        <p:spPr>
          <a:xfrm>
            <a:off x="550864" y="549275"/>
            <a:ext cx="3565524" cy="3034657"/>
          </a:xfrm>
        </p:spPr>
        <p:txBody>
          <a:bodyPr vert="horz" wrap="square" lIns="0" tIns="0" rIns="0" bIns="0" rtlCol="0" anchor="b" anchorCtr="0">
            <a:normAutofit/>
          </a:bodyPr>
          <a:lstStyle/>
          <a:p>
            <a:r>
              <a:rPr lang="en-US" dirty="0"/>
              <a:t>The GWAS analysis pipeline</a:t>
            </a:r>
          </a:p>
        </p:txBody>
      </p:sp>
      <p:sp>
        <p:nvSpPr>
          <p:cNvPr id="4" name="TextBox 3">
            <a:extLst>
              <a:ext uri="{FF2B5EF4-FFF2-40B4-BE49-F238E27FC236}">
                <a16:creationId xmlns:a16="http://schemas.microsoft.com/office/drawing/2014/main" id="{41CD9E0B-85D4-AFC7-BC11-1F29E04D4007}"/>
              </a:ext>
            </a:extLst>
          </p:cNvPr>
          <p:cNvSpPr txBox="1"/>
          <p:nvPr/>
        </p:nvSpPr>
        <p:spPr>
          <a:xfrm>
            <a:off x="9070848" y="1657338"/>
            <a:ext cx="1521561" cy="369332"/>
          </a:xfrm>
          <a:prstGeom prst="rect">
            <a:avLst/>
          </a:prstGeom>
          <a:noFill/>
        </p:spPr>
        <p:txBody>
          <a:bodyPr wrap="square" rtlCol="0">
            <a:spAutoFit/>
          </a:bodyPr>
          <a:lstStyle/>
          <a:p>
            <a:r>
              <a:rPr lang="en-GB" b="1" i="1" dirty="0">
                <a:solidFill>
                  <a:schemeClr val="bg1"/>
                </a:solidFill>
              </a:rPr>
              <a:t>(Affymetrix)</a:t>
            </a:r>
          </a:p>
        </p:txBody>
      </p:sp>
      <p:pic>
        <p:nvPicPr>
          <p:cNvPr id="3" name="Picture 2">
            <a:extLst>
              <a:ext uri="{FF2B5EF4-FFF2-40B4-BE49-F238E27FC236}">
                <a16:creationId xmlns:a16="http://schemas.microsoft.com/office/drawing/2014/main" id="{76AFE7C0-5889-D3DC-316A-947FAA977698}"/>
              </a:ext>
            </a:extLst>
          </p:cNvPr>
          <p:cNvPicPr>
            <a:picLocks noChangeAspect="1"/>
          </p:cNvPicPr>
          <p:nvPr/>
        </p:nvPicPr>
        <p:blipFill>
          <a:blip r:embed="rId3"/>
          <a:stretch>
            <a:fillRect/>
          </a:stretch>
        </p:blipFill>
        <p:spPr>
          <a:xfrm>
            <a:off x="9984105" y="6465570"/>
            <a:ext cx="2114550" cy="361950"/>
          </a:xfrm>
          <a:prstGeom prst="rect">
            <a:avLst/>
          </a:prstGeom>
        </p:spPr>
      </p:pic>
      <p:pic>
        <p:nvPicPr>
          <p:cNvPr id="6" name="Picture 5">
            <a:extLst>
              <a:ext uri="{FF2B5EF4-FFF2-40B4-BE49-F238E27FC236}">
                <a16:creationId xmlns:a16="http://schemas.microsoft.com/office/drawing/2014/main" id="{CB33C889-D7D6-BC01-1C1E-D8D75D9EF1C7}"/>
              </a:ext>
            </a:extLst>
          </p:cNvPr>
          <p:cNvPicPr>
            <a:picLocks noChangeAspect="1"/>
          </p:cNvPicPr>
          <p:nvPr/>
        </p:nvPicPr>
        <p:blipFill>
          <a:blip r:embed="rId4"/>
          <a:stretch>
            <a:fillRect/>
          </a:stretch>
        </p:blipFill>
        <p:spPr>
          <a:xfrm>
            <a:off x="4046161" y="1268891"/>
            <a:ext cx="7310548" cy="4320218"/>
          </a:xfrm>
          <a:prstGeom prst="rect">
            <a:avLst/>
          </a:prstGeom>
        </p:spPr>
      </p:pic>
      <p:sp>
        <p:nvSpPr>
          <p:cNvPr id="7" name="Rectangle: Rounded Corners 6">
            <a:extLst>
              <a:ext uri="{FF2B5EF4-FFF2-40B4-BE49-F238E27FC236}">
                <a16:creationId xmlns:a16="http://schemas.microsoft.com/office/drawing/2014/main" id="{C8DA4D94-577E-EF0B-F5B7-1701AAA2ADFA}"/>
              </a:ext>
            </a:extLst>
          </p:cNvPr>
          <p:cNvSpPr/>
          <p:nvPr/>
        </p:nvSpPr>
        <p:spPr>
          <a:xfrm>
            <a:off x="4046161" y="1074944"/>
            <a:ext cx="3771610" cy="2121966"/>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Tree>
    <p:extLst>
      <p:ext uri="{BB962C8B-B14F-4D97-AF65-F5344CB8AC3E}">
        <p14:creationId xmlns:p14="http://schemas.microsoft.com/office/powerpoint/2010/main" val="41240050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C86C6-1D62-E8D4-08A5-31486751FE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B44FDF-400C-609F-3B0D-A97623ACC2DD}"/>
              </a:ext>
            </a:extLst>
          </p:cNvPr>
          <p:cNvSpPr>
            <a:spLocks noGrp="1"/>
          </p:cNvSpPr>
          <p:nvPr>
            <p:ph type="title"/>
          </p:nvPr>
        </p:nvSpPr>
        <p:spPr>
          <a:xfrm>
            <a:off x="550864" y="549275"/>
            <a:ext cx="3565524" cy="3034657"/>
          </a:xfrm>
        </p:spPr>
        <p:txBody>
          <a:bodyPr vert="horz" wrap="square" lIns="0" tIns="0" rIns="0" bIns="0" rtlCol="0" anchor="b" anchorCtr="0">
            <a:normAutofit/>
          </a:bodyPr>
          <a:lstStyle/>
          <a:p>
            <a:r>
              <a:rPr lang="en-US" dirty="0"/>
              <a:t>The GWAS analysis pipeline</a:t>
            </a:r>
          </a:p>
        </p:txBody>
      </p:sp>
      <p:sp>
        <p:nvSpPr>
          <p:cNvPr id="4" name="TextBox 3">
            <a:extLst>
              <a:ext uri="{FF2B5EF4-FFF2-40B4-BE49-F238E27FC236}">
                <a16:creationId xmlns:a16="http://schemas.microsoft.com/office/drawing/2014/main" id="{3E17D9FA-0675-B290-C96F-186150EE4DA3}"/>
              </a:ext>
            </a:extLst>
          </p:cNvPr>
          <p:cNvSpPr txBox="1"/>
          <p:nvPr/>
        </p:nvSpPr>
        <p:spPr>
          <a:xfrm>
            <a:off x="9070848" y="1657338"/>
            <a:ext cx="1521561" cy="369332"/>
          </a:xfrm>
          <a:prstGeom prst="rect">
            <a:avLst/>
          </a:prstGeom>
          <a:noFill/>
        </p:spPr>
        <p:txBody>
          <a:bodyPr wrap="square" rtlCol="0">
            <a:spAutoFit/>
          </a:bodyPr>
          <a:lstStyle/>
          <a:p>
            <a:r>
              <a:rPr lang="en-GB" b="1" i="1" dirty="0">
                <a:solidFill>
                  <a:schemeClr val="bg1"/>
                </a:solidFill>
              </a:rPr>
              <a:t>(Affymetrix)</a:t>
            </a:r>
          </a:p>
        </p:txBody>
      </p:sp>
      <p:pic>
        <p:nvPicPr>
          <p:cNvPr id="3" name="Picture 2">
            <a:extLst>
              <a:ext uri="{FF2B5EF4-FFF2-40B4-BE49-F238E27FC236}">
                <a16:creationId xmlns:a16="http://schemas.microsoft.com/office/drawing/2014/main" id="{BBCE458D-F9A5-63A1-5285-C435F3D94FF8}"/>
              </a:ext>
            </a:extLst>
          </p:cNvPr>
          <p:cNvPicPr>
            <a:picLocks noChangeAspect="1"/>
          </p:cNvPicPr>
          <p:nvPr/>
        </p:nvPicPr>
        <p:blipFill>
          <a:blip r:embed="rId3"/>
          <a:stretch>
            <a:fillRect/>
          </a:stretch>
        </p:blipFill>
        <p:spPr>
          <a:xfrm>
            <a:off x="9984105" y="6465570"/>
            <a:ext cx="2114550" cy="361950"/>
          </a:xfrm>
          <a:prstGeom prst="rect">
            <a:avLst/>
          </a:prstGeom>
        </p:spPr>
      </p:pic>
      <p:pic>
        <p:nvPicPr>
          <p:cNvPr id="8" name="Picture 7">
            <a:extLst>
              <a:ext uri="{FF2B5EF4-FFF2-40B4-BE49-F238E27FC236}">
                <a16:creationId xmlns:a16="http://schemas.microsoft.com/office/drawing/2014/main" id="{5D692AC5-064C-8DBA-4E01-C8DDC97C3855}"/>
              </a:ext>
            </a:extLst>
          </p:cNvPr>
          <p:cNvPicPr>
            <a:picLocks noChangeAspect="1"/>
          </p:cNvPicPr>
          <p:nvPr/>
        </p:nvPicPr>
        <p:blipFill>
          <a:blip r:embed="rId4"/>
          <a:stretch>
            <a:fillRect/>
          </a:stretch>
        </p:blipFill>
        <p:spPr>
          <a:xfrm>
            <a:off x="1364947" y="3776772"/>
            <a:ext cx="2896004" cy="2257740"/>
          </a:xfrm>
          <a:prstGeom prst="rect">
            <a:avLst/>
          </a:prstGeom>
        </p:spPr>
      </p:pic>
      <p:pic>
        <p:nvPicPr>
          <p:cNvPr id="4098" name="Picture 2" descr="Fig. 3">
            <a:extLst>
              <a:ext uri="{FF2B5EF4-FFF2-40B4-BE49-F238E27FC236}">
                <a16:creationId xmlns:a16="http://schemas.microsoft.com/office/drawing/2014/main" id="{529CB38F-47B3-8CB1-EF79-C58519352B2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43575" y="76734"/>
            <a:ext cx="2212430" cy="638883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DE33EBD-24F4-04B7-C49D-71F3466E7927}"/>
              </a:ext>
            </a:extLst>
          </p:cNvPr>
          <p:cNvSpPr txBox="1"/>
          <p:nvPr/>
        </p:nvSpPr>
        <p:spPr>
          <a:xfrm>
            <a:off x="93345" y="6465570"/>
            <a:ext cx="5217970" cy="338554"/>
          </a:xfrm>
          <a:prstGeom prst="rect">
            <a:avLst/>
          </a:prstGeom>
          <a:noFill/>
        </p:spPr>
        <p:txBody>
          <a:bodyPr wrap="square">
            <a:spAutoFit/>
          </a:bodyPr>
          <a:lstStyle/>
          <a:p>
            <a:r>
              <a:rPr lang="en-GB" sz="800" b="0" i="0" dirty="0" err="1">
                <a:solidFill>
                  <a:srgbClr val="222222"/>
                </a:solidFill>
                <a:effectLst/>
                <a:latin typeface="-apple-system"/>
              </a:rPr>
              <a:t>Uffelmann</a:t>
            </a:r>
            <a:r>
              <a:rPr lang="en-GB" sz="800" b="0" i="0" dirty="0">
                <a:solidFill>
                  <a:srgbClr val="222222"/>
                </a:solidFill>
                <a:effectLst/>
                <a:latin typeface="-apple-system"/>
              </a:rPr>
              <a:t>, E., Huang, Q.Q., </a:t>
            </a:r>
            <a:r>
              <a:rPr lang="en-GB" sz="800" b="0" i="0" dirty="0" err="1">
                <a:solidFill>
                  <a:srgbClr val="222222"/>
                </a:solidFill>
                <a:effectLst/>
                <a:latin typeface="-apple-system"/>
              </a:rPr>
              <a:t>Munung</a:t>
            </a:r>
            <a:r>
              <a:rPr lang="en-GB" sz="800" b="0" i="0" dirty="0">
                <a:solidFill>
                  <a:srgbClr val="222222"/>
                </a:solidFill>
                <a:effectLst/>
                <a:latin typeface="-apple-system"/>
              </a:rPr>
              <a:t>, N.S. </a:t>
            </a:r>
            <a:r>
              <a:rPr lang="en-GB" sz="800" b="0" i="1" dirty="0">
                <a:solidFill>
                  <a:srgbClr val="222222"/>
                </a:solidFill>
                <a:effectLst/>
                <a:latin typeface="-apple-system"/>
              </a:rPr>
              <a:t>et al.</a:t>
            </a:r>
            <a:r>
              <a:rPr lang="en-GB" sz="800" b="0" i="0" dirty="0">
                <a:solidFill>
                  <a:srgbClr val="222222"/>
                </a:solidFill>
                <a:effectLst/>
                <a:latin typeface="-apple-system"/>
              </a:rPr>
              <a:t> Genome-wide association studies. </a:t>
            </a:r>
            <a:r>
              <a:rPr lang="en-GB" sz="800" b="0" i="1" dirty="0">
                <a:solidFill>
                  <a:srgbClr val="222222"/>
                </a:solidFill>
                <a:effectLst/>
                <a:latin typeface="-apple-system"/>
              </a:rPr>
              <a:t>Nat Rev Methods Primers</a:t>
            </a:r>
            <a:r>
              <a:rPr lang="en-GB" sz="800" b="0" i="0" dirty="0">
                <a:solidFill>
                  <a:srgbClr val="222222"/>
                </a:solidFill>
                <a:effectLst/>
                <a:latin typeface="-apple-system"/>
              </a:rPr>
              <a:t> </a:t>
            </a:r>
            <a:r>
              <a:rPr lang="en-GB" sz="800" b="1" i="0" dirty="0">
                <a:solidFill>
                  <a:srgbClr val="222222"/>
                </a:solidFill>
                <a:effectLst/>
                <a:latin typeface="-apple-system"/>
              </a:rPr>
              <a:t>1</a:t>
            </a:r>
            <a:r>
              <a:rPr lang="en-GB" sz="800" b="0" i="0" dirty="0">
                <a:solidFill>
                  <a:srgbClr val="222222"/>
                </a:solidFill>
                <a:effectLst/>
                <a:latin typeface="-apple-system"/>
              </a:rPr>
              <a:t>, 59 (2021). https://doi.org/10.1038/s43586-021-00056-9</a:t>
            </a:r>
            <a:endParaRPr lang="en-DE" sz="800" dirty="0"/>
          </a:p>
        </p:txBody>
      </p:sp>
      <p:pic>
        <p:nvPicPr>
          <p:cNvPr id="4100" name="Picture 4" descr="Fig. 4">
            <a:extLst>
              <a:ext uri="{FF2B5EF4-FFF2-40B4-BE49-F238E27FC236}">
                <a16:creationId xmlns:a16="http://schemas.microsoft.com/office/drawing/2014/main" id="{92C96099-DB88-32F7-5F67-D5FBBAA1423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41762" y="163239"/>
            <a:ext cx="3378416" cy="6215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85880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98A6C-DF04-4156-D8D4-9A11A8623E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BDFB37-2844-BF05-9A0C-E2A229F2FEF8}"/>
              </a:ext>
            </a:extLst>
          </p:cNvPr>
          <p:cNvSpPr>
            <a:spLocks noGrp="1"/>
          </p:cNvSpPr>
          <p:nvPr>
            <p:ph type="title"/>
          </p:nvPr>
        </p:nvSpPr>
        <p:spPr>
          <a:xfrm>
            <a:off x="550864" y="549275"/>
            <a:ext cx="3565524" cy="3034657"/>
          </a:xfrm>
        </p:spPr>
        <p:txBody>
          <a:bodyPr vert="horz" wrap="square" lIns="0" tIns="0" rIns="0" bIns="0" rtlCol="0" anchor="b" anchorCtr="0">
            <a:normAutofit/>
          </a:bodyPr>
          <a:lstStyle/>
          <a:p>
            <a:r>
              <a:rPr lang="en-US" dirty="0"/>
              <a:t>The GWAS analysis pipeline</a:t>
            </a:r>
          </a:p>
        </p:txBody>
      </p:sp>
      <p:sp>
        <p:nvSpPr>
          <p:cNvPr id="4" name="TextBox 3">
            <a:extLst>
              <a:ext uri="{FF2B5EF4-FFF2-40B4-BE49-F238E27FC236}">
                <a16:creationId xmlns:a16="http://schemas.microsoft.com/office/drawing/2014/main" id="{CD05EABF-285E-5EBD-C035-4F6867CC4689}"/>
              </a:ext>
            </a:extLst>
          </p:cNvPr>
          <p:cNvSpPr txBox="1"/>
          <p:nvPr/>
        </p:nvSpPr>
        <p:spPr>
          <a:xfrm>
            <a:off x="9070848" y="1657338"/>
            <a:ext cx="1521561" cy="369332"/>
          </a:xfrm>
          <a:prstGeom prst="rect">
            <a:avLst/>
          </a:prstGeom>
          <a:noFill/>
        </p:spPr>
        <p:txBody>
          <a:bodyPr wrap="square" rtlCol="0">
            <a:spAutoFit/>
          </a:bodyPr>
          <a:lstStyle/>
          <a:p>
            <a:r>
              <a:rPr lang="en-GB" b="1" i="1" dirty="0">
                <a:solidFill>
                  <a:schemeClr val="bg1"/>
                </a:solidFill>
              </a:rPr>
              <a:t>(Affymetrix)</a:t>
            </a:r>
          </a:p>
        </p:txBody>
      </p:sp>
      <p:pic>
        <p:nvPicPr>
          <p:cNvPr id="3" name="Picture 2">
            <a:extLst>
              <a:ext uri="{FF2B5EF4-FFF2-40B4-BE49-F238E27FC236}">
                <a16:creationId xmlns:a16="http://schemas.microsoft.com/office/drawing/2014/main" id="{FB4C23F6-DBA1-3A6F-C6B6-019D9F6AB8A5}"/>
              </a:ext>
            </a:extLst>
          </p:cNvPr>
          <p:cNvPicPr>
            <a:picLocks noChangeAspect="1"/>
          </p:cNvPicPr>
          <p:nvPr/>
        </p:nvPicPr>
        <p:blipFill>
          <a:blip r:embed="rId3"/>
          <a:stretch>
            <a:fillRect/>
          </a:stretch>
        </p:blipFill>
        <p:spPr>
          <a:xfrm>
            <a:off x="9984105" y="6465570"/>
            <a:ext cx="2114550" cy="361950"/>
          </a:xfrm>
          <a:prstGeom prst="rect">
            <a:avLst/>
          </a:prstGeom>
        </p:spPr>
      </p:pic>
      <p:pic>
        <p:nvPicPr>
          <p:cNvPr id="8" name="Picture 7">
            <a:extLst>
              <a:ext uri="{FF2B5EF4-FFF2-40B4-BE49-F238E27FC236}">
                <a16:creationId xmlns:a16="http://schemas.microsoft.com/office/drawing/2014/main" id="{18F30323-ECC8-0066-63CF-C7D7CF6F5D34}"/>
              </a:ext>
            </a:extLst>
          </p:cNvPr>
          <p:cNvPicPr>
            <a:picLocks noChangeAspect="1"/>
          </p:cNvPicPr>
          <p:nvPr/>
        </p:nvPicPr>
        <p:blipFill>
          <a:blip r:embed="rId4"/>
          <a:stretch>
            <a:fillRect/>
          </a:stretch>
        </p:blipFill>
        <p:spPr>
          <a:xfrm>
            <a:off x="4454608" y="1623951"/>
            <a:ext cx="5642076" cy="3207380"/>
          </a:xfrm>
          <a:prstGeom prst="rect">
            <a:avLst/>
          </a:prstGeom>
        </p:spPr>
      </p:pic>
    </p:spTree>
    <p:extLst>
      <p:ext uri="{BB962C8B-B14F-4D97-AF65-F5344CB8AC3E}">
        <p14:creationId xmlns:p14="http://schemas.microsoft.com/office/powerpoint/2010/main" val="4173108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22BC9-FF55-4D40-B20C-03D8B52498F7}"/>
              </a:ext>
            </a:extLst>
          </p:cNvPr>
          <p:cNvSpPr>
            <a:spLocks noGrp="1"/>
          </p:cNvSpPr>
          <p:nvPr>
            <p:ph type="title"/>
          </p:nvPr>
        </p:nvSpPr>
        <p:spPr/>
        <p:txBody>
          <a:bodyPr>
            <a:normAutofit/>
          </a:bodyPr>
          <a:lstStyle/>
          <a:p>
            <a:r>
              <a:rPr lang="en-GB" dirty="0"/>
              <a:t>Genotyping data storage</a:t>
            </a:r>
          </a:p>
        </p:txBody>
      </p:sp>
      <p:sp>
        <p:nvSpPr>
          <p:cNvPr id="3" name="Content Placeholder 2">
            <a:extLst>
              <a:ext uri="{FF2B5EF4-FFF2-40B4-BE49-F238E27FC236}">
                <a16:creationId xmlns:a16="http://schemas.microsoft.com/office/drawing/2014/main" id="{CCCF21EA-4D6B-44DD-97B4-EC7DBA465D9C}"/>
              </a:ext>
            </a:extLst>
          </p:cNvPr>
          <p:cNvSpPr>
            <a:spLocks noGrp="1"/>
          </p:cNvSpPr>
          <p:nvPr>
            <p:ph idx="1"/>
          </p:nvPr>
        </p:nvSpPr>
        <p:spPr>
          <a:xfrm>
            <a:off x="550863" y="1727119"/>
            <a:ext cx="11090274" cy="569041"/>
          </a:xfrm>
        </p:spPr>
        <p:txBody>
          <a:bodyPr>
            <a:noAutofit/>
          </a:bodyPr>
          <a:lstStyle/>
          <a:p>
            <a:r>
              <a:rPr lang="en-GB" sz="2800" dirty="0"/>
              <a:t>Which data types do we need?</a:t>
            </a:r>
          </a:p>
          <a:p>
            <a:pPr marL="0" indent="0">
              <a:buNone/>
            </a:pPr>
            <a:endParaRPr lang="en-GB" sz="2800" dirty="0"/>
          </a:p>
        </p:txBody>
      </p:sp>
      <p:sp>
        <p:nvSpPr>
          <p:cNvPr id="18" name="Rectangle 17">
            <a:extLst>
              <a:ext uri="{FF2B5EF4-FFF2-40B4-BE49-F238E27FC236}">
                <a16:creationId xmlns:a16="http://schemas.microsoft.com/office/drawing/2014/main" id="{C8DA7FC1-493A-4FC6-99C2-BE777EB07956}"/>
              </a:ext>
            </a:extLst>
          </p:cNvPr>
          <p:cNvSpPr/>
          <p:nvPr/>
        </p:nvSpPr>
        <p:spPr>
          <a:xfrm>
            <a:off x="44111" y="2505670"/>
            <a:ext cx="3013967" cy="707886"/>
          </a:xfrm>
          <a:prstGeom prst="rect">
            <a:avLst/>
          </a:prstGeom>
          <a:noFill/>
        </p:spPr>
        <p:txBody>
          <a:bodyPr wrap="none" lIns="91440" tIns="45720" rIns="91440" bIns="45720">
            <a:spAutoFit/>
          </a:bodyPr>
          <a:lstStyle/>
          <a:p>
            <a:pPr algn="ctr"/>
            <a:r>
              <a:rPr lang="en-US" sz="4000" b="1" dirty="0">
                <a:ln w="22225">
                  <a:solidFill>
                    <a:schemeClr val="accent2"/>
                  </a:solidFill>
                  <a:prstDash val="solid"/>
                </a:ln>
                <a:solidFill>
                  <a:schemeClr val="accent2">
                    <a:lumMod val="40000"/>
                    <a:lumOff val="60000"/>
                  </a:schemeClr>
                </a:solidFill>
              </a:rPr>
              <a:t>p</a:t>
            </a:r>
            <a:r>
              <a:rPr lang="en-US" sz="4000" b="1" cap="none" spc="0" dirty="0">
                <a:ln w="22225">
                  <a:solidFill>
                    <a:schemeClr val="accent2"/>
                  </a:solidFill>
                  <a:prstDash val="solid"/>
                </a:ln>
                <a:solidFill>
                  <a:schemeClr val="accent2">
                    <a:lumMod val="40000"/>
                    <a:lumOff val="60000"/>
                  </a:schemeClr>
                </a:solidFill>
                <a:effectLst/>
              </a:rPr>
              <a:t>henotype ~</a:t>
            </a:r>
          </a:p>
        </p:txBody>
      </p:sp>
      <p:sp>
        <p:nvSpPr>
          <p:cNvPr id="19" name="Rectangle 18">
            <a:extLst>
              <a:ext uri="{FF2B5EF4-FFF2-40B4-BE49-F238E27FC236}">
                <a16:creationId xmlns:a16="http://schemas.microsoft.com/office/drawing/2014/main" id="{17D6448A-DFD8-4645-A20D-66BBFD0880EA}"/>
              </a:ext>
            </a:extLst>
          </p:cNvPr>
          <p:cNvSpPr/>
          <p:nvPr/>
        </p:nvSpPr>
        <p:spPr>
          <a:xfrm>
            <a:off x="3509178" y="2452135"/>
            <a:ext cx="2927404" cy="707886"/>
          </a:xfrm>
          <a:prstGeom prst="rect">
            <a:avLst/>
          </a:prstGeom>
          <a:noFill/>
        </p:spPr>
        <p:txBody>
          <a:bodyPr wrap="square" lIns="91440" tIns="45720" rIns="91440" bIns="45720">
            <a:spAutoFit/>
          </a:bodyPr>
          <a:lstStyle/>
          <a:p>
            <a:pPr algn="ctr"/>
            <a:r>
              <a:rPr lang="en-US" sz="4000" b="1" dirty="0">
                <a:ln w="22225">
                  <a:solidFill>
                    <a:schemeClr val="accent2"/>
                  </a:solidFill>
                  <a:prstDash val="solid"/>
                </a:ln>
                <a:solidFill>
                  <a:schemeClr val="accent2">
                    <a:lumMod val="40000"/>
                    <a:lumOff val="60000"/>
                  </a:schemeClr>
                </a:solidFill>
              </a:rPr>
              <a:t>g</a:t>
            </a:r>
            <a:r>
              <a:rPr lang="en-US" sz="4000" b="1" cap="none" spc="0" dirty="0">
                <a:ln w="22225">
                  <a:solidFill>
                    <a:schemeClr val="accent2"/>
                  </a:solidFill>
                  <a:prstDash val="solid"/>
                </a:ln>
                <a:solidFill>
                  <a:schemeClr val="accent2">
                    <a:lumMod val="40000"/>
                    <a:lumOff val="60000"/>
                  </a:schemeClr>
                </a:solidFill>
                <a:effectLst/>
              </a:rPr>
              <a:t>enotype </a:t>
            </a:r>
            <a:r>
              <a:rPr lang="en-US" sz="4000" b="1" dirty="0">
                <a:ln w="22225">
                  <a:solidFill>
                    <a:schemeClr val="accent2"/>
                  </a:solidFill>
                  <a:prstDash val="solid"/>
                </a:ln>
                <a:solidFill>
                  <a:schemeClr val="accent2">
                    <a:lumMod val="40000"/>
                    <a:lumOff val="60000"/>
                  </a:schemeClr>
                </a:solidFill>
              </a:rPr>
              <a:t>+ </a:t>
            </a:r>
            <a:endParaRPr lang="en-US" sz="4000" b="1" cap="none" spc="0" dirty="0">
              <a:ln w="22225">
                <a:solidFill>
                  <a:schemeClr val="accent2"/>
                </a:solidFill>
                <a:prstDash val="solid"/>
              </a:ln>
              <a:solidFill>
                <a:schemeClr val="accent2">
                  <a:lumMod val="40000"/>
                  <a:lumOff val="60000"/>
                </a:schemeClr>
              </a:solidFill>
              <a:effectLst/>
            </a:endParaRPr>
          </a:p>
        </p:txBody>
      </p:sp>
      <p:sp>
        <p:nvSpPr>
          <p:cNvPr id="20" name="Rectangle 19">
            <a:extLst>
              <a:ext uri="{FF2B5EF4-FFF2-40B4-BE49-F238E27FC236}">
                <a16:creationId xmlns:a16="http://schemas.microsoft.com/office/drawing/2014/main" id="{9ABAF962-F18B-4D02-8852-624A0750B978}"/>
              </a:ext>
            </a:extLst>
          </p:cNvPr>
          <p:cNvSpPr/>
          <p:nvPr/>
        </p:nvSpPr>
        <p:spPr>
          <a:xfrm>
            <a:off x="6319269" y="2445346"/>
            <a:ext cx="2927404" cy="707886"/>
          </a:xfrm>
          <a:prstGeom prst="rect">
            <a:avLst/>
          </a:prstGeom>
          <a:noFill/>
        </p:spPr>
        <p:txBody>
          <a:bodyPr wrap="none" lIns="91440" tIns="45720" rIns="91440" bIns="45720">
            <a:spAutoFit/>
          </a:bodyPr>
          <a:lstStyle/>
          <a:p>
            <a:pPr algn="ctr"/>
            <a:r>
              <a:rPr lang="en-US" sz="4000" b="1" dirty="0">
                <a:ln w="22225">
                  <a:solidFill>
                    <a:schemeClr val="accent2"/>
                  </a:solidFill>
                  <a:prstDash val="solid"/>
                </a:ln>
                <a:solidFill>
                  <a:schemeClr val="accent2">
                    <a:lumMod val="40000"/>
                    <a:lumOff val="60000"/>
                  </a:schemeClr>
                </a:solidFill>
              </a:rPr>
              <a:t>covariates +</a:t>
            </a:r>
            <a:endParaRPr lang="en-US" sz="4000" b="1" cap="none" spc="0" dirty="0">
              <a:ln w="22225">
                <a:solidFill>
                  <a:schemeClr val="accent2"/>
                </a:solidFill>
                <a:prstDash val="solid"/>
              </a:ln>
              <a:solidFill>
                <a:schemeClr val="accent2">
                  <a:lumMod val="40000"/>
                  <a:lumOff val="60000"/>
                </a:schemeClr>
              </a:solidFill>
              <a:effectLst/>
            </a:endParaRPr>
          </a:p>
        </p:txBody>
      </p:sp>
      <p:sp>
        <p:nvSpPr>
          <p:cNvPr id="21" name="Rectangle 20">
            <a:extLst>
              <a:ext uri="{FF2B5EF4-FFF2-40B4-BE49-F238E27FC236}">
                <a16:creationId xmlns:a16="http://schemas.microsoft.com/office/drawing/2014/main" id="{F0BFBC7A-CD67-4C14-9CAA-CBD4C8970A1E}"/>
              </a:ext>
            </a:extLst>
          </p:cNvPr>
          <p:cNvSpPr/>
          <p:nvPr/>
        </p:nvSpPr>
        <p:spPr>
          <a:xfrm>
            <a:off x="9145458" y="2438557"/>
            <a:ext cx="2778326" cy="707886"/>
          </a:xfrm>
          <a:prstGeom prst="rect">
            <a:avLst/>
          </a:prstGeom>
          <a:noFill/>
        </p:spPr>
        <p:txBody>
          <a:bodyPr wrap="none" lIns="91440" tIns="45720" rIns="91440" bIns="45720">
            <a:spAutoFit/>
          </a:bodyPr>
          <a:lstStyle/>
          <a:p>
            <a:pPr algn="ctr"/>
            <a:r>
              <a:rPr lang="en-US" sz="4000" b="1" dirty="0">
                <a:ln w="22225">
                  <a:solidFill>
                    <a:schemeClr val="accent2"/>
                  </a:solidFill>
                  <a:prstDash val="solid"/>
                </a:ln>
                <a:solidFill>
                  <a:schemeClr val="accent2">
                    <a:lumMod val="40000"/>
                    <a:lumOff val="60000"/>
                  </a:schemeClr>
                </a:solidFill>
              </a:rPr>
              <a:t> structure +</a:t>
            </a:r>
            <a:endParaRPr lang="en-US" sz="4000" b="1" cap="none" spc="0" dirty="0">
              <a:ln w="22225">
                <a:solidFill>
                  <a:schemeClr val="accent2"/>
                </a:solidFill>
                <a:prstDash val="solid"/>
              </a:ln>
              <a:solidFill>
                <a:schemeClr val="accent2">
                  <a:lumMod val="40000"/>
                  <a:lumOff val="60000"/>
                </a:schemeClr>
              </a:solidFill>
              <a:effectLst/>
            </a:endParaRPr>
          </a:p>
        </p:txBody>
      </p:sp>
      <p:sp>
        <p:nvSpPr>
          <p:cNvPr id="22" name="Rectangle 21">
            <a:extLst>
              <a:ext uri="{FF2B5EF4-FFF2-40B4-BE49-F238E27FC236}">
                <a16:creationId xmlns:a16="http://schemas.microsoft.com/office/drawing/2014/main" id="{6370E80A-94A7-48D2-AEA4-9450D58C7257}"/>
              </a:ext>
            </a:extLst>
          </p:cNvPr>
          <p:cNvSpPr/>
          <p:nvPr/>
        </p:nvSpPr>
        <p:spPr>
          <a:xfrm>
            <a:off x="11843404" y="2431768"/>
            <a:ext cx="426720" cy="707886"/>
          </a:xfrm>
          <a:prstGeom prst="rect">
            <a:avLst/>
          </a:prstGeom>
          <a:noFill/>
        </p:spPr>
        <p:txBody>
          <a:bodyPr wrap="none" lIns="91440" tIns="45720" rIns="91440" bIns="45720">
            <a:spAutoFit/>
          </a:bodyPr>
          <a:lstStyle/>
          <a:p>
            <a:pPr algn="ctr"/>
            <a:r>
              <a:rPr lang="en-US" sz="4000" b="1" dirty="0">
                <a:ln w="22225">
                  <a:solidFill>
                    <a:schemeClr val="accent2"/>
                  </a:solidFill>
                  <a:prstDash val="solid"/>
                </a:ln>
                <a:solidFill>
                  <a:schemeClr val="accent2">
                    <a:lumMod val="40000"/>
                    <a:lumOff val="60000"/>
                  </a:schemeClr>
                </a:solidFill>
              </a:rPr>
              <a:t>ε</a:t>
            </a:r>
            <a:endParaRPr lang="en-US" sz="4000" b="1" cap="none" spc="0" dirty="0">
              <a:ln w="22225">
                <a:solidFill>
                  <a:schemeClr val="accent2"/>
                </a:solidFill>
                <a:prstDash val="solid"/>
              </a:ln>
              <a:solidFill>
                <a:schemeClr val="accent2">
                  <a:lumMod val="40000"/>
                  <a:lumOff val="60000"/>
                </a:schemeClr>
              </a:solidFill>
              <a:effectLst/>
            </a:endParaRPr>
          </a:p>
        </p:txBody>
      </p:sp>
      <p:sp>
        <p:nvSpPr>
          <p:cNvPr id="23" name="Rectangle 22">
            <a:extLst>
              <a:ext uri="{FF2B5EF4-FFF2-40B4-BE49-F238E27FC236}">
                <a16:creationId xmlns:a16="http://schemas.microsoft.com/office/drawing/2014/main" id="{6112663C-988F-4229-B326-36531947AC10}"/>
              </a:ext>
            </a:extLst>
          </p:cNvPr>
          <p:cNvSpPr/>
          <p:nvPr/>
        </p:nvSpPr>
        <p:spPr>
          <a:xfrm>
            <a:off x="2945327" y="2514158"/>
            <a:ext cx="797013" cy="707886"/>
          </a:xfrm>
          <a:prstGeom prst="rect">
            <a:avLst/>
          </a:prstGeom>
          <a:noFill/>
        </p:spPr>
        <p:txBody>
          <a:bodyPr wrap="none" lIns="91440" tIns="45720" rIns="91440" bIns="45720">
            <a:spAutoFit/>
          </a:bodyPr>
          <a:lstStyle/>
          <a:p>
            <a:pPr algn="ctr"/>
            <a:r>
              <a:rPr lang="en-US" sz="4000" b="1" dirty="0">
                <a:ln w="22225">
                  <a:solidFill>
                    <a:schemeClr val="accent2"/>
                  </a:solidFill>
                  <a:prstDash val="solid"/>
                </a:ln>
                <a:solidFill>
                  <a:schemeClr val="accent2">
                    <a:lumMod val="40000"/>
                    <a:lumOff val="60000"/>
                  </a:schemeClr>
                </a:solidFill>
              </a:rPr>
              <a:t>𝜷×</a:t>
            </a:r>
            <a:endParaRPr lang="en-US" sz="4000" b="1" cap="none" spc="0" dirty="0">
              <a:ln w="22225">
                <a:solidFill>
                  <a:schemeClr val="accent2"/>
                </a:solidFill>
                <a:prstDash val="solid"/>
              </a:ln>
              <a:solidFill>
                <a:schemeClr val="accent2">
                  <a:lumMod val="40000"/>
                  <a:lumOff val="60000"/>
                </a:schemeClr>
              </a:solidFill>
              <a:effectLst/>
            </a:endParaRPr>
          </a:p>
        </p:txBody>
      </p:sp>
      <p:pic>
        <p:nvPicPr>
          <p:cNvPr id="25" name="Picture 24">
            <a:extLst>
              <a:ext uri="{FF2B5EF4-FFF2-40B4-BE49-F238E27FC236}">
                <a16:creationId xmlns:a16="http://schemas.microsoft.com/office/drawing/2014/main" id="{10585CAF-E086-4763-84C3-9A2C71BA69E0}"/>
              </a:ext>
            </a:extLst>
          </p:cNvPr>
          <p:cNvPicPr>
            <a:picLocks noChangeAspect="1"/>
          </p:cNvPicPr>
          <p:nvPr/>
        </p:nvPicPr>
        <p:blipFill>
          <a:blip r:embed="rId3"/>
          <a:stretch>
            <a:fillRect/>
          </a:stretch>
        </p:blipFill>
        <p:spPr>
          <a:xfrm>
            <a:off x="727840" y="3376919"/>
            <a:ext cx="11045266" cy="1494470"/>
          </a:xfrm>
          <a:prstGeom prst="rect">
            <a:avLst/>
          </a:prstGeom>
        </p:spPr>
      </p:pic>
      <p:pic>
        <p:nvPicPr>
          <p:cNvPr id="27" name="Picture 26">
            <a:extLst>
              <a:ext uri="{FF2B5EF4-FFF2-40B4-BE49-F238E27FC236}">
                <a16:creationId xmlns:a16="http://schemas.microsoft.com/office/drawing/2014/main" id="{3294C0B2-4423-4E48-97D8-9BF4466EE40A}"/>
              </a:ext>
            </a:extLst>
          </p:cNvPr>
          <p:cNvPicPr>
            <a:picLocks noChangeAspect="1"/>
          </p:cNvPicPr>
          <p:nvPr/>
        </p:nvPicPr>
        <p:blipFill>
          <a:blip r:embed="rId4"/>
          <a:stretch>
            <a:fillRect/>
          </a:stretch>
        </p:blipFill>
        <p:spPr>
          <a:xfrm>
            <a:off x="1598507" y="5045640"/>
            <a:ext cx="8994986" cy="1695740"/>
          </a:xfrm>
          <a:prstGeom prst="rect">
            <a:avLst/>
          </a:prstGeom>
        </p:spPr>
      </p:pic>
      <p:pic>
        <p:nvPicPr>
          <p:cNvPr id="4" name="Picture 3">
            <a:extLst>
              <a:ext uri="{FF2B5EF4-FFF2-40B4-BE49-F238E27FC236}">
                <a16:creationId xmlns:a16="http://schemas.microsoft.com/office/drawing/2014/main" id="{46185D28-0A40-01C9-BC75-C743775CFC32}"/>
              </a:ext>
            </a:extLst>
          </p:cNvPr>
          <p:cNvPicPr>
            <a:picLocks noChangeAspect="1"/>
          </p:cNvPicPr>
          <p:nvPr/>
        </p:nvPicPr>
        <p:blipFill>
          <a:blip r:embed="rId5"/>
          <a:stretch>
            <a:fillRect/>
          </a:stretch>
        </p:blipFill>
        <p:spPr>
          <a:xfrm>
            <a:off x="9984105" y="6465570"/>
            <a:ext cx="2114550" cy="361950"/>
          </a:xfrm>
          <a:prstGeom prst="rect">
            <a:avLst/>
          </a:prstGeom>
        </p:spPr>
      </p:pic>
    </p:spTree>
    <p:extLst>
      <p:ext uri="{BB962C8B-B14F-4D97-AF65-F5344CB8AC3E}">
        <p14:creationId xmlns:p14="http://schemas.microsoft.com/office/powerpoint/2010/main" val="2749477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additive="base">
                                        <p:cTn id="12" dur="500" fill="hold"/>
                                        <p:tgtEl>
                                          <p:spTgt spid="19"/>
                                        </p:tgtEl>
                                        <p:attrNameLst>
                                          <p:attrName>ppt_x</p:attrName>
                                        </p:attrNameLst>
                                      </p:cBhvr>
                                      <p:tavLst>
                                        <p:tav tm="0">
                                          <p:val>
                                            <p:strVal val="#ppt_x"/>
                                          </p:val>
                                        </p:tav>
                                        <p:tav tm="100000">
                                          <p:val>
                                            <p:strVal val="#ppt_x"/>
                                          </p:val>
                                        </p:tav>
                                      </p:tavLst>
                                    </p:anim>
                                    <p:anim calcmode="lin" valueType="num">
                                      <p:cBhvr additive="base">
                                        <p:cTn id="13"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 calcmode="lin" valueType="num">
                                      <p:cBhvr additive="base">
                                        <p:cTn id="18" dur="500" fill="hold"/>
                                        <p:tgtEl>
                                          <p:spTgt spid="20"/>
                                        </p:tgtEl>
                                        <p:attrNameLst>
                                          <p:attrName>ppt_x</p:attrName>
                                        </p:attrNameLst>
                                      </p:cBhvr>
                                      <p:tavLst>
                                        <p:tav tm="0">
                                          <p:val>
                                            <p:strVal val="#ppt_x"/>
                                          </p:val>
                                        </p:tav>
                                        <p:tav tm="100000">
                                          <p:val>
                                            <p:strVal val="#ppt_x"/>
                                          </p:val>
                                        </p:tav>
                                      </p:tavLst>
                                    </p:anim>
                                    <p:anim calcmode="lin" valueType="num">
                                      <p:cBhvr additive="base">
                                        <p:cTn id="19"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ppt_x"/>
                                          </p:val>
                                        </p:tav>
                                        <p:tav tm="100000">
                                          <p:val>
                                            <p:strVal val="#ppt_x"/>
                                          </p:val>
                                        </p:tav>
                                      </p:tavLst>
                                    </p:anim>
                                    <p:anim calcmode="lin" valueType="num">
                                      <p:cBhvr additive="base">
                                        <p:cTn id="25"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 calcmode="lin" valueType="num">
                                      <p:cBhvr additive="base">
                                        <p:cTn id="30" dur="500" fill="hold"/>
                                        <p:tgtEl>
                                          <p:spTgt spid="22"/>
                                        </p:tgtEl>
                                        <p:attrNameLst>
                                          <p:attrName>ppt_x</p:attrName>
                                        </p:attrNameLst>
                                      </p:cBhvr>
                                      <p:tavLst>
                                        <p:tav tm="0">
                                          <p:val>
                                            <p:strVal val="#ppt_x"/>
                                          </p:val>
                                        </p:tav>
                                        <p:tav tm="100000">
                                          <p:val>
                                            <p:strVal val="#ppt_x"/>
                                          </p:val>
                                        </p:tav>
                                      </p:tavLst>
                                    </p:anim>
                                    <p:anim calcmode="lin" valueType="num">
                                      <p:cBhvr additive="base">
                                        <p:cTn id="31"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23"/>
                                        </p:tgtEl>
                                        <p:attrNameLst>
                                          <p:attrName>style.visibility</p:attrName>
                                        </p:attrNameLst>
                                      </p:cBhvr>
                                      <p:to>
                                        <p:strVal val="visible"/>
                                      </p:to>
                                    </p:set>
                                    <p:anim calcmode="lin" valueType="num">
                                      <p:cBhvr additive="base">
                                        <p:cTn id="36" dur="500" fill="hold"/>
                                        <p:tgtEl>
                                          <p:spTgt spid="23"/>
                                        </p:tgtEl>
                                        <p:attrNameLst>
                                          <p:attrName>ppt_x</p:attrName>
                                        </p:attrNameLst>
                                      </p:cBhvr>
                                      <p:tavLst>
                                        <p:tav tm="0">
                                          <p:val>
                                            <p:strVal val="#ppt_x"/>
                                          </p:val>
                                        </p:tav>
                                        <p:tav tm="100000">
                                          <p:val>
                                            <p:strVal val="#ppt_x"/>
                                          </p:val>
                                        </p:tav>
                                      </p:tavLst>
                                    </p:anim>
                                    <p:anim calcmode="lin" valueType="num">
                                      <p:cBhvr additive="base">
                                        <p:cTn id="37"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circle(in)">
                                      <p:cBhvr>
                                        <p:cTn id="42" dur="20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2" grpId="0"/>
      <p:bldP spid="2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9D0F9-2DE8-492B-BF9B-CD9CE33DB584}"/>
              </a:ext>
            </a:extLst>
          </p:cNvPr>
          <p:cNvSpPr>
            <a:spLocks noGrp="1"/>
          </p:cNvSpPr>
          <p:nvPr>
            <p:ph type="title"/>
          </p:nvPr>
        </p:nvSpPr>
        <p:spPr>
          <a:xfrm>
            <a:off x="550864" y="549275"/>
            <a:ext cx="3565524" cy="1997855"/>
          </a:xfrm>
        </p:spPr>
        <p:txBody>
          <a:bodyPr wrap="square" anchor="b">
            <a:noAutofit/>
          </a:bodyPr>
          <a:lstStyle/>
          <a:p>
            <a:pPr>
              <a:lnSpc>
                <a:spcPct val="90000"/>
              </a:lnSpc>
            </a:pPr>
            <a:r>
              <a:rPr lang="en-GB" sz="4400" dirty="0"/>
              <a:t>Genotyping data storage: PLINK</a:t>
            </a:r>
          </a:p>
        </p:txBody>
      </p:sp>
      <p:sp>
        <p:nvSpPr>
          <p:cNvPr id="3" name="Content Placeholder 2">
            <a:extLst>
              <a:ext uri="{FF2B5EF4-FFF2-40B4-BE49-F238E27FC236}">
                <a16:creationId xmlns:a16="http://schemas.microsoft.com/office/drawing/2014/main" id="{B0EF517B-3D79-4948-A441-58A19D444E49}"/>
              </a:ext>
            </a:extLst>
          </p:cNvPr>
          <p:cNvSpPr>
            <a:spLocks noGrp="1"/>
          </p:cNvSpPr>
          <p:nvPr>
            <p:ph idx="1"/>
          </p:nvPr>
        </p:nvSpPr>
        <p:spPr>
          <a:xfrm>
            <a:off x="24190" y="3070060"/>
            <a:ext cx="4119012" cy="751694"/>
          </a:xfrm>
        </p:spPr>
        <p:txBody>
          <a:bodyPr anchor="t">
            <a:noAutofit/>
          </a:bodyPr>
          <a:lstStyle/>
          <a:p>
            <a:r>
              <a:rPr lang="en-GB" sz="2400" dirty="0"/>
              <a:t>Can either be text‐format files or binary files. </a:t>
            </a:r>
          </a:p>
          <a:p>
            <a:endParaRPr lang="en-GB" sz="2400" dirty="0"/>
          </a:p>
        </p:txBody>
      </p:sp>
      <p:pic>
        <p:nvPicPr>
          <p:cNvPr id="5" name="Picture 4">
            <a:extLst>
              <a:ext uri="{FF2B5EF4-FFF2-40B4-BE49-F238E27FC236}">
                <a16:creationId xmlns:a16="http://schemas.microsoft.com/office/drawing/2014/main" id="{A06C8DDD-530E-4AB6-88DF-E765017E709F}"/>
              </a:ext>
            </a:extLst>
          </p:cNvPr>
          <p:cNvPicPr>
            <a:picLocks noChangeAspect="1"/>
          </p:cNvPicPr>
          <p:nvPr/>
        </p:nvPicPr>
        <p:blipFill>
          <a:blip r:embed="rId3"/>
          <a:stretch>
            <a:fillRect/>
          </a:stretch>
        </p:blipFill>
        <p:spPr>
          <a:xfrm>
            <a:off x="4550900" y="1550088"/>
            <a:ext cx="7090237" cy="3757825"/>
          </a:xfrm>
          <a:custGeom>
            <a:avLst/>
            <a:gdLst/>
            <a:ahLst/>
            <a:cxnLst/>
            <a:rect l="l" t="t" r="r" b="b"/>
            <a:pathLst>
              <a:path w="7090237" h="5759451">
                <a:moveTo>
                  <a:pt x="0" y="0"/>
                </a:moveTo>
                <a:lnTo>
                  <a:pt x="7090237" y="0"/>
                </a:lnTo>
                <a:lnTo>
                  <a:pt x="7090237" y="5759451"/>
                </a:lnTo>
                <a:lnTo>
                  <a:pt x="0" y="5759451"/>
                </a:lnTo>
                <a:close/>
              </a:path>
            </a:pathLst>
          </a:custGeom>
        </p:spPr>
      </p:pic>
      <p:cxnSp>
        <p:nvCxnSpPr>
          <p:cNvPr id="7" name="Straight Arrow Connector 6">
            <a:extLst>
              <a:ext uri="{FF2B5EF4-FFF2-40B4-BE49-F238E27FC236}">
                <a16:creationId xmlns:a16="http://schemas.microsoft.com/office/drawing/2014/main" id="{39D82CC5-F3CD-4FE4-82A6-BF997B08B8E5}"/>
              </a:ext>
            </a:extLst>
          </p:cNvPr>
          <p:cNvCxnSpPr>
            <a:cxnSpLocks/>
          </p:cNvCxnSpPr>
          <p:nvPr/>
        </p:nvCxnSpPr>
        <p:spPr>
          <a:xfrm flipV="1">
            <a:off x="3240634" y="2121408"/>
            <a:ext cx="1177747" cy="896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08DE1305-951F-4B1B-BF1F-4275D2CA79B6}"/>
              </a:ext>
            </a:extLst>
          </p:cNvPr>
          <p:cNvSpPr/>
          <p:nvPr/>
        </p:nvSpPr>
        <p:spPr>
          <a:xfrm>
            <a:off x="4550900" y="1550087"/>
            <a:ext cx="5039327" cy="109514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35100919-3240-4363-AF96-62FB6B2800AE}"/>
              </a:ext>
            </a:extLst>
          </p:cNvPr>
          <p:cNvSpPr/>
          <p:nvPr/>
        </p:nvSpPr>
        <p:spPr>
          <a:xfrm>
            <a:off x="4564313" y="2726614"/>
            <a:ext cx="6942497" cy="1095140"/>
          </a:xfrm>
          <a:prstGeom prst="rect">
            <a:avLst/>
          </a:prstGeom>
          <a:noFill/>
          <a:ln w="762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0" name="Picture 19">
            <a:extLst>
              <a:ext uri="{FF2B5EF4-FFF2-40B4-BE49-F238E27FC236}">
                <a16:creationId xmlns:a16="http://schemas.microsoft.com/office/drawing/2014/main" id="{39EFFDE4-3B15-4B38-AEC4-C2CB4DE8FE15}"/>
              </a:ext>
            </a:extLst>
          </p:cNvPr>
          <p:cNvPicPr>
            <a:picLocks noChangeAspect="1"/>
          </p:cNvPicPr>
          <p:nvPr/>
        </p:nvPicPr>
        <p:blipFill>
          <a:blip r:embed="rId4"/>
          <a:stretch>
            <a:fillRect/>
          </a:stretch>
        </p:blipFill>
        <p:spPr>
          <a:xfrm>
            <a:off x="3037897" y="3873532"/>
            <a:ext cx="4769510" cy="1195901"/>
          </a:xfrm>
          <a:prstGeom prst="rect">
            <a:avLst/>
          </a:prstGeom>
        </p:spPr>
      </p:pic>
      <p:sp>
        <p:nvSpPr>
          <p:cNvPr id="22" name="Arrow: Right 21">
            <a:extLst>
              <a:ext uri="{FF2B5EF4-FFF2-40B4-BE49-F238E27FC236}">
                <a16:creationId xmlns:a16="http://schemas.microsoft.com/office/drawing/2014/main" id="{906EFA55-7838-4157-8BC3-7B826BAB9C54}"/>
              </a:ext>
            </a:extLst>
          </p:cNvPr>
          <p:cNvSpPr/>
          <p:nvPr/>
        </p:nvSpPr>
        <p:spPr>
          <a:xfrm rot="8310643">
            <a:off x="7558864" y="3698313"/>
            <a:ext cx="491078" cy="95958"/>
          </a:xfrm>
          <a:prstGeom prst="rightArrow">
            <a:avLst/>
          </a:prstGeom>
          <a:solidFill>
            <a:schemeClr val="accent2">
              <a:lumMod val="75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841D00D8-7AE2-41EF-82BD-C75E5F8E77A3}"/>
              </a:ext>
            </a:extLst>
          </p:cNvPr>
          <p:cNvSpPr txBox="1"/>
          <p:nvPr/>
        </p:nvSpPr>
        <p:spPr>
          <a:xfrm>
            <a:off x="0" y="6458188"/>
            <a:ext cx="1499128" cy="276999"/>
          </a:xfrm>
          <a:prstGeom prst="rect">
            <a:avLst/>
          </a:prstGeom>
          <a:noFill/>
        </p:spPr>
        <p:txBody>
          <a:bodyPr wrap="none" rtlCol="0">
            <a:spAutoFit/>
          </a:bodyPr>
          <a:lstStyle/>
          <a:p>
            <a:r>
              <a:rPr lang="en-GB" sz="1200" dirty="0" err="1"/>
              <a:t>Marees</a:t>
            </a:r>
            <a:r>
              <a:rPr lang="en-GB" sz="1200" dirty="0"/>
              <a:t> et al., 2017</a:t>
            </a:r>
          </a:p>
        </p:txBody>
      </p:sp>
      <p:pic>
        <p:nvPicPr>
          <p:cNvPr id="4" name="Picture 3">
            <a:extLst>
              <a:ext uri="{FF2B5EF4-FFF2-40B4-BE49-F238E27FC236}">
                <a16:creationId xmlns:a16="http://schemas.microsoft.com/office/drawing/2014/main" id="{0B39EAEA-3FB1-29F0-1A87-37CEB039361D}"/>
              </a:ext>
            </a:extLst>
          </p:cNvPr>
          <p:cNvPicPr>
            <a:picLocks noChangeAspect="1"/>
          </p:cNvPicPr>
          <p:nvPr/>
        </p:nvPicPr>
        <p:blipFill>
          <a:blip r:embed="rId5"/>
          <a:stretch>
            <a:fillRect/>
          </a:stretch>
        </p:blipFill>
        <p:spPr>
          <a:xfrm>
            <a:off x="9984105" y="6465570"/>
            <a:ext cx="2114550" cy="361950"/>
          </a:xfrm>
          <a:prstGeom prst="rect">
            <a:avLst/>
          </a:prstGeom>
        </p:spPr>
      </p:pic>
      <p:cxnSp>
        <p:nvCxnSpPr>
          <p:cNvPr id="21" name="Straight Arrow Connector 20">
            <a:extLst>
              <a:ext uri="{FF2B5EF4-FFF2-40B4-BE49-F238E27FC236}">
                <a16:creationId xmlns:a16="http://schemas.microsoft.com/office/drawing/2014/main" id="{9A48BDDD-4340-1A5E-0E86-F728943C0AAE}"/>
              </a:ext>
            </a:extLst>
          </p:cNvPr>
          <p:cNvCxnSpPr>
            <a:cxnSpLocks/>
          </p:cNvCxnSpPr>
          <p:nvPr/>
        </p:nvCxnSpPr>
        <p:spPr>
          <a:xfrm flipV="1">
            <a:off x="3031714" y="3635052"/>
            <a:ext cx="1244007" cy="1438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1859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9D0F9-2DE8-492B-BF9B-CD9CE33DB584}"/>
              </a:ext>
            </a:extLst>
          </p:cNvPr>
          <p:cNvSpPr>
            <a:spLocks noGrp="1"/>
          </p:cNvSpPr>
          <p:nvPr>
            <p:ph type="title"/>
          </p:nvPr>
        </p:nvSpPr>
        <p:spPr>
          <a:xfrm>
            <a:off x="404560" y="249352"/>
            <a:ext cx="3565524" cy="1997855"/>
          </a:xfrm>
        </p:spPr>
        <p:txBody>
          <a:bodyPr wrap="square" anchor="b">
            <a:noAutofit/>
          </a:bodyPr>
          <a:lstStyle/>
          <a:p>
            <a:pPr>
              <a:lnSpc>
                <a:spcPct val="90000"/>
              </a:lnSpc>
            </a:pPr>
            <a:r>
              <a:rPr lang="en-GB" sz="4400" dirty="0"/>
              <a:t>Genotyping data storage: PLINK</a:t>
            </a:r>
          </a:p>
        </p:txBody>
      </p:sp>
      <p:sp>
        <p:nvSpPr>
          <p:cNvPr id="3" name="Content Placeholder 2">
            <a:extLst>
              <a:ext uri="{FF2B5EF4-FFF2-40B4-BE49-F238E27FC236}">
                <a16:creationId xmlns:a16="http://schemas.microsoft.com/office/drawing/2014/main" id="{B0EF517B-3D79-4948-A441-58A19D444E49}"/>
              </a:ext>
            </a:extLst>
          </p:cNvPr>
          <p:cNvSpPr>
            <a:spLocks noGrp="1"/>
          </p:cNvSpPr>
          <p:nvPr>
            <p:ph idx="1"/>
          </p:nvPr>
        </p:nvSpPr>
        <p:spPr>
          <a:xfrm>
            <a:off x="116351" y="2451162"/>
            <a:ext cx="5567560" cy="751694"/>
          </a:xfrm>
        </p:spPr>
        <p:txBody>
          <a:bodyPr anchor="t">
            <a:noAutofit/>
          </a:bodyPr>
          <a:lstStyle/>
          <a:p>
            <a:r>
              <a:rPr lang="en-GB" sz="2400" b="1" u="sng" dirty="0"/>
              <a:t>ped</a:t>
            </a:r>
            <a:r>
              <a:rPr lang="en-GB" sz="2400" dirty="0"/>
              <a:t>(</a:t>
            </a:r>
            <a:r>
              <a:rPr lang="en-GB" sz="2400" dirty="0" err="1"/>
              <a:t>igree</a:t>
            </a:r>
            <a:r>
              <a:rPr lang="en-GB" sz="2400" dirty="0"/>
              <a:t>) file has </a:t>
            </a:r>
            <a:r>
              <a:rPr lang="en-GB" sz="2400" b="1" dirty="0"/>
              <a:t>6+2</a:t>
            </a:r>
            <a:r>
              <a:rPr lang="en-GB" sz="2400" b="1" i="1" dirty="0"/>
              <a:t>n</a:t>
            </a:r>
            <a:r>
              <a:rPr lang="en-GB" sz="2400" dirty="0"/>
              <a:t>, providing:</a:t>
            </a:r>
          </a:p>
          <a:p>
            <a:pPr marL="800100" lvl="1" indent="-342900">
              <a:buFont typeface="+mj-lt"/>
              <a:buAutoNum type="arabicPeriod"/>
            </a:pPr>
            <a:r>
              <a:rPr lang="en-GB" sz="1800" dirty="0"/>
              <a:t>Family ID</a:t>
            </a:r>
          </a:p>
          <a:p>
            <a:pPr marL="800100" lvl="1" indent="-342900">
              <a:buFont typeface="+mj-lt"/>
              <a:buAutoNum type="arabicPeriod"/>
            </a:pPr>
            <a:r>
              <a:rPr lang="en-GB" sz="1800" dirty="0"/>
              <a:t>Individual ID</a:t>
            </a:r>
          </a:p>
          <a:p>
            <a:pPr marL="800100" lvl="1" indent="-342900">
              <a:buFont typeface="+mj-lt"/>
              <a:buAutoNum type="arabicPeriod"/>
            </a:pPr>
            <a:r>
              <a:rPr lang="en-GB" sz="1800" dirty="0"/>
              <a:t>Paternal ID (0 if father not in dataset)</a:t>
            </a:r>
          </a:p>
          <a:p>
            <a:pPr marL="800100" lvl="1" indent="-342900">
              <a:buFont typeface="+mj-lt"/>
              <a:buAutoNum type="arabicPeriod"/>
            </a:pPr>
            <a:r>
              <a:rPr lang="en-GB" sz="1800" dirty="0"/>
              <a:t>Maternal ID  (0 if mother not in dataset)</a:t>
            </a:r>
          </a:p>
          <a:p>
            <a:pPr marL="800100" lvl="1" indent="-342900">
              <a:buFont typeface="+mj-lt"/>
              <a:buAutoNum type="arabicPeriod"/>
            </a:pPr>
            <a:r>
              <a:rPr lang="en-GB" sz="1800" dirty="0"/>
              <a:t>Sex (1=Male, 2=Female, 0 or -9=missing)</a:t>
            </a:r>
          </a:p>
          <a:p>
            <a:pPr marL="800100" lvl="1" indent="-342900">
              <a:buFont typeface="+mj-lt"/>
              <a:buAutoNum type="arabicPeriod"/>
            </a:pPr>
            <a:r>
              <a:rPr lang="en-GB" sz="1800" dirty="0"/>
              <a:t>Phenotype (here 2 or 1, corresponding to case and control)</a:t>
            </a:r>
          </a:p>
          <a:p>
            <a:pPr marL="800100" lvl="1" indent="-342900">
              <a:buFont typeface="+mj-lt"/>
              <a:buAutoNum type="arabicPeriod"/>
            </a:pPr>
            <a:r>
              <a:rPr lang="en-GB" sz="1800" dirty="0"/>
              <a:t>2 alleles for each SNP (0 = missing)</a:t>
            </a:r>
          </a:p>
          <a:p>
            <a:pPr>
              <a:buFont typeface="Wingdings" panose="05000000000000000000" pitchFamily="2" charset="2"/>
              <a:buChar char="Ø"/>
            </a:pPr>
            <a:endParaRPr lang="en-GB" sz="2400" dirty="0"/>
          </a:p>
        </p:txBody>
      </p:sp>
      <p:pic>
        <p:nvPicPr>
          <p:cNvPr id="6" name="Picture 5">
            <a:extLst>
              <a:ext uri="{FF2B5EF4-FFF2-40B4-BE49-F238E27FC236}">
                <a16:creationId xmlns:a16="http://schemas.microsoft.com/office/drawing/2014/main" id="{29D0B22A-3513-4440-A93D-6E99F8CE042B}"/>
              </a:ext>
            </a:extLst>
          </p:cNvPr>
          <p:cNvPicPr>
            <a:picLocks noChangeAspect="1"/>
          </p:cNvPicPr>
          <p:nvPr/>
        </p:nvPicPr>
        <p:blipFill>
          <a:blip r:embed="rId3"/>
          <a:stretch>
            <a:fillRect/>
          </a:stretch>
        </p:blipFill>
        <p:spPr>
          <a:xfrm>
            <a:off x="4844528" y="781439"/>
            <a:ext cx="6657975" cy="1533525"/>
          </a:xfrm>
          <a:prstGeom prst="rect">
            <a:avLst/>
          </a:prstGeom>
        </p:spPr>
      </p:pic>
      <p:sp>
        <p:nvSpPr>
          <p:cNvPr id="21" name="Content Placeholder 2">
            <a:extLst>
              <a:ext uri="{FF2B5EF4-FFF2-40B4-BE49-F238E27FC236}">
                <a16:creationId xmlns:a16="http://schemas.microsoft.com/office/drawing/2014/main" id="{938E5346-9D88-46CE-A8B2-7E2FC237D671}"/>
              </a:ext>
            </a:extLst>
          </p:cNvPr>
          <p:cNvSpPr txBox="1">
            <a:spLocks/>
          </p:cNvSpPr>
          <p:nvPr/>
        </p:nvSpPr>
        <p:spPr>
          <a:xfrm>
            <a:off x="5652738" y="2413369"/>
            <a:ext cx="5567560" cy="751694"/>
          </a:xfrm>
          <a:prstGeom prst="rect">
            <a:avLst/>
          </a:prstGeom>
        </p:spPr>
        <p:txBody>
          <a:bodyPr vert="horz" wrap="square" lIns="0" tIns="0" rIns="0" bIns="0" rtlCol="0" anchor="t">
            <a:noAutofit/>
          </a:bodyPr>
          <a:lst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400" b="1" u="sng" dirty="0"/>
              <a:t>map</a:t>
            </a:r>
            <a:r>
              <a:rPr lang="en-GB" sz="2400" dirty="0"/>
              <a:t>(</a:t>
            </a:r>
            <a:r>
              <a:rPr lang="en-GB" sz="2400" dirty="0" err="1"/>
              <a:t>ing</a:t>
            </a:r>
            <a:r>
              <a:rPr lang="en-GB" sz="2400" dirty="0"/>
              <a:t>) file has </a:t>
            </a:r>
            <a:r>
              <a:rPr lang="en-GB" sz="2400" b="1" dirty="0"/>
              <a:t>4 columns</a:t>
            </a:r>
            <a:r>
              <a:rPr lang="en-GB" sz="2400" dirty="0"/>
              <a:t>, providing:</a:t>
            </a:r>
          </a:p>
          <a:p>
            <a:pPr marL="800100" lvl="1" indent="-342900">
              <a:buFont typeface="+mj-lt"/>
              <a:buAutoNum type="arabicPeriod"/>
            </a:pPr>
            <a:r>
              <a:rPr lang="en-GB" sz="1800" dirty="0"/>
              <a:t>Chromosome</a:t>
            </a:r>
            <a:endParaRPr lang="en-GB" sz="2000" dirty="0"/>
          </a:p>
          <a:p>
            <a:pPr marL="800100" lvl="1" indent="-342900">
              <a:buFont typeface="+mj-lt"/>
              <a:buAutoNum type="arabicPeriod"/>
            </a:pPr>
            <a:r>
              <a:rPr lang="en-GB" sz="2000" dirty="0"/>
              <a:t>SNP Name</a:t>
            </a:r>
          </a:p>
          <a:p>
            <a:pPr marL="800100" lvl="1" indent="-342900">
              <a:buFont typeface="+mj-lt"/>
              <a:buAutoNum type="arabicPeriod"/>
            </a:pPr>
            <a:r>
              <a:rPr lang="en-GB" sz="2000" dirty="0"/>
              <a:t>Genetic distance (in </a:t>
            </a:r>
            <a:r>
              <a:rPr lang="en-GB" sz="2000" dirty="0" err="1"/>
              <a:t>morgans</a:t>
            </a:r>
            <a:r>
              <a:rPr lang="en-GB" sz="2000" dirty="0"/>
              <a:t>) </a:t>
            </a:r>
          </a:p>
          <a:p>
            <a:pPr marL="800100" lvl="1" indent="-342900">
              <a:buFont typeface="+mj-lt"/>
              <a:buAutoNum type="arabicPeriod"/>
            </a:pPr>
            <a:r>
              <a:rPr lang="en-GB" sz="2000" dirty="0"/>
              <a:t>Base-pair position (bp unit)</a:t>
            </a:r>
            <a:endParaRPr lang="en-GB" sz="2400" dirty="0"/>
          </a:p>
        </p:txBody>
      </p:sp>
      <p:pic>
        <p:nvPicPr>
          <p:cNvPr id="4" name="Picture 3">
            <a:extLst>
              <a:ext uri="{FF2B5EF4-FFF2-40B4-BE49-F238E27FC236}">
                <a16:creationId xmlns:a16="http://schemas.microsoft.com/office/drawing/2014/main" id="{FF070620-3A0A-F36F-2724-888AEECBC621}"/>
              </a:ext>
            </a:extLst>
          </p:cNvPr>
          <p:cNvPicPr>
            <a:picLocks noChangeAspect="1"/>
          </p:cNvPicPr>
          <p:nvPr/>
        </p:nvPicPr>
        <p:blipFill>
          <a:blip r:embed="rId4"/>
          <a:stretch>
            <a:fillRect/>
          </a:stretch>
        </p:blipFill>
        <p:spPr>
          <a:xfrm>
            <a:off x="9984105" y="6465570"/>
            <a:ext cx="2114550" cy="361950"/>
          </a:xfrm>
          <a:prstGeom prst="rect">
            <a:avLst/>
          </a:prstGeom>
        </p:spPr>
      </p:pic>
    </p:spTree>
    <p:extLst>
      <p:ext uri="{BB962C8B-B14F-4D97-AF65-F5344CB8AC3E}">
        <p14:creationId xmlns:p14="http://schemas.microsoft.com/office/powerpoint/2010/main" val="7793572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9D0F9-2DE8-492B-BF9B-CD9CE33DB584}"/>
              </a:ext>
            </a:extLst>
          </p:cNvPr>
          <p:cNvSpPr>
            <a:spLocks noGrp="1"/>
          </p:cNvSpPr>
          <p:nvPr>
            <p:ph type="title"/>
          </p:nvPr>
        </p:nvSpPr>
        <p:spPr>
          <a:xfrm>
            <a:off x="287864" y="278063"/>
            <a:ext cx="11051043" cy="693743"/>
          </a:xfrm>
        </p:spPr>
        <p:txBody>
          <a:bodyPr wrap="square" anchor="b">
            <a:normAutofit fontScale="90000"/>
          </a:bodyPr>
          <a:lstStyle/>
          <a:p>
            <a:pPr>
              <a:lnSpc>
                <a:spcPct val="90000"/>
              </a:lnSpc>
            </a:pPr>
            <a:r>
              <a:rPr lang="en-GB" dirty="0"/>
              <a:t>Genotyping data storage: PLINK</a:t>
            </a:r>
          </a:p>
        </p:txBody>
      </p:sp>
      <p:sp>
        <p:nvSpPr>
          <p:cNvPr id="3" name="Content Placeholder 2">
            <a:extLst>
              <a:ext uri="{FF2B5EF4-FFF2-40B4-BE49-F238E27FC236}">
                <a16:creationId xmlns:a16="http://schemas.microsoft.com/office/drawing/2014/main" id="{B0EF517B-3D79-4948-A441-58A19D444E49}"/>
              </a:ext>
            </a:extLst>
          </p:cNvPr>
          <p:cNvSpPr>
            <a:spLocks noGrp="1"/>
          </p:cNvSpPr>
          <p:nvPr>
            <p:ph idx="1"/>
          </p:nvPr>
        </p:nvSpPr>
        <p:spPr>
          <a:xfrm>
            <a:off x="116351" y="2743772"/>
            <a:ext cx="4119012" cy="751694"/>
          </a:xfrm>
        </p:spPr>
        <p:txBody>
          <a:bodyPr anchor="t">
            <a:noAutofit/>
          </a:bodyPr>
          <a:lstStyle/>
          <a:p>
            <a:r>
              <a:rPr lang="en-GB" sz="2400" b="1" u="sng" dirty="0"/>
              <a:t>fam</a:t>
            </a:r>
            <a:r>
              <a:rPr lang="en-GB" sz="2400" dirty="0"/>
              <a:t>(</a:t>
            </a:r>
            <a:r>
              <a:rPr lang="en-GB" sz="2400" dirty="0" err="1"/>
              <a:t>ily</a:t>
            </a:r>
            <a:r>
              <a:rPr lang="en-GB" sz="2400" dirty="0"/>
              <a:t>) ﬁle consists of the  ﬁrst six columns of ped ﬁle </a:t>
            </a:r>
          </a:p>
          <a:p>
            <a:endParaRPr lang="en-GB" sz="2400" dirty="0"/>
          </a:p>
        </p:txBody>
      </p:sp>
      <p:pic>
        <p:nvPicPr>
          <p:cNvPr id="6" name="Picture 5">
            <a:extLst>
              <a:ext uri="{FF2B5EF4-FFF2-40B4-BE49-F238E27FC236}">
                <a16:creationId xmlns:a16="http://schemas.microsoft.com/office/drawing/2014/main" id="{56D06C4E-A5BB-4921-B20B-8EC0C01D0905}"/>
              </a:ext>
            </a:extLst>
          </p:cNvPr>
          <p:cNvPicPr>
            <a:picLocks noChangeAspect="1"/>
          </p:cNvPicPr>
          <p:nvPr/>
        </p:nvPicPr>
        <p:blipFill>
          <a:blip r:embed="rId3"/>
          <a:stretch>
            <a:fillRect/>
          </a:stretch>
        </p:blipFill>
        <p:spPr>
          <a:xfrm>
            <a:off x="1312664" y="1177832"/>
            <a:ext cx="9163050" cy="1504950"/>
          </a:xfrm>
          <a:prstGeom prst="rect">
            <a:avLst/>
          </a:prstGeom>
        </p:spPr>
      </p:pic>
      <p:sp>
        <p:nvSpPr>
          <p:cNvPr id="21" name="Content Placeholder 2">
            <a:extLst>
              <a:ext uri="{FF2B5EF4-FFF2-40B4-BE49-F238E27FC236}">
                <a16:creationId xmlns:a16="http://schemas.microsoft.com/office/drawing/2014/main" id="{91490C11-A1E1-49E3-963F-386AC81DA6A2}"/>
              </a:ext>
            </a:extLst>
          </p:cNvPr>
          <p:cNvSpPr txBox="1">
            <a:spLocks/>
          </p:cNvSpPr>
          <p:nvPr/>
        </p:nvSpPr>
        <p:spPr>
          <a:xfrm>
            <a:off x="7978307" y="2697447"/>
            <a:ext cx="4119012" cy="751694"/>
          </a:xfrm>
          <a:prstGeom prst="rect">
            <a:avLst/>
          </a:prstGeom>
        </p:spPr>
        <p:txBody>
          <a:bodyPr vert="horz" wrap="square" lIns="0" tIns="0" rIns="0" bIns="0" rtlCol="0" anchor="t">
            <a:noAutofit/>
          </a:bodyPr>
          <a:lst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400" b="1" u="sng" dirty="0" err="1"/>
              <a:t>bim</a:t>
            </a:r>
            <a:r>
              <a:rPr lang="en-GB" sz="2400" dirty="0"/>
              <a:t> (binary mapping) file is the .map file plus two columns, providing the A1 and A2 alleles</a:t>
            </a:r>
          </a:p>
        </p:txBody>
      </p:sp>
      <p:sp>
        <p:nvSpPr>
          <p:cNvPr id="24" name="Content Placeholder 2">
            <a:extLst>
              <a:ext uri="{FF2B5EF4-FFF2-40B4-BE49-F238E27FC236}">
                <a16:creationId xmlns:a16="http://schemas.microsoft.com/office/drawing/2014/main" id="{D4C95E7C-C1E8-45F6-B223-76B343A2A3C3}"/>
              </a:ext>
            </a:extLst>
          </p:cNvPr>
          <p:cNvSpPr txBox="1">
            <a:spLocks/>
          </p:cNvSpPr>
          <p:nvPr/>
        </p:nvSpPr>
        <p:spPr>
          <a:xfrm>
            <a:off x="3859295" y="2712078"/>
            <a:ext cx="4119012" cy="751694"/>
          </a:xfrm>
          <a:prstGeom prst="rect">
            <a:avLst/>
          </a:prstGeom>
        </p:spPr>
        <p:txBody>
          <a:bodyPr vert="horz" wrap="square" lIns="0" tIns="0" rIns="0" bIns="0" rtlCol="0" anchor="t">
            <a:noAutofit/>
          </a:bodyPr>
          <a:lst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400" dirty="0"/>
              <a:t>The </a:t>
            </a:r>
            <a:r>
              <a:rPr lang="en-GB" sz="2400" b="1" u="sng" dirty="0"/>
              <a:t>bed</a:t>
            </a:r>
            <a:r>
              <a:rPr lang="en-GB" sz="2400" dirty="0"/>
              <a:t> (binary pedigree) ﬁle is a matrix of 0s, 1s, 2s or NAs stored in binary format.</a:t>
            </a:r>
          </a:p>
          <a:p>
            <a:r>
              <a:rPr lang="en-GB" sz="1800" dirty="0"/>
              <a:t>PLINK uses the following two-bit coding of genotypes:</a:t>
            </a:r>
          </a:p>
          <a:p>
            <a:pPr lvl="1"/>
            <a:r>
              <a:rPr lang="en-GB" sz="1200" dirty="0"/>
              <a:t>00 = A1/A1 (Homozygous non-reference)</a:t>
            </a:r>
          </a:p>
          <a:p>
            <a:pPr lvl="1"/>
            <a:r>
              <a:rPr lang="en-GB" sz="1200" dirty="0"/>
              <a:t>01 = A1/A2 (Heterozygous)</a:t>
            </a:r>
          </a:p>
          <a:p>
            <a:pPr lvl="1"/>
            <a:r>
              <a:rPr lang="en-GB" sz="1200" dirty="0"/>
              <a:t>11 = A2/A2 (Homozygous reference)</a:t>
            </a:r>
          </a:p>
          <a:p>
            <a:pPr lvl="1"/>
            <a:r>
              <a:rPr lang="en-GB" sz="1200" dirty="0"/>
              <a:t>10 = 0/0 (Missing)</a:t>
            </a:r>
          </a:p>
        </p:txBody>
      </p:sp>
      <p:pic>
        <p:nvPicPr>
          <p:cNvPr id="4" name="Picture 3">
            <a:extLst>
              <a:ext uri="{FF2B5EF4-FFF2-40B4-BE49-F238E27FC236}">
                <a16:creationId xmlns:a16="http://schemas.microsoft.com/office/drawing/2014/main" id="{64CFE39F-E309-18AE-7AFE-D5CAC3C8316D}"/>
              </a:ext>
            </a:extLst>
          </p:cNvPr>
          <p:cNvPicPr>
            <a:picLocks noChangeAspect="1"/>
          </p:cNvPicPr>
          <p:nvPr/>
        </p:nvPicPr>
        <p:blipFill>
          <a:blip r:embed="rId4"/>
          <a:stretch>
            <a:fillRect/>
          </a:stretch>
        </p:blipFill>
        <p:spPr>
          <a:xfrm>
            <a:off x="9984105" y="6465570"/>
            <a:ext cx="2114550" cy="361950"/>
          </a:xfrm>
          <a:prstGeom prst="rect">
            <a:avLst/>
          </a:prstGeom>
        </p:spPr>
      </p:pic>
    </p:spTree>
    <p:extLst>
      <p:ext uri="{BB962C8B-B14F-4D97-AF65-F5344CB8AC3E}">
        <p14:creationId xmlns:p14="http://schemas.microsoft.com/office/powerpoint/2010/main" val="24485319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9D0F9-2DE8-492B-BF9B-CD9CE33DB584}"/>
              </a:ext>
            </a:extLst>
          </p:cNvPr>
          <p:cNvSpPr>
            <a:spLocks noGrp="1"/>
          </p:cNvSpPr>
          <p:nvPr>
            <p:ph type="title"/>
          </p:nvPr>
        </p:nvSpPr>
        <p:spPr>
          <a:xfrm>
            <a:off x="1289699" y="333688"/>
            <a:ext cx="10604816" cy="861486"/>
          </a:xfrm>
        </p:spPr>
        <p:txBody>
          <a:bodyPr wrap="square" anchor="b">
            <a:normAutofit/>
          </a:bodyPr>
          <a:lstStyle/>
          <a:p>
            <a:pPr>
              <a:lnSpc>
                <a:spcPct val="90000"/>
              </a:lnSpc>
            </a:pPr>
            <a:r>
              <a:rPr lang="en-GB" dirty="0"/>
              <a:t>Genotyping data storage: PLINK</a:t>
            </a:r>
          </a:p>
        </p:txBody>
      </p:sp>
      <p:sp>
        <p:nvSpPr>
          <p:cNvPr id="3" name="Content Placeholder 2">
            <a:extLst>
              <a:ext uri="{FF2B5EF4-FFF2-40B4-BE49-F238E27FC236}">
                <a16:creationId xmlns:a16="http://schemas.microsoft.com/office/drawing/2014/main" id="{B0EF517B-3D79-4948-A441-58A19D444E49}"/>
              </a:ext>
            </a:extLst>
          </p:cNvPr>
          <p:cNvSpPr>
            <a:spLocks noGrp="1"/>
          </p:cNvSpPr>
          <p:nvPr>
            <p:ph idx="1"/>
          </p:nvPr>
        </p:nvSpPr>
        <p:spPr>
          <a:xfrm>
            <a:off x="116351" y="3270465"/>
            <a:ext cx="4119012" cy="751694"/>
          </a:xfrm>
        </p:spPr>
        <p:txBody>
          <a:bodyPr anchor="t">
            <a:noAutofit/>
          </a:bodyPr>
          <a:lstStyle/>
          <a:p>
            <a:r>
              <a:rPr lang="en-GB" sz="2400" dirty="0"/>
              <a:t>What is left?</a:t>
            </a:r>
          </a:p>
          <a:p>
            <a:endParaRPr lang="en-GB" sz="2400" dirty="0"/>
          </a:p>
        </p:txBody>
      </p:sp>
      <p:sp>
        <p:nvSpPr>
          <p:cNvPr id="23" name="TextBox 22">
            <a:extLst>
              <a:ext uri="{FF2B5EF4-FFF2-40B4-BE49-F238E27FC236}">
                <a16:creationId xmlns:a16="http://schemas.microsoft.com/office/drawing/2014/main" id="{841D00D8-7AE2-41EF-82BD-C75E5F8E77A3}"/>
              </a:ext>
            </a:extLst>
          </p:cNvPr>
          <p:cNvSpPr txBox="1"/>
          <p:nvPr/>
        </p:nvSpPr>
        <p:spPr>
          <a:xfrm>
            <a:off x="0" y="6488668"/>
            <a:ext cx="1388522" cy="261610"/>
          </a:xfrm>
          <a:prstGeom prst="rect">
            <a:avLst/>
          </a:prstGeom>
          <a:noFill/>
        </p:spPr>
        <p:txBody>
          <a:bodyPr wrap="none" rtlCol="0">
            <a:spAutoFit/>
          </a:bodyPr>
          <a:lstStyle/>
          <a:p>
            <a:r>
              <a:rPr lang="en-GB" sz="1100" dirty="0" err="1"/>
              <a:t>Marees</a:t>
            </a:r>
            <a:r>
              <a:rPr lang="en-GB" sz="1100" dirty="0"/>
              <a:t> et al., 2017</a:t>
            </a:r>
          </a:p>
        </p:txBody>
      </p:sp>
      <p:pic>
        <p:nvPicPr>
          <p:cNvPr id="25" name="Picture 24">
            <a:extLst>
              <a:ext uri="{FF2B5EF4-FFF2-40B4-BE49-F238E27FC236}">
                <a16:creationId xmlns:a16="http://schemas.microsoft.com/office/drawing/2014/main" id="{5EB14564-F6BB-4911-AFEB-5E90F5129578}"/>
              </a:ext>
            </a:extLst>
          </p:cNvPr>
          <p:cNvPicPr>
            <a:picLocks noChangeAspect="1"/>
          </p:cNvPicPr>
          <p:nvPr/>
        </p:nvPicPr>
        <p:blipFill>
          <a:blip r:embed="rId3"/>
          <a:stretch>
            <a:fillRect/>
          </a:stretch>
        </p:blipFill>
        <p:spPr>
          <a:xfrm>
            <a:off x="2181088" y="2614109"/>
            <a:ext cx="3181350" cy="1819275"/>
          </a:xfrm>
          <a:prstGeom prst="rect">
            <a:avLst/>
          </a:prstGeom>
        </p:spPr>
      </p:pic>
      <p:pic>
        <p:nvPicPr>
          <p:cNvPr id="27" name="Picture 26">
            <a:extLst>
              <a:ext uri="{FF2B5EF4-FFF2-40B4-BE49-F238E27FC236}">
                <a16:creationId xmlns:a16="http://schemas.microsoft.com/office/drawing/2014/main" id="{D4EAA962-EBFC-4068-86F6-C0370EE3E58F}"/>
              </a:ext>
            </a:extLst>
          </p:cNvPr>
          <p:cNvPicPr>
            <a:picLocks noChangeAspect="1"/>
          </p:cNvPicPr>
          <p:nvPr/>
        </p:nvPicPr>
        <p:blipFill>
          <a:blip r:embed="rId4"/>
          <a:stretch>
            <a:fillRect/>
          </a:stretch>
        </p:blipFill>
        <p:spPr>
          <a:xfrm>
            <a:off x="5494957" y="2843261"/>
            <a:ext cx="6257925" cy="1647825"/>
          </a:xfrm>
          <a:prstGeom prst="rect">
            <a:avLst/>
          </a:prstGeom>
        </p:spPr>
      </p:pic>
      <p:pic>
        <p:nvPicPr>
          <p:cNvPr id="29" name="Picture 28">
            <a:extLst>
              <a:ext uri="{FF2B5EF4-FFF2-40B4-BE49-F238E27FC236}">
                <a16:creationId xmlns:a16="http://schemas.microsoft.com/office/drawing/2014/main" id="{E8A6B3B7-C0AE-4B43-943A-2612524C8F40}"/>
              </a:ext>
            </a:extLst>
          </p:cNvPr>
          <p:cNvPicPr>
            <a:picLocks noChangeAspect="1"/>
          </p:cNvPicPr>
          <p:nvPr/>
        </p:nvPicPr>
        <p:blipFill>
          <a:blip r:embed="rId5"/>
          <a:stretch>
            <a:fillRect/>
          </a:stretch>
        </p:blipFill>
        <p:spPr>
          <a:xfrm>
            <a:off x="3269453" y="2450373"/>
            <a:ext cx="1004620" cy="327472"/>
          </a:xfrm>
          <a:prstGeom prst="rect">
            <a:avLst/>
          </a:prstGeom>
        </p:spPr>
      </p:pic>
      <p:sp>
        <p:nvSpPr>
          <p:cNvPr id="4" name="TextBox 3">
            <a:extLst>
              <a:ext uri="{FF2B5EF4-FFF2-40B4-BE49-F238E27FC236}">
                <a16:creationId xmlns:a16="http://schemas.microsoft.com/office/drawing/2014/main" id="{370D370D-621D-4AFD-9D98-3C647C7FED93}"/>
              </a:ext>
            </a:extLst>
          </p:cNvPr>
          <p:cNvSpPr txBox="1"/>
          <p:nvPr/>
        </p:nvSpPr>
        <p:spPr>
          <a:xfrm>
            <a:off x="5494957" y="4615891"/>
            <a:ext cx="5977919" cy="646331"/>
          </a:xfrm>
          <a:prstGeom prst="rect">
            <a:avLst/>
          </a:prstGeom>
          <a:noFill/>
        </p:spPr>
        <p:txBody>
          <a:bodyPr wrap="none" rtlCol="0">
            <a:spAutoFit/>
          </a:bodyPr>
          <a:lstStyle/>
          <a:p>
            <a:r>
              <a:rPr lang="en-GB" dirty="0"/>
              <a:t>Phenotype ﬁles have 2 + M columns: Family ID, Individual ID,</a:t>
            </a:r>
          </a:p>
          <a:p>
            <a:r>
              <a:rPr lang="en-GB" dirty="0"/>
              <a:t>then value for each of M phenotypes</a:t>
            </a:r>
          </a:p>
        </p:txBody>
      </p:sp>
      <p:pic>
        <p:nvPicPr>
          <p:cNvPr id="5" name="Picture 4">
            <a:extLst>
              <a:ext uri="{FF2B5EF4-FFF2-40B4-BE49-F238E27FC236}">
                <a16:creationId xmlns:a16="http://schemas.microsoft.com/office/drawing/2014/main" id="{81ADF0B0-826D-B4D0-244F-F50A402F7911}"/>
              </a:ext>
            </a:extLst>
          </p:cNvPr>
          <p:cNvPicPr>
            <a:picLocks noChangeAspect="1"/>
          </p:cNvPicPr>
          <p:nvPr/>
        </p:nvPicPr>
        <p:blipFill>
          <a:blip r:embed="rId6"/>
          <a:stretch>
            <a:fillRect/>
          </a:stretch>
        </p:blipFill>
        <p:spPr>
          <a:xfrm>
            <a:off x="9984105" y="6465570"/>
            <a:ext cx="2114550" cy="361950"/>
          </a:xfrm>
          <a:prstGeom prst="rect">
            <a:avLst/>
          </a:prstGeom>
        </p:spPr>
      </p:pic>
    </p:spTree>
    <p:extLst>
      <p:ext uri="{BB962C8B-B14F-4D97-AF65-F5344CB8AC3E}">
        <p14:creationId xmlns:p14="http://schemas.microsoft.com/office/powerpoint/2010/main" val="3450201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7"/>
                                        </p:tgtEl>
                                        <p:attrNameLst>
                                          <p:attrName>style.visibility</p:attrName>
                                        </p:attrNameLst>
                                      </p:cBhvr>
                                      <p:to>
                                        <p:strVal val="visible"/>
                                      </p:to>
                                    </p:set>
                                    <p:anim calcmode="lin" valueType="num">
                                      <p:cBhvr additive="base">
                                        <p:cTn id="11" dur="500" fill="hold"/>
                                        <p:tgtEl>
                                          <p:spTgt spid="27"/>
                                        </p:tgtEl>
                                        <p:attrNameLst>
                                          <p:attrName>ppt_x</p:attrName>
                                        </p:attrNameLst>
                                      </p:cBhvr>
                                      <p:tavLst>
                                        <p:tav tm="0">
                                          <p:val>
                                            <p:strVal val="#ppt_x"/>
                                          </p:val>
                                        </p:tav>
                                        <p:tav tm="100000">
                                          <p:val>
                                            <p:strVal val="#ppt_x"/>
                                          </p:val>
                                        </p:tav>
                                      </p:tavLst>
                                    </p:anim>
                                    <p:anim calcmode="lin" valueType="num">
                                      <p:cBhvr additive="base">
                                        <p:cTn id="12" dur="500" fill="hold"/>
                                        <p:tgtEl>
                                          <p:spTgt spid="2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cBhvr additive="base">
                                        <p:cTn id="15" dur="500" fill="hold"/>
                                        <p:tgtEl>
                                          <p:spTgt spid="29"/>
                                        </p:tgtEl>
                                        <p:attrNameLst>
                                          <p:attrName>ppt_x</p:attrName>
                                        </p:attrNameLst>
                                      </p:cBhvr>
                                      <p:tavLst>
                                        <p:tav tm="0">
                                          <p:val>
                                            <p:strVal val="#ppt_x"/>
                                          </p:val>
                                        </p:tav>
                                        <p:tav tm="100000">
                                          <p:val>
                                            <p:strVal val="#ppt_x"/>
                                          </p:val>
                                        </p:tav>
                                      </p:tavLst>
                                    </p:anim>
                                    <p:anim calcmode="lin" valueType="num">
                                      <p:cBhvr additive="base">
                                        <p:cTn id="16"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486703-4E2D-4653-A2C0-61E584C4FBF5}"/>
              </a:ext>
            </a:extLst>
          </p:cNvPr>
          <p:cNvSpPr>
            <a:spLocks noGrp="1"/>
          </p:cNvSpPr>
          <p:nvPr>
            <p:ph type="title"/>
          </p:nvPr>
        </p:nvSpPr>
        <p:spPr>
          <a:xfrm>
            <a:off x="1008184" y="174032"/>
            <a:ext cx="10175631" cy="1111843"/>
          </a:xfrm>
        </p:spPr>
        <p:txBody>
          <a:bodyPr vert="horz" lIns="91440" tIns="45720" rIns="91440" bIns="45720" rtlCol="0" anchor="ctr">
            <a:normAutofit/>
          </a:bodyPr>
          <a:lstStyle/>
          <a:p>
            <a:pPr algn="ctr"/>
            <a:r>
              <a:rPr lang="en-US" sz="3700" kern="1200">
                <a:solidFill>
                  <a:schemeClr val="tx1"/>
                </a:solidFill>
                <a:latin typeface="+mj-lt"/>
                <a:ea typeface="+mj-ea"/>
                <a:cs typeface="+mj-cs"/>
              </a:rPr>
              <a:t>Genotyping data : PLINK common operations</a:t>
            </a:r>
          </a:p>
        </p:txBody>
      </p:sp>
      <p:sp>
        <p:nvSpPr>
          <p:cNvPr id="9" name="Content Placeholder 8">
            <a:extLst>
              <a:ext uri="{FF2B5EF4-FFF2-40B4-BE49-F238E27FC236}">
                <a16:creationId xmlns:a16="http://schemas.microsoft.com/office/drawing/2014/main" id="{882D62C0-2EC6-C073-8BE9-5E40824BA70F}"/>
              </a:ext>
            </a:extLst>
          </p:cNvPr>
          <p:cNvSpPr>
            <a:spLocks noGrp="1"/>
          </p:cNvSpPr>
          <p:nvPr>
            <p:ph idx="1"/>
          </p:nvPr>
        </p:nvSpPr>
        <p:spPr>
          <a:xfrm>
            <a:off x="1008184" y="1459907"/>
            <a:ext cx="10175630" cy="767904"/>
          </a:xfrm>
        </p:spPr>
        <p:txBody>
          <a:bodyPr vert="horz" lIns="91440" tIns="45720" rIns="91440" bIns="45720" rtlCol="0" anchor="ctr">
            <a:normAutofit/>
          </a:bodyPr>
          <a:lstStyle/>
          <a:p>
            <a:pPr indent="-228600" algn="ctr">
              <a:lnSpc>
                <a:spcPct val="90000"/>
              </a:lnSpc>
              <a:buFont typeface="Arial" panose="020B0604020202020204" pitchFamily="34" charset="0"/>
              <a:buChar char="•"/>
            </a:pPr>
            <a:r>
              <a:rPr lang="en-US">
                <a:latin typeface="+mn-lt"/>
                <a:cs typeface="+mn-cs"/>
                <a:hlinkClick r:id="rId3"/>
              </a:rPr>
              <a:t>https://www.cog-genomics.org/plink/1.9/index</a:t>
            </a:r>
            <a:endParaRPr lang="en-US">
              <a:latin typeface="+mn-lt"/>
              <a:cs typeface="+mn-cs"/>
            </a:endParaRPr>
          </a:p>
          <a:p>
            <a:pPr indent="-228600" algn="ctr">
              <a:lnSpc>
                <a:spcPct val="90000"/>
              </a:lnSpc>
              <a:buFont typeface="Arial" panose="020B0604020202020204" pitchFamily="34" charset="0"/>
              <a:buChar char="•"/>
            </a:pPr>
            <a:r>
              <a:rPr lang="en-US">
                <a:latin typeface="+mn-lt"/>
                <a:cs typeface="+mn-cs"/>
                <a:hlinkClick r:id="rId4"/>
              </a:rPr>
              <a:t>https://www.cog-genomics.org/plink/2.0/index</a:t>
            </a:r>
            <a:r>
              <a:rPr lang="en-US">
                <a:latin typeface="+mn-lt"/>
                <a:cs typeface="+mn-cs"/>
              </a:rPr>
              <a:t>  </a:t>
            </a:r>
          </a:p>
        </p:txBody>
      </p:sp>
      <p:pic>
        <p:nvPicPr>
          <p:cNvPr id="10" name="Content Placeholder 4">
            <a:extLst>
              <a:ext uri="{FF2B5EF4-FFF2-40B4-BE49-F238E27FC236}">
                <a16:creationId xmlns:a16="http://schemas.microsoft.com/office/drawing/2014/main" id="{E04CF883-E35F-49F8-DB2C-173085F6795D}"/>
              </a:ext>
            </a:extLst>
          </p:cNvPr>
          <p:cNvPicPr>
            <a:picLocks noChangeAspect="1"/>
          </p:cNvPicPr>
          <p:nvPr/>
        </p:nvPicPr>
        <p:blipFill>
          <a:blip r:embed="rId5"/>
          <a:stretch>
            <a:fillRect/>
          </a:stretch>
        </p:blipFill>
        <p:spPr>
          <a:xfrm>
            <a:off x="835154" y="2935240"/>
            <a:ext cx="10515595" cy="2839211"/>
          </a:xfrm>
          <a:prstGeom prst="rect">
            <a:avLst/>
          </a:prstGeom>
        </p:spPr>
      </p:pic>
      <p:pic>
        <p:nvPicPr>
          <p:cNvPr id="3" name="Picture 2">
            <a:extLst>
              <a:ext uri="{FF2B5EF4-FFF2-40B4-BE49-F238E27FC236}">
                <a16:creationId xmlns:a16="http://schemas.microsoft.com/office/drawing/2014/main" id="{AB0F0D6C-794B-364F-06F8-43942507C74C}"/>
              </a:ext>
            </a:extLst>
          </p:cNvPr>
          <p:cNvPicPr>
            <a:picLocks noChangeAspect="1"/>
          </p:cNvPicPr>
          <p:nvPr/>
        </p:nvPicPr>
        <p:blipFill>
          <a:blip r:embed="rId6"/>
          <a:stretch>
            <a:fillRect/>
          </a:stretch>
        </p:blipFill>
        <p:spPr>
          <a:xfrm>
            <a:off x="9984105" y="6465570"/>
            <a:ext cx="2114550" cy="361950"/>
          </a:xfrm>
          <a:prstGeom prst="rect">
            <a:avLst/>
          </a:prstGeom>
        </p:spPr>
      </p:pic>
    </p:spTree>
    <p:extLst>
      <p:ext uri="{BB962C8B-B14F-4D97-AF65-F5344CB8AC3E}">
        <p14:creationId xmlns:p14="http://schemas.microsoft.com/office/powerpoint/2010/main" val="22766508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01159-F2C0-4F66-AD6A-02A10AF39643}"/>
              </a:ext>
            </a:extLst>
          </p:cNvPr>
          <p:cNvSpPr>
            <a:spLocks noGrp="1"/>
          </p:cNvSpPr>
          <p:nvPr>
            <p:ph type="title"/>
          </p:nvPr>
        </p:nvSpPr>
        <p:spPr>
          <a:xfrm>
            <a:off x="550862" y="117683"/>
            <a:ext cx="11091600" cy="818964"/>
          </a:xfrm>
        </p:spPr>
        <p:txBody>
          <a:bodyPr/>
          <a:lstStyle/>
          <a:p>
            <a:r>
              <a:rPr lang="en-GB" dirty="0"/>
              <a:t>Why Quality Control?</a:t>
            </a:r>
          </a:p>
        </p:txBody>
      </p:sp>
      <p:pic>
        <p:nvPicPr>
          <p:cNvPr id="11" name="Content Placeholder 10">
            <a:extLst>
              <a:ext uri="{FF2B5EF4-FFF2-40B4-BE49-F238E27FC236}">
                <a16:creationId xmlns:a16="http://schemas.microsoft.com/office/drawing/2014/main" id="{F7A84E07-A884-422A-BD37-5F32DF2B58B3}"/>
              </a:ext>
            </a:extLst>
          </p:cNvPr>
          <p:cNvPicPr>
            <a:picLocks noGrp="1" noChangeAspect="1"/>
          </p:cNvPicPr>
          <p:nvPr>
            <p:ph idx="1"/>
          </p:nvPr>
        </p:nvPicPr>
        <p:blipFill>
          <a:blip r:embed="rId3"/>
          <a:stretch>
            <a:fillRect/>
          </a:stretch>
        </p:blipFill>
        <p:spPr>
          <a:xfrm>
            <a:off x="646264" y="1756302"/>
            <a:ext cx="2808862" cy="1797672"/>
          </a:xfrm>
          <a:prstGeom prst="rect">
            <a:avLst/>
          </a:prstGeom>
        </p:spPr>
      </p:pic>
      <p:sp>
        <p:nvSpPr>
          <p:cNvPr id="12" name="Arrow: Right 11">
            <a:extLst>
              <a:ext uri="{FF2B5EF4-FFF2-40B4-BE49-F238E27FC236}">
                <a16:creationId xmlns:a16="http://schemas.microsoft.com/office/drawing/2014/main" id="{56A152D7-9A7B-4863-A657-7C0CFE0E18CC}"/>
              </a:ext>
            </a:extLst>
          </p:cNvPr>
          <p:cNvSpPr/>
          <p:nvPr/>
        </p:nvSpPr>
        <p:spPr>
          <a:xfrm>
            <a:off x="3657602" y="2472538"/>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4" name="Picture 13">
            <a:extLst>
              <a:ext uri="{FF2B5EF4-FFF2-40B4-BE49-F238E27FC236}">
                <a16:creationId xmlns:a16="http://schemas.microsoft.com/office/drawing/2014/main" id="{6D00C7CB-1676-453B-B4ED-1934F89AAC54}"/>
              </a:ext>
            </a:extLst>
          </p:cNvPr>
          <p:cNvPicPr>
            <a:picLocks noChangeAspect="1"/>
          </p:cNvPicPr>
          <p:nvPr/>
        </p:nvPicPr>
        <p:blipFill>
          <a:blip r:embed="rId4"/>
          <a:stretch>
            <a:fillRect/>
          </a:stretch>
        </p:blipFill>
        <p:spPr>
          <a:xfrm>
            <a:off x="4965298" y="1539635"/>
            <a:ext cx="1676190" cy="2428571"/>
          </a:xfrm>
          <a:prstGeom prst="rect">
            <a:avLst/>
          </a:prstGeom>
        </p:spPr>
      </p:pic>
      <p:sp>
        <p:nvSpPr>
          <p:cNvPr id="15" name="Arrow: Right 14">
            <a:extLst>
              <a:ext uri="{FF2B5EF4-FFF2-40B4-BE49-F238E27FC236}">
                <a16:creationId xmlns:a16="http://schemas.microsoft.com/office/drawing/2014/main" id="{5D163AAD-D58A-4FEA-8D15-949E9E511FA6}"/>
              </a:ext>
            </a:extLst>
          </p:cNvPr>
          <p:cNvSpPr/>
          <p:nvPr/>
        </p:nvSpPr>
        <p:spPr>
          <a:xfrm>
            <a:off x="6999432" y="2511604"/>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26" name="Picture 2" descr="Introduction to Genotyping">
            <a:extLst>
              <a:ext uri="{FF2B5EF4-FFF2-40B4-BE49-F238E27FC236}">
                <a16:creationId xmlns:a16="http://schemas.microsoft.com/office/drawing/2014/main" id="{2704CE71-85D6-492B-B02D-30FCC43C14A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37280" y="1523651"/>
            <a:ext cx="3506420" cy="2262974"/>
          </a:xfrm>
          <a:prstGeom prst="rect">
            <a:avLst/>
          </a:prstGeom>
          <a:noFill/>
          <a:extLst>
            <a:ext uri="{909E8E84-426E-40DD-AFC4-6F175D3DCCD1}">
              <a14:hiddenFill xmlns:a14="http://schemas.microsoft.com/office/drawing/2010/main">
                <a:solidFill>
                  <a:srgbClr val="FFFFFF"/>
                </a:solidFill>
              </a14:hiddenFill>
            </a:ext>
          </a:extLst>
        </p:spPr>
      </p:pic>
      <p:sp>
        <p:nvSpPr>
          <p:cNvPr id="18" name="Oval 17">
            <a:extLst>
              <a:ext uri="{FF2B5EF4-FFF2-40B4-BE49-F238E27FC236}">
                <a16:creationId xmlns:a16="http://schemas.microsoft.com/office/drawing/2014/main" id="{139C6D57-A6D4-460E-B64E-7FE93C4741C4}"/>
              </a:ext>
            </a:extLst>
          </p:cNvPr>
          <p:cNvSpPr/>
          <p:nvPr/>
        </p:nvSpPr>
        <p:spPr>
          <a:xfrm>
            <a:off x="11126423" y="3529293"/>
            <a:ext cx="358444" cy="8593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28" name="Picture 4">
            <a:extLst>
              <a:ext uri="{FF2B5EF4-FFF2-40B4-BE49-F238E27FC236}">
                <a16:creationId xmlns:a16="http://schemas.microsoft.com/office/drawing/2014/main" id="{2795422F-AB88-476C-A3D1-6FC7D196C6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59087" y="4842662"/>
            <a:ext cx="2837506" cy="1912926"/>
          </a:xfrm>
          <a:prstGeom prst="rect">
            <a:avLst/>
          </a:prstGeom>
          <a:noFill/>
          <a:extLst>
            <a:ext uri="{909E8E84-426E-40DD-AFC4-6F175D3DCCD1}">
              <a14:hiddenFill xmlns:a14="http://schemas.microsoft.com/office/drawing/2010/main">
                <a:solidFill>
                  <a:srgbClr val="FFFFFF"/>
                </a:solidFill>
              </a14:hiddenFill>
            </a:ext>
          </a:extLst>
        </p:spPr>
      </p:pic>
      <p:sp>
        <p:nvSpPr>
          <p:cNvPr id="21" name="Arrow: Right 20">
            <a:extLst>
              <a:ext uri="{FF2B5EF4-FFF2-40B4-BE49-F238E27FC236}">
                <a16:creationId xmlns:a16="http://schemas.microsoft.com/office/drawing/2014/main" id="{34F90E65-CCCC-457F-A7E8-DED07F6EA19B}"/>
              </a:ext>
            </a:extLst>
          </p:cNvPr>
          <p:cNvSpPr/>
          <p:nvPr/>
        </p:nvSpPr>
        <p:spPr>
          <a:xfrm rot="8461266">
            <a:off x="8907389" y="4072328"/>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Arrow: Right 21">
            <a:extLst>
              <a:ext uri="{FF2B5EF4-FFF2-40B4-BE49-F238E27FC236}">
                <a16:creationId xmlns:a16="http://schemas.microsoft.com/office/drawing/2014/main" id="{4668FD55-9744-454D-86B7-B2D4E4407A79}"/>
              </a:ext>
            </a:extLst>
          </p:cNvPr>
          <p:cNvSpPr/>
          <p:nvPr/>
        </p:nvSpPr>
        <p:spPr>
          <a:xfrm rot="10800000">
            <a:off x="4939251" y="5673137"/>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0" name="Picture 19">
            <a:extLst>
              <a:ext uri="{FF2B5EF4-FFF2-40B4-BE49-F238E27FC236}">
                <a16:creationId xmlns:a16="http://schemas.microsoft.com/office/drawing/2014/main" id="{7C18F594-8145-4A83-BEAD-D9F377D2ABB2}"/>
              </a:ext>
            </a:extLst>
          </p:cNvPr>
          <p:cNvPicPr>
            <a:picLocks noChangeAspect="1"/>
          </p:cNvPicPr>
          <p:nvPr/>
        </p:nvPicPr>
        <p:blipFill>
          <a:blip r:embed="rId7"/>
          <a:stretch>
            <a:fillRect/>
          </a:stretch>
        </p:blipFill>
        <p:spPr>
          <a:xfrm>
            <a:off x="2050695" y="4869274"/>
            <a:ext cx="2676190" cy="1723810"/>
          </a:xfrm>
          <a:prstGeom prst="rect">
            <a:avLst/>
          </a:prstGeom>
        </p:spPr>
      </p:pic>
      <p:pic>
        <p:nvPicPr>
          <p:cNvPr id="3" name="Picture 2">
            <a:extLst>
              <a:ext uri="{FF2B5EF4-FFF2-40B4-BE49-F238E27FC236}">
                <a16:creationId xmlns:a16="http://schemas.microsoft.com/office/drawing/2014/main" id="{B97B8358-8E35-F46D-3602-1209B3639AA6}"/>
              </a:ext>
            </a:extLst>
          </p:cNvPr>
          <p:cNvPicPr>
            <a:picLocks noChangeAspect="1"/>
          </p:cNvPicPr>
          <p:nvPr/>
        </p:nvPicPr>
        <p:blipFill>
          <a:blip r:embed="rId8"/>
          <a:stretch>
            <a:fillRect/>
          </a:stretch>
        </p:blipFill>
        <p:spPr>
          <a:xfrm>
            <a:off x="9984105" y="6465570"/>
            <a:ext cx="2114550" cy="361950"/>
          </a:xfrm>
          <a:prstGeom prst="rect">
            <a:avLst/>
          </a:prstGeom>
        </p:spPr>
      </p:pic>
      <p:pic>
        <p:nvPicPr>
          <p:cNvPr id="4" name="Picture 3">
            <a:extLst>
              <a:ext uri="{FF2B5EF4-FFF2-40B4-BE49-F238E27FC236}">
                <a16:creationId xmlns:a16="http://schemas.microsoft.com/office/drawing/2014/main" id="{042AB640-384F-82AA-4396-BCEE2DB2C4D0}"/>
              </a:ext>
            </a:extLst>
          </p:cNvPr>
          <p:cNvPicPr>
            <a:picLocks noChangeAspect="1"/>
          </p:cNvPicPr>
          <p:nvPr/>
        </p:nvPicPr>
        <p:blipFill>
          <a:blip r:embed="rId9"/>
          <a:stretch>
            <a:fillRect/>
          </a:stretch>
        </p:blipFill>
        <p:spPr>
          <a:xfrm>
            <a:off x="9085478" y="4995560"/>
            <a:ext cx="3054465" cy="1405240"/>
          </a:xfrm>
          <a:prstGeom prst="rect">
            <a:avLst/>
          </a:prstGeom>
        </p:spPr>
      </p:pic>
    </p:spTree>
    <p:extLst>
      <p:ext uri="{BB962C8B-B14F-4D97-AF65-F5344CB8AC3E}">
        <p14:creationId xmlns:p14="http://schemas.microsoft.com/office/powerpoint/2010/main" val="31679159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5D74D-10C2-4386-B50A-C993B3BC5A54}"/>
              </a:ext>
            </a:extLst>
          </p:cNvPr>
          <p:cNvSpPr>
            <a:spLocks noGrp="1"/>
          </p:cNvSpPr>
          <p:nvPr>
            <p:ph type="title"/>
          </p:nvPr>
        </p:nvSpPr>
        <p:spPr/>
        <p:txBody>
          <a:bodyPr/>
          <a:lstStyle/>
          <a:p>
            <a:r>
              <a:rPr lang="en-GB" dirty="0"/>
              <a:t>Why Quality Control?</a:t>
            </a:r>
          </a:p>
        </p:txBody>
      </p:sp>
      <p:sp>
        <p:nvSpPr>
          <p:cNvPr id="3" name="Content Placeholder 2">
            <a:extLst>
              <a:ext uri="{FF2B5EF4-FFF2-40B4-BE49-F238E27FC236}">
                <a16:creationId xmlns:a16="http://schemas.microsoft.com/office/drawing/2014/main" id="{2AFB3891-0955-42E1-A1CF-81DB907F96B2}"/>
              </a:ext>
            </a:extLst>
          </p:cNvPr>
          <p:cNvSpPr>
            <a:spLocks noGrp="1"/>
          </p:cNvSpPr>
          <p:nvPr>
            <p:ph idx="1"/>
          </p:nvPr>
        </p:nvSpPr>
        <p:spPr>
          <a:xfrm>
            <a:off x="550863" y="1374365"/>
            <a:ext cx="11090274" cy="644631"/>
          </a:xfrm>
        </p:spPr>
        <p:txBody>
          <a:bodyPr/>
          <a:lstStyle/>
          <a:p>
            <a:r>
              <a:rPr lang="en-GB" dirty="0"/>
              <a:t>The QC protocol of a GWAS is usually split into two broad categories.</a:t>
            </a:r>
          </a:p>
        </p:txBody>
      </p:sp>
      <p:sp>
        <p:nvSpPr>
          <p:cNvPr id="5" name="TextBox 4">
            <a:extLst>
              <a:ext uri="{FF2B5EF4-FFF2-40B4-BE49-F238E27FC236}">
                <a16:creationId xmlns:a16="http://schemas.microsoft.com/office/drawing/2014/main" id="{16C161DD-0FED-4FF9-BCA9-7D4432998519}"/>
              </a:ext>
            </a:extLst>
          </p:cNvPr>
          <p:cNvSpPr txBox="1"/>
          <p:nvPr/>
        </p:nvSpPr>
        <p:spPr>
          <a:xfrm>
            <a:off x="1931212" y="2136200"/>
            <a:ext cx="3343048" cy="707886"/>
          </a:xfrm>
          <a:prstGeom prst="rect">
            <a:avLst/>
          </a:prstGeom>
          <a:solidFill>
            <a:srgbClr val="FFC000"/>
          </a:solidFill>
        </p:spPr>
        <p:txBody>
          <a:bodyPr wrap="square" rtlCol="0">
            <a:spAutoFit/>
          </a:bodyPr>
          <a:lstStyle/>
          <a:p>
            <a:r>
              <a:rPr lang="en-GB" sz="4000" dirty="0"/>
              <a:t>“Sample QC”</a:t>
            </a:r>
          </a:p>
        </p:txBody>
      </p:sp>
      <p:sp>
        <p:nvSpPr>
          <p:cNvPr id="6" name="TextBox 5">
            <a:extLst>
              <a:ext uri="{FF2B5EF4-FFF2-40B4-BE49-F238E27FC236}">
                <a16:creationId xmlns:a16="http://schemas.microsoft.com/office/drawing/2014/main" id="{206B08C0-4625-49CF-8316-41A2FA2449B3}"/>
              </a:ext>
            </a:extLst>
          </p:cNvPr>
          <p:cNvSpPr txBox="1"/>
          <p:nvPr/>
        </p:nvSpPr>
        <p:spPr>
          <a:xfrm>
            <a:off x="7847454" y="2135717"/>
            <a:ext cx="2895344" cy="707886"/>
          </a:xfrm>
          <a:prstGeom prst="rect">
            <a:avLst/>
          </a:prstGeom>
          <a:solidFill>
            <a:srgbClr val="00B050"/>
          </a:solidFill>
        </p:spPr>
        <p:txBody>
          <a:bodyPr wrap="none" rtlCol="0">
            <a:spAutoFit/>
          </a:bodyPr>
          <a:lstStyle/>
          <a:p>
            <a:r>
              <a:rPr lang="en-GB" sz="4000" dirty="0"/>
              <a:t>“Variant QC”</a:t>
            </a:r>
          </a:p>
        </p:txBody>
      </p:sp>
      <p:pic>
        <p:nvPicPr>
          <p:cNvPr id="8" name="Picture 7">
            <a:extLst>
              <a:ext uri="{FF2B5EF4-FFF2-40B4-BE49-F238E27FC236}">
                <a16:creationId xmlns:a16="http://schemas.microsoft.com/office/drawing/2014/main" id="{B409836C-F177-4671-BF60-E9A61063A23A}"/>
              </a:ext>
            </a:extLst>
          </p:cNvPr>
          <p:cNvPicPr>
            <a:picLocks noChangeAspect="1"/>
          </p:cNvPicPr>
          <p:nvPr/>
        </p:nvPicPr>
        <p:blipFill>
          <a:blip r:embed="rId2"/>
          <a:stretch>
            <a:fillRect/>
          </a:stretch>
        </p:blipFill>
        <p:spPr>
          <a:xfrm>
            <a:off x="634707" y="2960324"/>
            <a:ext cx="5449208" cy="3692470"/>
          </a:xfrm>
          <a:prstGeom prst="rect">
            <a:avLst/>
          </a:prstGeom>
        </p:spPr>
      </p:pic>
      <p:sp>
        <p:nvSpPr>
          <p:cNvPr id="9" name="TextBox 8">
            <a:extLst>
              <a:ext uri="{FF2B5EF4-FFF2-40B4-BE49-F238E27FC236}">
                <a16:creationId xmlns:a16="http://schemas.microsoft.com/office/drawing/2014/main" id="{0F7285FB-E786-4F47-B237-C864B14FE441}"/>
              </a:ext>
            </a:extLst>
          </p:cNvPr>
          <p:cNvSpPr txBox="1"/>
          <p:nvPr/>
        </p:nvSpPr>
        <p:spPr>
          <a:xfrm>
            <a:off x="7035466" y="2960324"/>
            <a:ext cx="4866363" cy="3416320"/>
          </a:xfrm>
          <a:prstGeom prst="rect">
            <a:avLst/>
          </a:prstGeom>
          <a:noFill/>
        </p:spPr>
        <p:txBody>
          <a:bodyPr wrap="square" rtlCol="0">
            <a:spAutoFit/>
          </a:bodyPr>
          <a:lstStyle/>
          <a:p>
            <a:pPr marL="342900" indent="-342900">
              <a:buAutoNum type="arabicPeriod"/>
            </a:pPr>
            <a:r>
              <a:rPr lang="en-GB" b="0" i="0" dirty="0">
                <a:effectLst/>
                <a:latin typeface="Courier New" panose="02070309020205020404" pitchFamily="49" charset="0"/>
              </a:rPr>
              <a:t>Identification of variants with an </a:t>
            </a:r>
            <a:r>
              <a:rPr lang="en-GB" b="1" u="sng" dirty="0">
                <a:effectLst/>
                <a:latin typeface="Courier New" panose="02070309020205020404" pitchFamily="49" charset="0"/>
              </a:rPr>
              <a:t>excessive missing genotype</a:t>
            </a:r>
          </a:p>
          <a:p>
            <a:pPr marL="342900" indent="-342900">
              <a:buAutoNum type="arabicPeriod"/>
            </a:pPr>
            <a:r>
              <a:rPr lang="en-GB" b="0" i="0" dirty="0">
                <a:effectLst/>
                <a:latin typeface="Courier New" panose="02070309020205020404" pitchFamily="49" charset="0"/>
              </a:rPr>
              <a:t>Identification of variants demonstrating a significant deviation from </a:t>
            </a:r>
            <a:r>
              <a:rPr lang="en-GB" b="1" i="0" u="sng" dirty="0">
                <a:effectLst/>
                <a:latin typeface="Courier New" panose="02070309020205020404" pitchFamily="49" charset="0"/>
              </a:rPr>
              <a:t>Hardy-Weinberg equilibrium (HWE)</a:t>
            </a:r>
            <a:r>
              <a:rPr lang="en-GB" b="0" i="0" dirty="0">
                <a:effectLst/>
                <a:latin typeface="Courier New" panose="02070309020205020404" pitchFamily="49" charset="0"/>
              </a:rPr>
              <a:t> </a:t>
            </a:r>
          </a:p>
          <a:p>
            <a:pPr marL="342900" indent="-342900">
              <a:buAutoNum type="arabicPeriod"/>
            </a:pPr>
            <a:r>
              <a:rPr lang="en-GB" b="0" i="0" dirty="0">
                <a:effectLst/>
                <a:latin typeface="Courier New" panose="02070309020205020404" pitchFamily="49" charset="0"/>
              </a:rPr>
              <a:t>Removal of all makers with a </a:t>
            </a:r>
            <a:r>
              <a:rPr lang="en-GB" b="1" i="0" u="sng" dirty="0">
                <a:effectLst/>
                <a:latin typeface="Courier New" panose="02070309020205020404" pitchFamily="49" charset="0"/>
              </a:rPr>
              <a:t>very low minor allele frequency</a:t>
            </a:r>
          </a:p>
          <a:p>
            <a:pPr marL="342900" indent="-342900">
              <a:buAutoNum type="arabicPeriod"/>
            </a:pPr>
            <a:r>
              <a:rPr lang="en-GB" b="0" i="0" dirty="0">
                <a:effectLst/>
                <a:latin typeface="Courier New" panose="02070309020205020404" pitchFamily="49" charset="0"/>
              </a:rPr>
              <a:t>Removal of all makers with </a:t>
            </a:r>
            <a:r>
              <a:rPr lang="en-GB" b="1" i="0" u="sng" dirty="0">
                <a:effectLst/>
                <a:latin typeface="Courier New" panose="02070309020205020404" pitchFamily="49" charset="0"/>
              </a:rPr>
              <a:t>cluster separation score &lt;0.4</a:t>
            </a:r>
          </a:p>
          <a:p>
            <a:pPr marL="342900" indent="-342900">
              <a:buAutoNum type="arabicPeriod"/>
            </a:pPr>
            <a:r>
              <a:rPr lang="en-GB" b="1" i="0" u="sng" dirty="0">
                <a:effectLst/>
                <a:latin typeface="Courier New" panose="02070309020205020404" pitchFamily="49" charset="0"/>
              </a:rPr>
              <a:t>Differential missingness</a:t>
            </a:r>
            <a:r>
              <a:rPr lang="en-GB" i="0" dirty="0">
                <a:effectLst/>
                <a:latin typeface="Courier New" panose="02070309020205020404" pitchFamily="49" charset="0"/>
              </a:rPr>
              <a:t> (case/control studies)</a:t>
            </a:r>
          </a:p>
        </p:txBody>
      </p:sp>
      <p:pic>
        <p:nvPicPr>
          <p:cNvPr id="4" name="Picture 3">
            <a:extLst>
              <a:ext uri="{FF2B5EF4-FFF2-40B4-BE49-F238E27FC236}">
                <a16:creationId xmlns:a16="http://schemas.microsoft.com/office/drawing/2014/main" id="{5BABD46B-0AF5-12FD-DCF2-A1E4C1DEBF41}"/>
              </a:ext>
            </a:extLst>
          </p:cNvPr>
          <p:cNvPicPr>
            <a:picLocks noChangeAspect="1"/>
          </p:cNvPicPr>
          <p:nvPr/>
        </p:nvPicPr>
        <p:blipFill>
          <a:blip r:embed="rId3"/>
          <a:stretch>
            <a:fillRect/>
          </a:stretch>
        </p:blipFill>
        <p:spPr>
          <a:xfrm>
            <a:off x="9984105" y="6465570"/>
            <a:ext cx="2114550" cy="361950"/>
          </a:xfrm>
          <a:prstGeom prst="rect">
            <a:avLst/>
          </a:prstGeom>
        </p:spPr>
      </p:pic>
    </p:spTree>
    <p:extLst>
      <p:ext uri="{BB962C8B-B14F-4D97-AF65-F5344CB8AC3E}">
        <p14:creationId xmlns:p14="http://schemas.microsoft.com/office/powerpoint/2010/main" val="9589566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0919E-3CFE-4E26-9FE3-71BA09DEE548}"/>
              </a:ext>
            </a:extLst>
          </p:cNvPr>
          <p:cNvSpPr>
            <a:spLocks noGrp="1"/>
          </p:cNvSpPr>
          <p:nvPr>
            <p:ph type="title"/>
          </p:nvPr>
        </p:nvSpPr>
        <p:spPr/>
        <p:txBody>
          <a:bodyPr>
            <a:normAutofit fontScale="90000"/>
          </a:bodyPr>
          <a:lstStyle/>
          <a:p>
            <a:r>
              <a:rPr lang="en-GB" dirty="0"/>
              <a:t> (A generalized) Quality Control process</a:t>
            </a:r>
          </a:p>
        </p:txBody>
      </p:sp>
      <p:sp>
        <p:nvSpPr>
          <p:cNvPr id="3" name="Content Placeholder 2">
            <a:extLst>
              <a:ext uri="{FF2B5EF4-FFF2-40B4-BE49-F238E27FC236}">
                <a16:creationId xmlns:a16="http://schemas.microsoft.com/office/drawing/2014/main" id="{E4673AFD-54BD-43CC-BE44-0CDF9C03E05B}"/>
              </a:ext>
            </a:extLst>
          </p:cNvPr>
          <p:cNvSpPr>
            <a:spLocks noGrp="1"/>
          </p:cNvSpPr>
          <p:nvPr>
            <p:ph idx="1"/>
          </p:nvPr>
        </p:nvSpPr>
        <p:spPr>
          <a:xfrm>
            <a:off x="550863" y="1359669"/>
            <a:ext cx="6113284" cy="5443468"/>
          </a:xfrm>
        </p:spPr>
        <p:txBody>
          <a:bodyPr>
            <a:normAutofit/>
          </a:bodyPr>
          <a:lstStyle/>
          <a:p>
            <a:r>
              <a:rPr lang="en-GB" sz="2800" b="1" u="sng" dirty="0"/>
              <a:t>Missingness</a:t>
            </a:r>
          </a:p>
          <a:p>
            <a:pPr marL="457200" indent="-457200">
              <a:buFont typeface="+mj-lt"/>
              <a:buAutoNum type="arabicPeriod"/>
            </a:pPr>
            <a:r>
              <a:rPr lang="en-GB" dirty="0"/>
              <a:t>Per sample missingness</a:t>
            </a:r>
          </a:p>
          <a:p>
            <a:pPr>
              <a:buFont typeface="Wingdings" panose="05000000000000000000" pitchFamily="2" charset="2"/>
              <a:buChar char="Ø"/>
            </a:pPr>
            <a:r>
              <a:rPr lang="en-GB" dirty="0"/>
              <a:t> % missing for a sample across your variants</a:t>
            </a:r>
          </a:p>
          <a:p>
            <a:pPr marL="457200" indent="-457200">
              <a:buAutoNum type="arabicPeriod" startAt="2"/>
            </a:pPr>
            <a:r>
              <a:rPr lang="en-GB" dirty="0"/>
              <a:t>Per SNP missingness</a:t>
            </a:r>
          </a:p>
          <a:p>
            <a:pPr>
              <a:buFont typeface="Wingdings" panose="05000000000000000000" pitchFamily="2" charset="2"/>
              <a:buChar char="Ø"/>
            </a:pPr>
            <a:r>
              <a:rPr lang="en-GB" dirty="0"/>
              <a:t> % missing for a particular variant among your samples</a:t>
            </a:r>
          </a:p>
          <a:p>
            <a:pPr>
              <a:buFont typeface="Wingdings" panose="05000000000000000000" pitchFamily="2" charset="2"/>
              <a:buChar char="Ø"/>
            </a:pPr>
            <a:endParaRPr lang="en-GB" dirty="0"/>
          </a:p>
          <a:p>
            <a:pPr>
              <a:buFont typeface="Wingdings" panose="05000000000000000000" pitchFamily="2" charset="2"/>
              <a:buChar char="Ø"/>
            </a:pPr>
            <a:endParaRPr lang="en-GB" dirty="0"/>
          </a:p>
          <a:p>
            <a:pPr>
              <a:buFont typeface="Wingdings" panose="05000000000000000000" pitchFamily="2" charset="2"/>
              <a:buChar char="Ø"/>
            </a:pPr>
            <a:r>
              <a:rPr lang="en-GB" dirty="0"/>
              <a:t>Low genotyping call rate indicates issues with sample DNA (</a:t>
            </a:r>
            <a:r>
              <a:rPr lang="en-GB" dirty="0" err="1"/>
              <a:t>eg</a:t>
            </a:r>
            <a:r>
              <a:rPr lang="en-GB" dirty="0"/>
              <a:t> low concentration).</a:t>
            </a:r>
          </a:p>
        </p:txBody>
      </p:sp>
      <p:pic>
        <p:nvPicPr>
          <p:cNvPr id="4" name="Picture 3">
            <a:extLst>
              <a:ext uri="{FF2B5EF4-FFF2-40B4-BE49-F238E27FC236}">
                <a16:creationId xmlns:a16="http://schemas.microsoft.com/office/drawing/2014/main" id="{56D821C8-1161-4603-B4B0-20D653BE8056}"/>
              </a:ext>
            </a:extLst>
          </p:cNvPr>
          <p:cNvPicPr>
            <a:picLocks noChangeAspect="1"/>
          </p:cNvPicPr>
          <p:nvPr/>
        </p:nvPicPr>
        <p:blipFill>
          <a:blip r:embed="rId3"/>
          <a:stretch>
            <a:fillRect/>
          </a:stretch>
        </p:blipFill>
        <p:spPr>
          <a:xfrm>
            <a:off x="7215010" y="1939479"/>
            <a:ext cx="4808524" cy="3700539"/>
          </a:xfrm>
          <a:prstGeom prst="rect">
            <a:avLst/>
          </a:prstGeom>
        </p:spPr>
      </p:pic>
      <p:pic>
        <p:nvPicPr>
          <p:cNvPr id="8" name="Picture 7">
            <a:extLst>
              <a:ext uri="{FF2B5EF4-FFF2-40B4-BE49-F238E27FC236}">
                <a16:creationId xmlns:a16="http://schemas.microsoft.com/office/drawing/2014/main" id="{1BA892A5-DE5C-45D8-A61C-6A0BC1FDD58B}"/>
              </a:ext>
            </a:extLst>
          </p:cNvPr>
          <p:cNvPicPr>
            <a:picLocks noChangeAspect="1"/>
          </p:cNvPicPr>
          <p:nvPr/>
        </p:nvPicPr>
        <p:blipFill>
          <a:blip r:embed="rId4"/>
          <a:stretch>
            <a:fillRect/>
          </a:stretch>
        </p:blipFill>
        <p:spPr>
          <a:xfrm>
            <a:off x="0" y="4297775"/>
            <a:ext cx="7161580" cy="749101"/>
          </a:xfrm>
          <a:prstGeom prst="rect">
            <a:avLst/>
          </a:prstGeom>
        </p:spPr>
      </p:pic>
      <p:pic>
        <p:nvPicPr>
          <p:cNvPr id="5" name="Picture 4">
            <a:extLst>
              <a:ext uri="{FF2B5EF4-FFF2-40B4-BE49-F238E27FC236}">
                <a16:creationId xmlns:a16="http://schemas.microsoft.com/office/drawing/2014/main" id="{7E769275-60AD-52D6-EBCB-97F48113830C}"/>
              </a:ext>
            </a:extLst>
          </p:cNvPr>
          <p:cNvPicPr>
            <a:picLocks noChangeAspect="1"/>
          </p:cNvPicPr>
          <p:nvPr/>
        </p:nvPicPr>
        <p:blipFill>
          <a:blip r:embed="rId5"/>
          <a:stretch>
            <a:fillRect/>
          </a:stretch>
        </p:blipFill>
        <p:spPr>
          <a:xfrm>
            <a:off x="9984105" y="6465570"/>
            <a:ext cx="2114550" cy="361950"/>
          </a:xfrm>
          <a:prstGeom prst="rect">
            <a:avLst/>
          </a:prstGeom>
        </p:spPr>
      </p:pic>
    </p:spTree>
    <p:extLst>
      <p:ext uri="{BB962C8B-B14F-4D97-AF65-F5344CB8AC3E}">
        <p14:creationId xmlns:p14="http://schemas.microsoft.com/office/powerpoint/2010/main" val="38645296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0919E-3CFE-4E26-9FE3-71BA09DEE548}"/>
              </a:ext>
            </a:extLst>
          </p:cNvPr>
          <p:cNvSpPr>
            <a:spLocks noGrp="1"/>
          </p:cNvSpPr>
          <p:nvPr>
            <p:ph type="title"/>
          </p:nvPr>
        </p:nvSpPr>
        <p:spPr/>
        <p:txBody>
          <a:bodyPr>
            <a:normAutofit fontScale="90000"/>
          </a:bodyPr>
          <a:lstStyle/>
          <a:p>
            <a:r>
              <a:rPr lang="en-GB" dirty="0"/>
              <a:t> (A generalized) Quality Control process</a:t>
            </a:r>
          </a:p>
        </p:txBody>
      </p:sp>
      <p:sp>
        <p:nvSpPr>
          <p:cNvPr id="3" name="Content Placeholder 2">
            <a:extLst>
              <a:ext uri="{FF2B5EF4-FFF2-40B4-BE49-F238E27FC236}">
                <a16:creationId xmlns:a16="http://schemas.microsoft.com/office/drawing/2014/main" id="{E4673AFD-54BD-43CC-BE44-0CDF9C03E05B}"/>
              </a:ext>
            </a:extLst>
          </p:cNvPr>
          <p:cNvSpPr>
            <a:spLocks noGrp="1"/>
          </p:cNvSpPr>
          <p:nvPr>
            <p:ph idx="1"/>
          </p:nvPr>
        </p:nvSpPr>
        <p:spPr>
          <a:xfrm>
            <a:off x="550863" y="1359669"/>
            <a:ext cx="6113284" cy="5443468"/>
          </a:xfrm>
        </p:spPr>
        <p:txBody>
          <a:bodyPr>
            <a:normAutofit/>
          </a:bodyPr>
          <a:lstStyle/>
          <a:p>
            <a:r>
              <a:rPr lang="en-GB" sz="2800" b="1" u="sng" dirty="0"/>
              <a:t>Discordant Sex Check</a:t>
            </a:r>
          </a:p>
          <a:p>
            <a:pPr>
              <a:buFont typeface="Wingdings" panose="05000000000000000000" pitchFamily="2" charset="2"/>
              <a:buChar char="Ø"/>
            </a:pPr>
            <a:r>
              <a:rPr lang="en-GB" dirty="0"/>
              <a:t> Men have only one copy of the X chromosome</a:t>
            </a:r>
          </a:p>
          <a:p>
            <a:pPr lvl="1">
              <a:buFont typeface="Wingdings" panose="05000000000000000000" pitchFamily="2" charset="2"/>
              <a:buChar char="Ø"/>
            </a:pPr>
            <a:r>
              <a:rPr lang="en-GB" dirty="0"/>
              <a:t>All X chromosome data is expected to be homozygous.</a:t>
            </a:r>
          </a:p>
          <a:p>
            <a:pPr lvl="2">
              <a:buFont typeface="Wingdings" panose="05000000000000000000" pitchFamily="2" charset="2"/>
              <a:buChar char="Ø"/>
            </a:pPr>
            <a:endParaRPr lang="en-GB" dirty="0"/>
          </a:p>
          <a:p>
            <a:pPr lvl="2">
              <a:buFont typeface="Wingdings" panose="05000000000000000000" pitchFamily="2" charset="2"/>
              <a:buChar char="Ø"/>
            </a:pPr>
            <a:endParaRPr lang="en-GB" dirty="0"/>
          </a:p>
          <a:p>
            <a:pPr lvl="2">
              <a:buFont typeface="Wingdings" panose="05000000000000000000" pitchFamily="2" charset="2"/>
              <a:buChar char="Ø"/>
            </a:pPr>
            <a:r>
              <a:rPr lang="en-GB" dirty="0"/>
              <a:t>X chromosome homozygosity estimate for males (F statistic or inbreeding coefficient) is 1.</a:t>
            </a:r>
          </a:p>
          <a:p>
            <a:pPr lvl="2">
              <a:buFont typeface="Wingdings" panose="05000000000000000000" pitchFamily="2" charset="2"/>
              <a:buChar char="Ø"/>
            </a:pPr>
            <a:r>
              <a:rPr lang="en-GB" dirty="0"/>
              <a:t>In Plink</a:t>
            </a:r>
          </a:p>
          <a:p>
            <a:pPr lvl="2">
              <a:buFont typeface="Wingdings" panose="05000000000000000000" pitchFamily="2" charset="2"/>
              <a:buChar char="Ø"/>
            </a:pPr>
            <a:endParaRPr lang="en-GB" dirty="0"/>
          </a:p>
          <a:p>
            <a:pPr lvl="2">
              <a:buFont typeface="Wingdings" panose="05000000000000000000" pitchFamily="2" charset="2"/>
              <a:buChar char="Ø"/>
            </a:pPr>
            <a:endParaRPr lang="en-GB" dirty="0"/>
          </a:p>
          <a:p>
            <a:pPr lvl="2">
              <a:buFont typeface="Wingdings" panose="05000000000000000000" pitchFamily="2" charset="2"/>
              <a:buChar char="Ø"/>
            </a:pPr>
            <a:r>
              <a:rPr lang="en-GB" dirty="0"/>
              <a:t>Male (1) : XHE &gt;0.80</a:t>
            </a:r>
          </a:p>
          <a:p>
            <a:pPr lvl="2">
              <a:buFont typeface="Wingdings" panose="05000000000000000000" pitchFamily="2" charset="2"/>
              <a:buChar char="Ø"/>
            </a:pPr>
            <a:r>
              <a:rPr lang="en-GB" dirty="0"/>
              <a:t>Female (2) : XHE &lt;0.20</a:t>
            </a:r>
          </a:p>
          <a:p>
            <a:pPr lvl="2">
              <a:buFont typeface="Wingdings" panose="05000000000000000000" pitchFamily="2" charset="2"/>
              <a:buChar char="Ø"/>
            </a:pPr>
            <a:r>
              <a:rPr lang="en-GB"/>
              <a:t>No </a:t>
            </a:r>
            <a:r>
              <a:rPr lang="en-GB" dirty="0"/>
              <a:t>sex (0) : 0.20 &lt;XHE &lt;0.80</a:t>
            </a:r>
          </a:p>
          <a:p>
            <a:pPr lvl="2">
              <a:buFont typeface="Wingdings" panose="05000000000000000000" pitchFamily="2" charset="2"/>
              <a:buChar char="Ø"/>
            </a:pPr>
            <a:endParaRPr lang="en-GB" dirty="0"/>
          </a:p>
        </p:txBody>
      </p:sp>
      <p:pic>
        <p:nvPicPr>
          <p:cNvPr id="5" name="Picture 4">
            <a:extLst>
              <a:ext uri="{FF2B5EF4-FFF2-40B4-BE49-F238E27FC236}">
                <a16:creationId xmlns:a16="http://schemas.microsoft.com/office/drawing/2014/main" id="{39515F85-CA15-4518-8B0A-5CD1F92BB5B8}"/>
              </a:ext>
            </a:extLst>
          </p:cNvPr>
          <p:cNvPicPr>
            <a:picLocks noChangeAspect="1"/>
          </p:cNvPicPr>
          <p:nvPr/>
        </p:nvPicPr>
        <p:blipFill>
          <a:blip r:embed="rId3"/>
          <a:stretch>
            <a:fillRect/>
          </a:stretch>
        </p:blipFill>
        <p:spPr>
          <a:xfrm>
            <a:off x="6749488" y="1359668"/>
            <a:ext cx="5276698" cy="5252602"/>
          </a:xfrm>
          <a:prstGeom prst="rect">
            <a:avLst/>
          </a:prstGeom>
        </p:spPr>
      </p:pic>
      <p:pic>
        <p:nvPicPr>
          <p:cNvPr id="7" name="Picture 6">
            <a:extLst>
              <a:ext uri="{FF2B5EF4-FFF2-40B4-BE49-F238E27FC236}">
                <a16:creationId xmlns:a16="http://schemas.microsoft.com/office/drawing/2014/main" id="{D43DEFD6-DA34-4D0F-82EC-5EF40EC3864C}"/>
              </a:ext>
            </a:extLst>
          </p:cNvPr>
          <p:cNvPicPr>
            <a:picLocks noChangeAspect="1"/>
          </p:cNvPicPr>
          <p:nvPr/>
        </p:nvPicPr>
        <p:blipFill>
          <a:blip r:embed="rId4"/>
          <a:stretch>
            <a:fillRect/>
          </a:stretch>
        </p:blipFill>
        <p:spPr>
          <a:xfrm>
            <a:off x="1283710" y="2991029"/>
            <a:ext cx="4647590" cy="629186"/>
          </a:xfrm>
          <a:prstGeom prst="rect">
            <a:avLst/>
          </a:prstGeom>
        </p:spPr>
      </p:pic>
      <p:pic>
        <p:nvPicPr>
          <p:cNvPr id="9" name="Picture 8">
            <a:extLst>
              <a:ext uri="{FF2B5EF4-FFF2-40B4-BE49-F238E27FC236}">
                <a16:creationId xmlns:a16="http://schemas.microsoft.com/office/drawing/2014/main" id="{06589A7F-B286-4818-A14D-AAADA8953441}"/>
              </a:ext>
            </a:extLst>
          </p:cNvPr>
          <p:cNvPicPr>
            <a:picLocks noChangeAspect="1"/>
          </p:cNvPicPr>
          <p:nvPr/>
        </p:nvPicPr>
        <p:blipFill>
          <a:blip r:embed="rId5"/>
          <a:stretch>
            <a:fillRect/>
          </a:stretch>
        </p:blipFill>
        <p:spPr>
          <a:xfrm>
            <a:off x="979969" y="4628123"/>
            <a:ext cx="5515928" cy="339152"/>
          </a:xfrm>
          <a:prstGeom prst="rect">
            <a:avLst/>
          </a:prstGeom>
        </p:spPr>
      </p:pic>
      <p:pic>
        <p:nvPicPr>
          <p:cNvPr id="4" name="Picture 3">
            <a:extLst>
              <a:ext uri="{FF2B5EF4-FFF2-40B4-BE49-F238E27FC236}">
                <a16:creationId xmlns:a16="http://schemas.microsoft.com/office/drawing/2014/main" id="{1D80AED0-88FC-02EB-0851-734B1589201B}"/>
              </a:ext>
            </a:extLst>
          </p:cNvPr>
          <p:cNvPicPr>
            <a:picLocks noChangeAspect="1"/>
          </p:cNvPicPr>
          <p:nvPr/>
        </p:nvPicPr>
        <p:blipFill>
          <a:blip r:embed="rId6"/>
          <a:stretch>
            <a:fillRect/>
          </a:stretch>
        </p:blipFill>
        <p:spPr>
          <a:xfrm>
            <a:off x="9984105" y="6465570"/>
            <a:ext cx="2114550" cy="361950"/>
          </a:xfrm>
          <a:prstGeom prst="rect">
            <a:avLst/>
          </a:prstGeom>
        </p:spPr>
      </p:pic>
    </p:spTree>
    <p:extLst>
      <p:ext uri="{BB962C8B-B14F-4D97-AF65-F5344CB8AC3E}">
        <p14:creationId xmlns:p14="http://schemas.microsoft.com/office/powerpoint/2010/main" val="13557481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0919E-3CFE-4E26-9FE3-71BA09DEE548}"/>
              </a:ext>
            </a:extLst>
          </p:cNvPr>
          <p:cNvSpPr>
            <a:spLocks noGrp="1"/>
          </p:cNvSpPr>
          <p:nvPr>
            <p:ph type="title"/>
          </p:nvPr>
        </p:nvSpPr>
        <p:spPr/>
        <p:txBody>
          <a:bodyPr>
            <a:normAutofit fontScale="90000"/>
          </a:bodyPr>
          <a:lstStyle/>
          <a:p>
            <a:r>
              <a:rPr lang="en-GB" dirty="0"/>
              <a:t> (A generalized) Quality Control process</a:t>
            </a:r>
          </a:p>
        </p:txBody>
      </p:sp>
      <p:sp>
        <p:nvSpPr>
          <p:cNvPr id="3" name="Content Placeholder 2">
            <a:extLst>
              <a:ext uri="{FF2B5EF4-FFF2-40B4-BE49-F238E27FC236}">
                <a16:creationId xmlns:a16="http://schemas.microsoft.com/office/drawing/2014/main" id="{E4673AFD-54BD-43CC-BE44-0CDF9C03E05B}"/>
              </a:ext>
            </a:extLst>
          </p:cNvPr>
          <p:cNvSpPr>
            <a:spLocks noGrp="1"/>
          </p:cNvSpPr>
          <p:nvPr>
            <p:ph idx="1"/>
          </p:nvPr>
        </p:nvSpPr>
        <p:spPr>
          <a:xfrm>
            <a:off x="336499" y="1359669"/>
            <a:ext cx="6327648" cy="5443468"/>
          </a:xfrm>
        </p:spPr>
        <p:txBody>
          <a:bodyPr>
            <a:normAutofit fontScale="92500" lnSpcReduction="10000"/>
          </a:bodyPr>
          <a:lstStyle/>
          <a:p>
            <a:r>
              <a:rPr lang="en-GB" sz="2800" b="1" u="sng" dirty="0"/>
              <a:t>Heterozygosity rate</a:t>
            </a:r>
          </a:p>
          <a:p>
            <a:pPr marL="342900" indent="-342900">
              <a:buFont typeface="Arial" panose="020B0604020202020204" pitchFamily="34" charset="0"/>
              <a:buChar char="•"/>
            </a:pPr>
            <a:r>
              <a:rPr lang="en-GB" sz="2000" dirty="0"/>
              <a:t>The proportion of heterozygous genotypes (per sample)</a:t>
            </a:r>
          </a:p>
          <a:p>
            <a:pPr marL="342900" indent="-342900">
              <a:buFont typeface="Arial" panose="020B0604020202020204" pitchFamily="34" charset="0"/>
              <a:buChar char="•"/>
            </a:pPr>
            <a:r>
              <a:rPr lang="en-GB" sz="2000" dirty="0"/>
              <a:t>Various ways of calculating the rate</a:t>
            </a:r>
          </a:p>
          <a:p>
            <a:r>
              <a:rPr lang="en-GB" sz="2000" dirty="0"/>
              <a:t>PLINK: (&lt;observed </a:t>
            </a:r>
            <a:r>
              <a:rPr lang="en-GB" sz="2000" dirty="0" err="1"/>
              <a:t>hom</a:t>
            </a:r>
            <a:r>
              <a:rPr lang="en-GB" sz="2000" dirty="0"/>
              <a:t>. count&gt; - &lt;expected count&gt;) / (&lt;total observations&gt; - &lt;expected count&gt;)) </a:t>
            </a:r>
          </a:p>
          <a:p>
            <a:r>
              <a:rPr lang="en-GB" sz="2000" dirty="0"/>
              <a:t>--het (gives back and F estimate)</a:t>
            </a:r>
          </a:p>
          <a:p>
            <a:r>
              <a:rPr lang="en-GB" sz="2000" dirty="0"/>
              <a:t>&lt;custom scripts&gt;</a:t>
            </a:r>
          </a:p>
          <a:p>
            <a:pPr marL="342900" indent="-342900">
              <a:buFont typeface="Arial" panose="020B0604020202020204" pitchFamily="34" charset="0"/>
              <a:buChar char="•"/>
            </a:pPr>
            <a:r>
              <a:rPr lang="en-GB" sz="2000" dirty="0"/>
              <a:t>Excess heterozygosity -&gt; Possible sample contamination</a:t>
            </a:r>
          </a:p>
          <a:p>
            <a:pPr marL="342900" indent="-342900">
              <a:buFont typeface="Arial" panose="020B0604020202020204" pitchFamily="34" charset="0"/>
              <a:buChar char="•"/>
            </a:pPr>
            <a:r>
              <a:rPr lang="en-GB" sz="2000" dirty="0"/>
              <a:t>Less than expected heterozygosity –&gt; Possibly inbreeding</a:t>
            </a:r>
            <a:endParaRPr lang="en-GB" dirty="0"/>
          </a:p>
        </p:txBody>
      </p:sp>
      <p:pic>
        <p:nvPicPr>
          <p:cNvPr id="6" name="Picture 5">
            <a:extLst>
              <a:ext uri="{FF2B5EF4-FFF2-40B4-BE49-F238E27FC236}">
                <a16:creationId xmlns:a16="http://schemas.microsoft.com/office/drawing/2014/main" id="{61748D55-A6CD-4821-922A-5FE66443DC15}"/>
              </a:ext>
            </a:extLst>
          </p:cNvPr>
          <p:cNvPicPr>
            <a:picLocks noChangeAspect="1"/>
          </p:cNvPicPr>
          <p:nvPr/>
        </p:nvPicPr>
        <p:blipFill>
          <a:blip r:embed="rId3"/>
          <a:stretch>
            <a:fillRect/>
          </a:stretch>
        </p:blipFill>
        <p:spPr>
          <a:xfrm>
            <a:off x="6961692" y="1430122"/>
            <a:ext cx="5013230" cy="4934102"/>
          </a:xfrm>
          <a:prstGeom prst="rect">
            <a:avLst/>
          </a:prstGeom>
        </p:spPr>
      </p:pic>
      <p:pic>
        <p:nvPicPr>
          <p:cNvPr id="4" name="Picture 3">
            <a:extLst>
              <a:ext uri="{FF2B5EF4-FFF2-40B4-BE49-F238E27FC236}">
                <a16:creationId xmlns:a16="http://schemas.microsoft.com/office/drawing/2014/main" id="{B54035AB-C307-0F0F-3777-4C8D6543CEC6}"/>
              </a:ext>
            </a:extLst>
          </p:cNvPr>
          <p:cNvPicPr>
            <a:picLocks noChangeAspect="1"/>
          </p:cNvPicPr>
          <p:nvPr/>
        </p:nvPicPr>
        <p:blipFill>
          <a:blip r:embed="rId4"/>
          <a:stretch>
            <a:fillRect/>
          </a:stretch>
        </p:blipFill>
        <p:spPr>
          <a:xfrm>
            <a:off x="9984105" y="6465570"/>
            <a:ext cx="2114550" cy="361950"/>
          </a:xfrm>
          <a:prstGeom prst="rect">
            <a:avLst/>
          </a:prstGeom>
        </p:spPr>
      </p:pic>
    </p:spTree>
    <p:extLst>
      <p:ext uri="{BB962C8B-B14F-4D97-AF65-F5344CB8AC3E}">
        <p14:creationId xmlns:p14="http://schemas.microsoft.com/office/powerpoint/2010/main" val="25643273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0919E-3CFE-4E26-9FE3-71BA09DEE548}"/>
              </a:ext>
            </a:extLst>
          </p:cNvPr>
          <p:cNvSpPr>
            <a:spLocks noGrp="1"/>
          </p:cNvSpPr>
          <p:nvPr>
            <p:ph type="title"/>
          </p:nvPr>
        </p:nvSpPr>
        <p:spPr>
          <a:xfrm>
            <a:off x="550863" y="4508500"/>
            <a:ext cx="4500562" cy="1562959"/>
          </a:xfrm>
        </p:spPr>
        <p:txBody>
          <a:bodyPr wrap="square" anchor="t">
            <a:normAutofit/>
          </a:bodyPr>
          <a:lstStyle/>
          <a:p>
            <a:pPr>
              <a:lnSpc>
                <a:spcPct val="90000"/>
              </a:lnSpc>
            </a:pPr>
            <a:r>
              <a:rPr lang="en-GB" sz="3700"/>
              <a:t> (A generalized) Quality Control process</a:t>
            </a:r>
          </a:p>
        </p:txBody>
      </p:sp>
      <p:pic>
        <p:nvPicPr>
          <p:cNvPr id="7" name="Picture 6">
            <a:extLst>
              <a:ext uri="{FF2B5EF4-FFF2-40B4-BE49-F238E27FC236}">
                <a16:creationId xmlns:a16="http://schemas.microsoft.com/office/drawing/2014/main" id="{B2A7D640-761E-48F0-8090-102F97999F4D}"/>
              </a:ext>
            </a:extLst>
          </p:cNvPr>
          <p:cNvPicPr>
            <a:picLocks noChangeAspect="1"/>
          </p:cNvPicPr>
          <p:nvPr/>
        </p:nvPicPr>
        <p:blipFill rotWithShape="1">
          <a:blip r:embed="rId3"/>
          <a:srcRect b="25795"/>
          <a:stretch/>
        </p:blipFill>
        <p:spPr>
          <a:xfrm>
            <a:off x="20" y="1"/>
            <a:ext cx="12191980" cy="3777175"/>
          </a:xfrm>
          <a:custGeom>
            <a:avLst/>
            <a:gdLst/>
            <a:ahLst/>
            <a:cxnLst/>
            <a:rect l="l" t="t" r="r" b="b"/>
            <a:pathLst>
              <a:path w="12192000" h="3777175">
                <a:moveTo>
                  <a:pt x="0" y="0"/>
                </a:moveTo>
                <a:lnTo>
                  <a:pt x="12192000" y="0"/>
                </a:lnTo>
                <a:lnTo>
                  <a:pt x="12192000" y="3777175"/>
                </a:lnTo>
                <a:lnTo>
                  <a:pt x="0" y="3777175"/>
                </a:lnTo>
                <a:close/>
              </a:path>
            </a:pathLst>
          </a:custGeom>
        </p:spPr>
      </p:pic>
      <p:sp>
        <p:nvSpPr>
          <p:cNvPr id="3" name="Content Placeholder 2">
            <a:extLst>
              <a:ext uri="{FF2B5EF4-FFF2-40B4-BE49-F238E27FC236}">
                <a16:creationId xmlns:a16="http://schemas.microsoft.com/office/drawing/2014/main" id="{E4673AFD-54BD-43CC-BE44-0CDF9C03E05B}"/>
              </a:ext>
            </a:extLst>
          </p:cNvPr>
          <p:cNvSpPr>
            <a:spLocks noGrp="1"/>
          </p:cNvSpPr>
          <p:nvPr>
            <p:ph idx="1"/>
          </p:nvPr>
        </p:nvSpPr>
        <p:spPr>
          <a:xfrm>
            <a:off x="4938141" y="3886708"/>
            <a:ext cx="6373813" cy="2850591"/>
          </a:xfrm>
        </p:spPr>
        <p:txBody>
          <a:bodyPr anchor="t">
            <a:normAutofit/>
          </a:bodyPr>
          <a:lstStyle/>
          <a:p>
            <a:r>
              <a:rPr lang="en-GB" sz="2800" b="1" u="sng" dirty="0"/>
              <a:t>Duplicated or related individuals</a:t>
            </a:r>
          </a:p>
          <a:p>
            <a:r>
              <a:rPr lang="en-GB" sz="2000" dirty="0"/>
              <a:t>A basic assumption of  GWAS: unrelated individuals</a:t>
            </a:r>
          </a:p>
          <a:p>
            <a:pPr lvl="1"/>
            <a:r>
              <a:rPr lang="en-GB" sz="2000" dirty="0"/>
              <a:t>Either exclude or account for it</a:t>
            </a:r>
          </a:p>
          <a:p>
            <a:r>
              <a:rPr lang="en-GB" sz="2000" dirty="0"/>
              <a:t>The presence can introduce a bias: genotypes in families to be over-represented</a:t>
            </a:r>
          </a:p>
          <a:p>
            <a:endParaRPr lang="en-GB" b="1" dirty="0"/>
          </a:p>
          <a:p>
            <a:endParaRPr lang="en-GB" sz="1600" b="1" u="sng" dirty="0"/>
          </a:p>
        </p:txBody>
      </p:sp>
      <p:pic>
        <p:nvPicPr>
          <p:cNvPr id="4" name="Picture 3">
            <a:extLst>
              <a:ext uri="{FF2B5EF4-FFF2-40B4-BE49-F238E27FC236}">
                <a16:creationId xmlns:a16="http://schemas.microsoft.com/office/drawing/2014/main" id="{A01FDCB9-D6C8-6213-DF6D-CDE1C165570A}"/>
              </a:ext>
            </a:extLst>
          </p:cNvPr>
          <p:cNvPicPr>
            <a:picLocks noChangeAspect="1"/>
          </p:cNvPicPr>
          <p:nvPr/>
        </p:nvPicPr>
        <p:blipFill>
          <a:blip r:embed="rId4"/>
          <a:stretch>
            <a:fillRect/>
          </a:stretch>
        </p:blipFill>
        <p:spPr>
          <a:xfrm>
            <a:off x="9984105" y="6465570"/>
            <a:ext cx="2114550" cy="361950"/>
          </a:xfrm>
          <a:prstGeom prst="rect">
            <a:avLst/>
          </a:prstGeom>
        </p:spPr>
      </p:pic>
    </p:spTree>
    <p:extLst>
      <p:ext uri="{BB962C8B-B14F-4D97-AF65-F5344CB8AC3E}">
        <p14:creationId xmlns:p14="http://schemas.microsoft.com/office/powerpoint/2010/main" val="32646166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0919E-3CFE-4E26-9FE3-71BA09DEE548}"/>
              </a:ext>
            </a:extLst>
          </p:cNvPr>
          <p:cNvSpPr>
            <a:spLocks noGrp="1"/>
          </p:cNvSpPr>
          <p:nvPr>
            <p:ph type="title"/>
          </p:nvPr>
        </p:nvSpPr>
        <p:spPr>
          <a:xfrm>
            <a:off x="75374" y="61466"/>
            <a:ext cx="6191333" cy="1906323"/>
          </a:xfrm>
        </p:spPr>
        <p:txBody>
          <a:bodyPr wrap="square" anchor="t">
            <a:normAutofit/>
          </a:bodyPr>
          <a:lstStyle/>
          <a:p>
            <a:pPr>
              <a:lnSpc>
                <a:spcPct val="90000"/>
              </a:lnSpc>
            </a:pPr>
            <a:r>
              <a:rPr lang="en-GB" sz="3700" dirty="0"/>
              <a:t> (A generalized) Quality Control process</a:t>
            </a:r>
          </a:p>
        </p:txBody>
      </p:sp>
      <p:pic>
        <p:nvPicPr>
          <p:cNvPr id="7" name="Picture 6">
            <a:extLst>
              <a:ext uri="{FF2B5EF4-FFF2-40B4-BE49-F238E27FC236}">
                <a16:creationId xmlns:a16="http://schemas.microsoft.com/office/drawing/2014/main" id="{B2A7D640-761E-48F0-8090-102F97999F4D}"/>
              </a:ext>
            </a:extLst>
          </p:cNvPr>
          <p:cNvPicPr>
            <a:picLocks noChangeAspect="1"/>
          </p:cNvPicPr>
          <p:nvPr/>
        </p:nvPicPr>
        <p:blipFill rotWithShape="1">
          <a:blip r:embed="rId3"/>
          <a:srcRect b="25795"/>
          <a:stretch/>
        </p:blipFill>
        <p:spPr>
          <a:xfrm>
            <a:off x="6266708" y="61466"/>
            <a:ext cx="5925292" cy="1835704"/>
          </a:xfrm>
          <a:custGeom>
            <a:avLst/>
            <a:gdLst/>
            <a:ahLst/>
            <a:cxnLst/>
            <a:rect l="l" t="t" r="r" b="b"/>
            <a:pathLst>
              <a:path w="12192000" h="3777175">
                <a:moveTo>
                  <a:pt x="0" y="0"/>
                </a:moveTo>
                <a:lnTo>
                  <a:pt x="12192000" y="0"/>
                </a:lnTo>
                <a:lnTo>
                  <a:pt x="12192000" y="3777175"/>
                </a:lnTo>
                <a:lnTo>
                  <a:pt x="0" y="3777175"/>
                </a:lnTo>
                <a:close/>
              </a:path>
            </a:pathLst>
          </a:custGeom>
        </p:spPr>
      </p:pic>
      <p:sp>
        <p:nvSpPr>
          <p:cNvPr id="3" name="Content Placeholder 2">
            <a:extLst>
              <a:ext uri="{FF2B5EF4-FFF2-40B4-BE49-F238E27FC236}">
                <a16:creationId xmlns:a16="http://schemas.microsoft.com/office/drawing/2014/main" id="{E4673AFD-54BD-43CC-BE44-0CDF9C03E05B}"/>
              </a:ext>
            </a:extLst>
          </p:cNvPr>
          <p:cNvSpPr>
            <a:spLocks noGrp="1"/>
          </p:cNvSpPr>
          <p:nvPr>
            <p:ph idx="1"/>
          </p:nvPr>
        </p:nvSpPr>
        <p:spPr>
          <a:xfrm>
            <a:off x="129083" y="1967790"/>
            <a:ext cx="5525567" cy="4576980"/>
          </a:xfrm>
        </p:spPr>
        <p:txBody>
          <a:bodyPr anchor="t">
            <a:normAutofit fontScale="92500"/>
          </a:bodyPr>
          <a:lstStyle/>
          <a:p>
            <a:r>
              <a:rPr lang="en-GB" sz="2800" b="1" u="sng" dirty="0"/>
              <a:t>Duplicated or related individuals</a:t>
            </a:r>
          </a:p>
          <a:p>
            <a:r>
              <a:rPr lang="en-GB" sz="1900" b="1" dirty="0"/>
              <a:t>Calculated metrics:</a:t>
            </a:r>
          </a:p>
          <a:p>
            <a:pPr lvl="1"/>
            <a:r>
              <a:rPr lang="en-GB" sz="1900" b="1" dirty="0"/>
              <a:t>Identity by state (IBS): A DNA segment is identical by state (IBS) in two or more individuals if they have identical nucleotide sequences in this segment. </a:t>
            </a:r>
          </a:p>
          <a:p>
            <a:pPr lvl="1"/>
            <a:r>
              <a:rPr lang="en-GB" sz="1900" b="1" dirty="0"/>
              <a:t>Identity by Descent (IBD): An IBS segment is identical by descent (IBD) in two or more individuals if they have inherited it from a common ancestor without recombination, that is, the segment has the same ancestral origin in these individuals. </a:t>
            </a:r>
          </a:p>
          <a:p>
            <a:endParaRPr lang="en-GB" b="1" dirty="0"/>
          </a:p>
          <a:p>
            <a:endParaRPr lang="en-GB" sz="1600" b="1" u="sng" dirty="0"/>
          </a:p>
        </p:txBody>
      </p:sp>
      <p:pic>
        <p:nvPicPr>
          <p:cNvPr id="4" name="Picture 3">
            <a:extLst>
              <a:ext uri="{FF2B5EF4-FFF2-40B4-BE49-F238E27FC236}">
                <a16:creationId xmlns:a16="http://schemas.microsoft.com/office/drawing/2014/main" id="{E8C23F04-6F7B-4580-9D4B-97B9D19E4F82}"/>
              </a:ext>
            </a:extLst>
          </p:cNvPr>
          <p:cNvPicPr>
            <a:picLocks noChangeAspect="1"/>
          </p:cNvPicPr>
          <p:nvPr/>
        </p:nvPicPr>
        <p:blipFill>
          <a:blip r:embed="rId4"/>
          <a:stretch>
            <a:fillRect/>
          </a:stretch>
        </p:blipFill>
        <p:spPr>
          <a:xfrm>
            <a:off x="5776417" y="2629585"/>
            <a:ext cx="6286500" cy="3486150"/>
          </a:xfrm>
          <a:prstGeom prst="rect">
            <a:avLst/>
          </a:prstGeom>
        </p:spPr>
      </p:pic>
      <p:sp>
        <p:nvSpPr>
          <p:cNvPr id="5" name="TextBox 4">
            <a:extLst>
              <a:ext uri="{FF2B5EF4-FFF2-40B4-BE49-F238E27FC236}">
                <a16:creationId xmlns:a16="http://schemas.microsoft.com/office/drawing/2014/main" id="{A45687E4-DF57-4A26-9C00-EF19CDD92912}"/>
              </a:ext>
            </a:extLst>
          </p:cNvPr>
          <p:cNvSpPr txBox="1"/>
          <p:nvPr/>
        </p:nvSpPr>
        <p:spPr>
          <a:xfrm>
            <a:off x="10124237" y="6313018"/>
            <a:ext cx="1441094" cy="369332"/>
          </a:xfrm>
          <a:prstGeom prst="rect">
            <a:avLst/>
          </a:prstGeom>
          <a:noFill/>
        </p:spPr>
        <p:txBody>
          <a:bodyPr wrap="square" rtlCol="0">
            <a:spAutoFit/>
          </a:bodyPr>
          <a:lstStyle/>
          <a:p>
            <a:r>
              <a:rPr lang="en-GB" dirty="0"/>
              <a:t>Wikipedia</a:t>
            </a:r>
          </a:p>
        </p:txBody>
      </p:sp>
      <p:pic>
        <p:nvPicPr>
          <p:cNvPr id="6" name="Picture 5">
            <a:extLst>
              <a:ext uri="{FF2B5EF4-FFF2-40B4-BE49-F238E27FC236}">
                <a16:creationId xmlns:a16="http://schemas.microsoft.com/office/drawing/2014/main" id="{EA5A0400-452E-16CE-7A19-727AE1C2B552}"/>
              </a:ext>
            </a:extLst>
          </p:cNvPr>
          <p:cNvPicPr>
            <a:picLocks noChangeAspect="1"/>
          </p:cNvPicPr>
          <p:nvPr/>
        </p:nvPicPr>
        <p:blipFill>
          <a:blip r:embed="rId5"/>
          <a:stretch>
            <a:fillRect/>
          </a:stretch>
        </p:blipFill>
        <p:spPr>
          <a:xfrm>
            <a:off x="9984105" y="6465570"/>
            <a:ext cx="2114550" cy="361950"/>
          </a:xfrm>
          <a:prstGeom prst="rect">
            <a:avLst/>
          </a:prstGeom>
        </p:spPr>
      </p:pic>
    </p:spTree>
    <p:extLst>
      <p:ext uri="{BB962C8B-B14F-4D97-AF65-F5344CB8AC3E}">
        <p14:creationId xmlns:p14="http://schemas.microsoft.com/office/powerpoint/2010/main" val="3736418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0919E-3CFE-4E26-9FE3-71BA09DEE548}"/>
              </a:ext>
            </a:extLst>
          </p:cNvPr>
          <p:cNvSpPr>
            <a:spLocks noGrp="1"/>
          </p:cNvSpPr>
          <p:nvPr>
            <p:ph type="title"/>
          </p:nvPr>
        </p:nvSpPr>
        <p:spPr>
          <a:xfrm>
            <a:off x="75374" y="61466"/>
            <a:ext cx="6191333" cy="1906323"/>
          </a:xfrm>
        </p:spPr>
        <p:txBody>
          <a:bodyPr wrap="square" anchor="t">
            <a:normAutofit/>
          </a:bodyPr>
          <a:lstStyle/>
          <a:p>
            <a:pPr>
              <a:lnSpc>
                <a:spcPct val="90000"/>
              </a:lnSpc>
            </a:pPr>
            <a:r>
              <a:rPr lang="en-GB" sz="3700" dirty="0"/>
              <a:t> (A generalized) Quality Control process</a:t>
            </a:r>
          </a:p>
        </p:txBody>
      </p:sp>
      <p:sp>
        <p:nvSpPr>
          <p:cNvPr id="3" name="Content Placeholder 2">
            <a:extLst>
              <a:ext uri="{FF2B5EF4-FFF2-40B4-BE49-F238E27FC236}">
                <a16:creationId xmlns:a16="http://schemas.microsoft.com/office/drawing/2014/main" id="{E4673AFD-54BD-43CC-BE44-0CDF9C03E05B}"/>
              </a:ext>
            </a:extLst>
          </p:cNvPr>
          <p:cNvSpPr>
            <a:spLocks noGrp="1"/>
          </p:cNvSpPr>
          <p:nvPr>
            <p:ph idx="1"/>
          </p:nvPr>
        </p:nvSpPr>
        <p:spPr>
          <a:xfrm>
            <a:off x="183177" y="1426465"/>
            <a:ext cx="11872273" cy="4576980"/>
          </a:xfrm>
        </p:spPr>
        <p:txBody>
          <a:bodyPr anchor="t">
            <a:normAutofit/>
          </a:bodyPr>
          <a:lstStyle/>
          <a:p>
            <a:r>
              <a:rPr lang="en-GB" sz="2800" b="1" u="sng" dirty="0"/>
              <a:t>Duplicated or related individuals</a:t>
            </a:r>
          </a:p>
          <a:p>
            <a:r>
              <a:rPr lang="en-GB" dirty="0"/>
              <a:t>PLINK calculates identity by descent (IBD) of all sample</a:t>
            </a:r>
          </a:p>
          <a:p>
            <a:r>
              <a:rPr lang="en-GB" dirty="0"/>
              <a:t>Approximates the percentage IBD overall, representing pairs as sharing, across all sites: </a:t>
            </a:r>
          </a:p>
          <a:p>
            <a:pPr lvl="1"/>
            <a:r>
              <a:rPr lang="en-GB" dirty="0"/>
              <a:t>Zero alleles IBD (z0)</a:t>
            </a:r>
          </a:p>
          <a:p>
            <a:pPr lvl="1"/>
            <a:r>
              <a:rPr lang="en-GB" dirty="0"/>
              <a:t>One allele IBD (z1)</a:t>
            </a:r>
          </a:p>
          <a:p>
            <a:pPr lvl="1"/>
            <a:r>
              <a:rPr lang="en-GB" dirty="0"/>
              <a:t>Two alleles IBD (z2)</a:t>
            </a:r>
          </a:p>
          <a:p>
            <a:r>
              <a:rPr lang="en-GB" dirty="0"/>
              <a:t>PI_HAT (the proportion IBD, deﬁned as P(IBD = 2) + 0.5*P(IBD = 1)). </a:t>
            </a:r>
            <a:endParaRPr lang="en-GB" b="1" dirty="0"/>
          </a:p>
          <a:p>
            <a:endParaRPr lang="en-GB" b="1" dirty="0"/>
          </a:p>
          <a:p>
            <a:endParaRPr lang="en-GB" b="1" dirty="0"/>
          </a:p>
          <a:p>
            <a:endParaRPr lang="en-GB" sz="1600" b="1" u="sng" dirty="0"/>
          </a:p>
        </p:txBody>
      </p:sp>
      <p:pic>
        <p:nvPicPr>
          <p:cNvPr id="4" name="Picture 3">
            <a:extLst>
              <a:ext uri="{FF2B5EF4-FFF2-40B4-BE49-F238E27FC236}">
                <a16:creationId xmlns:a16="http://schemas.microsoft.com/office/drawing/2014/main" id="{E8C23F04-6F7B-4580-9D4B-97B9D19E4F82}"/>
              </a:ext>
            </a:extLst>
          </p:cNvPr>
          <p:cNvPicPr>
            <a:picLocks noChangeAspect="1"/>
          </p:cNvPicPr>
          <p:nvPr/>
        </p:nvPicPr>
        <p:blipFill>
          <a:blip r:embed="rId3"/>
          <a:stretch>
            <a:fillRect/>
          </a:stretch>
        </p:blipFill>
        <p:spPr>
          <a:xfrm>
            <a:off x="7645602" y="61466"/>
            <a:ext cx="3199182" cy="1774092"/>
          </a:xfrm>
          <a:prstGeom prst="rect">
            <a:avLst/>
          </a:prstGeom>
        </p:spPr>
      </p:pic>
      <p:pic>
        <p:nvPicPr>
          <p:cNvPr id="8" name="Picture 7">
            <a:extLst>
              <a:ext uri="{FF2B5EF4-FFF2-40B4-BE49-F238E27FC236}">
                <a16:creationId xmlns:a16="http://schemas.microsoft.com/office/drawing/2014/main" id="{5FA95593-EC6B-4D3C-841C-06FCEB954FAA}"/>
              </a:ext>
            </a:extLst>
          </p:cNvPr>
          <p:cNvPicPr>
            <a:picLocks noChangeAspect="1"/>
          </p:cNvPicPr>
          <p:nvPr/>
        </p:nvPicPr>
        <p:blipFill>
          <a:blip r:embed="rId4"/>
          <a:stretch>
            <a:fillRect/>
          </a:stretch>
        </p:blipFill>
        <p:spPr>
          <a:xfrm>
            <a:off x="6266707" y="1956215"/>
            <a:ext cx="2510866" cy="691318"/>
          </a:xfrm>
          <a:prstGeom prst="rect">
            <a:avLst/>
          </a:prstGeom>
        </p:spPr>
      </p:pic>
      <p:pic>
        <p:nvPicPr>
          <p:cNvPr id="10" name="Picture 9">
            <a:extLst>
              <a:ext uri="{FF2B5EF4-FFF2-40B4-BE49-F238E27FC236}">
                <a16:creationId xmlns:a16="http://schemas.microsoft.com/office/drawing/2014/main" id="{5A0281F6-B309-41D1-940B-F36BA22FABF2}"/>
              </a:ext>
            </a:extLst>
          </p:cNvPr>
          <p:cNvPicPr>
            <a:picLocks noChangeAspect="1"/>
          </p:cNvPicPr>
          <p:nvPr/>
        </p:nvPicPr>
        <p:blipFill>
          <a:blip r:embed="rId5"/>
          <a:stretch>
            <a:fillRect/>
          </a:stretch>
        </p:blipFill>
        <p:spPr>
          <a:xfrm>
            <a:off x="421843" y="4856362"/>
            <a:ext cx="6315456" cy="1940172"/>
          </a:xfrm>
          <a:prstGeom prst="rect">
            <a:avLst/>
          </a:prstGeom>
        </p:spPr>
      </p:pic>
      <p:sp>
        <p:nvSpPr>
          <p:cNvPr id="11" name="TextBox 10">
            <a:extLst>
              <a:ext uri="{FF2B5EF4-FFF2-40B4-BE49-F238E27FC236}">
                <a16:creationId xmlns:a16="http://schemas.microsoft.com/office/drawing/2014/main" id="{F4C11BC2-5BFA-4DA5-BAA0-0345C24FEF85}"/>
              </a:ext>
            </a:extLst>
          </p:cNvPr>
          <p:cNvSpPr txBox="1"/>
          <p:nvPr/>
        </p:nvSpPr>
        <p:spPr>
          <a:xfrm>
            <a:off x="8105241" y="6348529"/>
            <a:ext cx="1872691" cy="369332"/>
          </a:xfrm>
          <a:prstGeom prst="rect">
            <a:avLst/>
          </a:prstGeom>
          <a:noFill/>
        </p:spPr>
        <p:txBody>
          <a:bodyPr wrap="square" rtlCol="0">
            <a:spAutoFit/>
          </a:bodyPr>
          <a:lstStyle/>
          <a:p>
            <a:r>
              <a:rPr lang="en-GB" dirty="0" err="1"/>
              <a:t>Slifer</a:t>
            </a:r>
            <a:r>
              <a:rPr lang="en-GB" dirty="0"/>
              <a:t>, 2018</a:t>
            </a:r>
          </a:p>
        </p:txBody>
      </p:sp>
      <p:sp>
        <p:nvSpPr>
          <p:cNvPr id="12" name="TextBox 11">
            <a:extLst>
              <a:ext uri="{FF2B5EF4-FFF2-40B4-BE49-F238E27FC236}">
                <a16:creationId xmlns:a16="http://schemas.microsoft.com/office/drawing/2014/main" id="{59488A6C-CA65-4F4A-8A1E-FA3B2A800FCF}"/>
              </a:ext>
            </a:extLst>
          </p:cNvPr>
          <p:cNvSpPr txBox="1"/>
          <p:nvPr/>
        </p:nvSpPr>
        <p:spPr>
          <a:xfrm>
            <a:off x="5383987" y="2456142"/>
            <a:ext cx="4747565" cy="2308324"/>
          </a:xfrm>
          <a:prstGeom prst="rect">
            <a:avLst/>
          </a:prstGeom>
          <a:solidFill>
            <a:srgbClr val="FF0000"/>
          </a:solidFill>
        </p:spPr>
        <p:txBody>
          <a:bodyPr wrap="square" rtlCol="0">
            <a:spAutoFit/>
          </a:bodyPr>
          <a:lstStyle/>
          <a:p>
            <a:r>
              <a:rPr lang="en-GB" dirty="0"/>
              <a:t>Use an independent SNP set before running this command: </a:t>
            </a:r>
          </a:p>
          <a:p>
            <a:pPr marL="342900" indent="-342900">
              <a:buAutoNum type="arabicParenR"/>
            </a:pPr>
            <a:r>
              <a:rPr lang="en-GB" dirty="0"/>
              <a:t>removing regions of extended Linkage Disequilibrium (LD) </a:t>
            </a:r>
          </a:p>
          <a:p>
            <a:r>
              <a:rPr lang="en-GB" dirty="0"/>
              <a:t>and</a:t>
            </a:r>
          </a:p>
          <a:p>
            <a:r>
              <a:rPr lang="en-GB" dirty="0"/>
              <a:t>2)   pruning the remaining regions so that no pair of SNPs within a given window is correlated.</a:t>
            </a:r>
          </a:p>
        </p:txBody>
      </p:sp>
      <p:pic>
        <p:nvPicPr>
          <p:cNvPr id="1026" name="Picture 2" descr="Caution Logo Clip Art at Clker.com - vector clip art online, royalty free &amp;  public domain">
            <a:extLst>
              <a:ext uri="{FF2B5EF4-FFF2-40B4-BE49-F238E27FC236}">
                <a16:creationId xmlns:a16="http://schemas.microsoft.com/office/drawing/2014/main" id="{5CA2A80C-2873-46E3-999A-67B4510438F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93807" y="2792640"/>
            <a:ext cx="1483690" cy="123640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8165C034-6F41-D5DB-2998-21ADEC955521}"/>
              </a:ext>
            </a:extLst>
          </p:cNvPr>
          <p:cNvPicPr>
            <a:picLocks noChangeAspect="1"/>
          </p:cNvPicPr>
          <p:nvPr/>
        </p:nvPicPr>
        <p:blipFill>
          <a:blip r:embed="rId7"/>
          <a:stretch>
            <a:fillRect/>
          </a:stretch>
        </p:blipFill>
        <p:spPr>
          <a:xfrm>
            <a:off x="9984105" y="6465570"/>
            <a:ext cx="2114550" cy="361950"/>
          </a:xfrm>
          <a:prstGeom prst="rect">
            <a:avLst/>
          </a:prstGeom>
        </p:spPr>
      </p:pic>
    </p:spTree>
    <p:extLst>
      <p:ext uri="{BB962C8B-B14F-4D97-AF65-F5344CB8AC3E}">
        <p14:creationId xmlns:p14="http://schemas.microsoft.com/office/powerpoint/2010/main" val="2168593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par>
                                <p:cTn id="8" presetID="16" presetClass="entr" presetSubtype="21" fill="hold" nodeType="withEffect">
                                  <p:stCondLst>
                                    <p:cond delay="0"/>
                                  </p:stCondLst>
                                  <p:childTnLst>
                                    <p:set>
                                      <p:cBhvr>
                                        <p:cTn id="9" dur="1" fill="hold">
                                          <p:stCondLst>
                                            <p:cond delay="0"/>
                                          </p:stCondLst>
                                        </p:cTn>
                                        <p:tgtEl>
                                          <p:spTgt spid="1026"/>
                                        </p:tgtEl>
                                        <p:attrNameLst>
                                          <p:attrName>style.visibility</p:attrName>
                                        </p:attrNameLst>
                                      </p:cBhvr>
                                      <p:to>
                                        <p:strVal val="visible"/>
                                      </p:to>
                                    </p:set>
                                    <p:animEffect transition="in" filter="barn(inVertical)">
                                      <p:cBhvr>
                                        <p:cTn id="10"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0919E-3CFE-4E26-9FE3-71BA09DEE548}"/>
              </a:ext>
            </a:extLst>
          </p:cNvPr>
          <p:cNvSpPr>
            <a:spLocks noGrp="1"/>
          </p:cNvSpPr>
          <p:nvPr>
            <p:ph type="title"/>
          </p:nvPr>
        </p:nvSpPr>
        <p:spPr>
          <a:xfrm>
            <a:off x="550862" y="124994"/>
            <a:ext cx="11091600" cy="891819"/>
          </a:xfrm>
        </p:spPr>
        <p:txBody>
          <a:bodyPr>
            <a:normAutofit fontScale="90000"/>
          </a:bodyPr>
          <a:lstStyle/>
          <a:p>
            <a:r>
              <a:rPr lang="en-GB" dirty="0"/>
              <a:t> (A generalized) Quality Control process</a:t>
            </a:r>
          </a:p>
        </p:txBody>
      </p:sp>
      <p:sp>
        <p:nvSpPr>
          <p:cNvPr id="3" name="Content Placeholder 2">
            <a:extLst>
              <a:ext uri="{FF2B5EF4-FFF2-40B4-BE49-F238E27FC236}">
                <a16:creationId xmlns:a16="http://schemas.microsoft.com/office/drawing/2014/main" id="{E4673AFD-54BD-43CC-BE44-0CDF9C03E05B}"/>
              </a:ext>
            </a:extLst>
          </p:cNvPr>
          <p:cNvSpPr>
            <a:spLocks noGrp="1"/>
          </p:cNvSpPr>
          <p:nvPr>
            <p:ph idx="1"/>
          </p:nvPr>
        </p:nvSpPr>
        <p:spPr>
          <a:xfrm>
            <a:off x="336499" y="1359669"/>
            <a:ext cx="4764633" cy="5443468"/>
          </a:xfrm>
        </p:spPr>
        <p:txBody>
          <a:bodyPr>
            <a:normAutofit/>
          </a:bodyPr>
          <a:lstStyle/>
          <a:p>
            <a:r>
              <a:rPr lang="en-GB" sz="2800" b="1" u="sng" dirty="0"/>
              <a:t>Linkage disequilibrium (LD)</a:t>
            </a:r>
          </a:p>
          <a:p>
            <a:r>
              <a:rPr lang="en-GB" sz="1800" dirty="0"/>
              <a:t>Is the non-random association of alleles at different loci in a given population.</a:t>
            </a:r>
          </a:p>
          <a:p>
            <a:endParaRPr lang="en-GB" sz="1800" dirty="0"/>
          </a:p>
          <a:p>
            <a:endParaRPr lang="en-GB" sz="1800" dirty="0"/>
          </a:p>
          <a:p>
            <a:endParaRPr lang="en-GB" sz="1800" dirty="0"/>
          </a:p>
          <a:p>
            <a:r>
              <a:rPr lang="en-GB" sz="1800" dirty="0"/>
              <a:t>In GWAS we (mainly) use correlation coefficient between pairs of loci, r</a:t>
            </a:r>
            <a:r>
              <a:rPr lang="en-GB" sz="1800" baseline="30000" dirty="0"/>
              <a:t>2</a:t>
            </a:r>
          </a:p>
          <a:p>
            <a:r>
              <a:rPr lang="en-GB" sz="1800" dirty="0"/>
              <a:t>r</a:t>
            </a:r>
            <a:r>
              <a:rPr lang="en-GB" sz="1800" baseline="30000" dirty="0"/>
              <a:t>2</a:t>
            </a:r>
            <a:r>
              <a:rPr lang="en-GB" sz="1800" dirty="0"/>
              <a:t>=1 is perfect LD</a:t>
            </a:r>
          </a:p>
          <a:p>
            <a:endParaRPr lang="en-GB" baseline="30000" dirty="0"/>
          </a:p>
          <a:p>
            <a:endParaRPr lang="en-GB" dirty="0"/>
          </a:p>
        </p:txBody>
      </p:sp>
      <p:pic>
        <p:nvPicPr>
          <p:cNvPr id="9" name="Picture 8">
            <a:extLst>
              <a:ext uri="{FF2B5EF4-FFF2-40B4-BE49-F238E27FC236}">
                <a16:creationId xmlns:a16="http://schemas.microsoft.com/office/drawing/2014/main" id="{36EDCCB7-58E6-4241-BB5A-9B0244945E0E}"/>
              </a:ext>
            </a:extLst>
          </p:cNvPr>
          <p:cNvPicPr>
            <a:picLocks noChangeAspect="1"/>
          </p:cNvPicPr>
          <p:nvPr/>
        </p:nvPicPr>
        <p:blipFill>
          <a:blip r:embed="rId3"/>
          <a:stretch>
            <a:fillRect/>
          </a:stretch>
        </p:blipFill>
        <p:spPr>
          <a:xfrm>
            <a:off x="5101132" y="852681"/>
            <a:ext cx="7090868" cy="3353558"/>
          </a:xfrm>
          <a:prstGeom prst="rect">
            <a:avLst/>
          </a:prstGeom>
        </p:spPr>
      </p:pic>
      <p:pic>
        <p:nvPicPr>
          <p:cNvPr id="11" name="Picture 10">
            <a:extLst>
              <a:ext uri="{FF2B5EF4-FFF2-40B4-BE49-F238E27FC236}">
                <a16:creationId xmlns:a16="http://schemas.microsoft.com/office/drawing/2014/main" id="{6F69A160-83D2-4783-89B8-5DC596F08C82}"/>
              </a:ext>
            </a:extLst>
          </p:cNvPr>
          <p:cNvPicPr>
            <a:picLocks noChangeAspect="1"/>
          </p:cNvPicPr>
          <p:nvPr/>
        </p:nvPicPr>
        <p:blipFill>
          <a:blip r:embed="rId4"/>
          <a:stretch>
            <a:fillRect/>
          </a:stretch>
        </p:blipFill>
        <p:spPr>
          <a:xfrm>
            <a:off x="5337656" y="4301219"/>
            <a:ext cx="6766560" cy="2460266"/>
          </a:xfrm>
          <a:prstGeom prst="rect">
            <a:avLst/>
          </a:prstGeom>
        </p:spPr>
      </p:pic>
      <p:pic>
        <p:nvPicPr>
          <p:cNvPr id="13" name="Picture 12">
            <a:extLst>
              <a:ext uri="{FF2B5EF4-FFF2-40B4-BE49-F238E27FC236}">
                <a16:creationId xmlns:a16="http://schemas.microsoft.com/office/drawing/2014/main" id="{F8643A39-9C1D-467C-A3E1-64843E340F2C}"/>
              </a:ext>
            </a:extLst>
          </p:cNvPr>
          <p:cNvPicPr>
            <a:picLocks noChangeAspect="1"/>
          </p:cNvPicPr>
          <p:nvPr/>
        </p:nvPicPr>
        <p:blipFill>
          <a:blip r:embed="rId5"/>
          <a:stretch>
            <a:fillRect/>
          </a:stretch>
        </p:blipFill>
        <p:spPr>
          <a:xfrm>
            <a:off x="87784" y="3148029"/>
            <a:ext cx="5042612" cy="1672024"/>
          </a:xfrm>
          <a:prstGeom prst="rect">
            <a:avLst/>
          </a:prstGeom>
        </p:spPr>
      </p:pic>
      <p:pic>
        <p:nvPicPr>
          <p:cNvPr id="4" name="Picture 3">
            <a:extLst>
              <a:ext uri="{FF2B5EF4-FFF2-40B4-BE49-F238E27FC236}">
                <a16:creationId xmlns:a16="http://schemas.microsoft.com/office/drawing/2014/main" id="{5F76A028-3C5D-A9EB-2CE4-17AA79A81FA8}"/>
              </a:ext>
            </a:extLst>
          </p:cNvPr>
          <p:cNvPicPr>
            <a:picLocks noChangeAspect="1"/>
          </p:cNvPicPr>
          <p:nvPr/>
        </p:nvPicPr>
        <p:blipFill>
          <a:blip r:embed="rId6"/>
          <a:stretch>
            <a:fillRect/>
          </a:stretch>
        </p:blipFill>
        <p:spPr>
          <a:xfrm>
            <a:off x="58520" y="6474105"/>
            <a:ext cx="2114550" cy="361950"/>
          </a:xfrm>
          <a:prstGeom prst="rect">
            <a:avLst/>
          </a:prstGeom>
        </p:spPr>
      </p:pic>
    </p:spTree>
    <p:extLst>
      <p:ext uri="{BB962C8B-B14F-4D97-AF65-F5344CB8AC3E}">
        <p14:creationId xmlns:p14="http://schemas.microsoft.com/office/powerpoint/2010/main" val="9393428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0919E-3CFE-4E26-9FE3-71BA09DEE548}"/>
              </a:ext>
            </a:extLst>
          </p:cNvPr>
          <p:cNvSpPr>
            <a:spLocks noGrp="1"/>
          </p:cNvSpPr>
          <p:nvPr>
            <p:ph type="title"/>
          </p:nvPr>
        </p:nvSpPr>
        <p:spPr>
          <a:xfrm>
            <a:off x="550862" y="124994"/>
            <a:ext cx="11091600" cy="891819"/>
          </a:xfrm>
        </p:spPr>
        <p:txBody>
          <a:bodyPr>
            <a:normAutofit fontScale="90000"/>
          </a:bodyPr>
          <a:lstStyle/>
          <a:p>
            <a:r>
              <a:rPr lang="en-GB" dirty="0"/>
              <a:t> (A generalized) Quality Control process</a:t>
            </a:r>
          </a:p>
        </p:txBody>
      </p:sp>
      <p:sp>
        <p:nvSpPr>
          <p:cNvPr id="3" name="Content Placeholder 2">
            <a:extLst>
              <a:ext uri="{FF2B5EF4-FFF2-40B4-BE49-F238E27FC236}">
                <a16:creationId xmlns:a16="http://schemas.microsoft.com/office/drawing/2014/main" id="{E4673AFD-54BD-43CC-BE44-0CDF9C03E05B}"/>
              </a:ext>
            </a:extLst>
          </p:cNvPr>
          <p:cNvSpPr>
            <a:spLocks noGrp="1"/>
          </p:cNvSpPr>
          <p:nvPr>
            <p:ph idx="1"/>
          </p:nvPr>
        </p:nvSpPr>
        <p:spPr>
          <a:xfrm>
            <a:off x="336499" y="1359669"/>
            <a:ext cx="11755527" cy="527653"/>
          </a:xfrm>
        </p:spPr>
        <p:txBody>
          <a:bodyPr>
            <a:normAutofit fontScale="40000" lnSpcReduction="20000"/>
          </a:bodyPr>
          <a:lstStyle/>
          <a:p>
            <a:r>
              <a:rPr lang="en-GB" sz="2800" b="1" u="sng" dirty="0"/>
              <a:t>PLINK: LD-based SNP </a:t>
            </a:r>
            <a:r>
              <a:rPr lang="en-GB" sz="2800" b="1" u="sng" dirty="0" err="1"/>
              <a:t>prunning</a:t>
            </a:r>
            <a:r>
              <a:rPr lang="en-GB" sz="2800" b="1" u="sng" dirty="0"/>
              <a:t> </a:t>
            </a:r>
          </a:p>
          <a:p>
            <a:endParaRPr lang="en-GB" baseline="30000" dirty="0"/>
          </a:p>
          <a:p>
            <a:endParaRPr lang="en-GB" dirty="0"/>
          </a:p>
        </p:txBody>
      </p:sp>
      <p:pic>
        <p:nvPicPr>
          <p:cNvPr id="5" name="Picture 4">
            <a:extLst>
              <a:ext uri="{FF2B5EF4-FFF2-40B4-BE49-F238E27FC236}">
                <a16:creationId xmlns:a16="http://schemas.microsoft.com/office/drawing/2014/main" id="{726E10AD-BA76-4089-9F86-5B7068BF1F76}"/>
              </a:ext>
            </a:extLst>
          </p:cNvPr>
          <p:cNvPicPr>
            <a:picLocks noChangeAspect="1"/>
          </p:cNvPicPr>
          <p:nvPr/>
        </p:nvPicPr>
        <p:blipFill>
          <a:blip r:embed="rId3"/>
          <a:stretch>
            <a:fillRect/>
          </a:stretch>
        </p:blipFill>
        <p:spPr>
          <a:xfrm>
            <a:off x="336499" y="1811790"/>
            <a:ext cx="11231270" cy="483904"/>
          </a:xfrm>
          <a:prstGeom prst="rect">
            <a:avLst/>
          </a:prstGeom>
        </p:spPr>
      </p:pic>
      <p:pic>
        <p:nvPicPr>
          <p:cNvPr id="10" name="Picture 9">
            <a:extLst>
              <a:ext uri="{FF2B5EF4-FFF2-40B4-BE49-F238E27FC236}">
                <a16:creationId xmlns:a16="http://schemas.microsoft.com/office/drawing/2014/main" id="{23BB7867-919A-49D3-B8BC-6D70A3F4A940}"/>
              </a:ext>
            </a:extLst>
          </p:cNvPr>
          <p:cNvPicPr>
            <a:picLocks noChangeAspect="1"/>
          </p:cNvPicPr>
          <p:nvPr/>
        </p:nvPicPr>
        <p:blipFill>
          <a:blip r:embed="rId4"/>
          <a:stretch>
            <a:fillRect/>
          </a:stretch>
        </p:blipFill>
        <p:spPr>
          <a:xfrm>
            <a:off x="2455468" y="2339443"/>
            <a:ext cx="6769000" cy="4495786"/>
          </a:xfrm>
          <a:prstGeom prst="rect">
            <a:avLst/>
          </a:prstGeom>
        </p:spPr>
      </p:pic>
      <p:pic>
        <p:nvPicPr>
          <p:cNvPr id="4" name="Picture 3">
            <a:extLst>
              <a:ext uri="{FF2B5EF4-FFF2-40B4-BE49-F238E27FC236}">
                <a16:creationId xmlns:a16="http://schemas.microsoft.com/office/drawing/2014/main" id="{C56D1BC3-5768-4760-7F80-734368D9E999}"/>
              </a:ext>
            </a:extLst>
          </p:cNvPr>
          <p:cNvPicPr>
            <a:picLocks noChangeAspect="1"/>
          </p:cNvPicPr>
          <p:nvPr/>
        </p:nvPicPr>
        <p:blipFill>
          <a:blip r:embed="rId5"/>
          <a:stretch>
            <a:fillRect/>
          </a:stretch>
        </p:blipFill>
        <p:spPr>
          <a:xfrm>
            <a:off x="9984105" y="6465570"/>
            <a:ext cx="2114550" cy="361950"/>
          </a:xfrm>
          <a:prstGeom prst="rect">
            <a:avLst/>
          </a:prstGeom>
        </p:spPr>
      </p:pic>
    </p:spTree>
    <p:extLst>
      <p:ext uri="{BB962C8B-B14F-4D97-AF65-F5344CB8AC3E}">
        <p14:creationId xmlns:p14="http://schemas.microsoft.com/office/powerpoint/2010/main" val="13806719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0919E-3CFE-4E26-9FE3-71BA09DEE548}"/>
              </a:ext>
            </a:extLst>
          </p:cNvPr>
          <p:cNvSpPr>
            <a:spLocks noGrp="1"/>
          </p:cNvSpPr>
          <p:nvPr>
            <p:ph type="title"/>
          </p:nvPr>
        </p:nvSpPr>
        <p:spPr>
          <a:xfrm>
            <a:off x="550863" y="285928"/>
            <a:ext cx="11190033" cy="657733"/>
          </a:xfrm>
        </p:spPr>
        <p:txBody>
          <a:bodyPr wrap="square" anchor="b">
            <a:normAutofit fontScale="90000"/>
          </a:bodyPr>
          <a:lstStyle/>
          <a:p>
            <a:pPr>
              <a:lnSpc>
                <a:spcPct val="90000"/>
              </a:lnSpc>
            </a:pPr>
            <a:r>
              <a:rPr lang="en-GB" dirty="0"/>
              <a:t> (A generalized) Quality Control process</a:t>
            </a:r>
          </a:p>
        </p:txBody>
      </p:sp>
      <p:sp>
        <p:nvSpPr>
          <p:cNvPr id="3" name="Content Placeholder 2">
            <a:extLst>
              <a:ext uri="{FF2B5EF4-FFF2-40B4-BE49-F238E27FC236}">
                <a16:creationId xmlns:a16="http://schemas.microsoft.com/office/drawing/2014/main" id="{E4673AFD-54BD-43CC-BE44-0CDF9C03E05B}"/>
              </a:ext>
            </a:extLst>
          </p:cNvPr>
          <p:cNvSpPr>
            <a:spLocks noGrp="1"/>
          </p:cNvSpPr>
          <p:nvPr>
            <p:ph idx="1"/>
          </p:nvPr>
        </p:nvSpPr>
        <p:spPr>
          <a:xfrm>
            <a:off x="550862" y="1404518"/>
            <a:ext cx="6625081" cy="5274260"/>
          </a:xfrm>
        </p:spPr>
        <p:txBody>
          <a:bodyPr anchor="t">
            <a:normAutofit fontScale="92500" lnSpcReduction="10000"/>
          </a:bodyPr>
          <a:lstStyle/>
          <a:p>
            <a:r>
              <a:rPr lang="en-GB" b="1" u="sng" dirty="0"/>
              <a:t>The Hardy–Weinberg (dis)equilibrium (HWE) law:</a:t>
            </a:r>
          </a:p>
          <a:p>
            <a:r>
              <a:rPr lang="en-GB" sz="2000" dirty="0"/>
              <a:t>The genotype and the allele frequencies are constant over generations.</a:t>
            </a:r>
          </a:p>
          <a:p>
            <a:r>
              <a:rPr lang="en-GB" sz="2000" dirty="0"/>
              <a:t>Assumes:</a:t>
            </a:r>
          </a:p>
          <a:p>
            <a:pPr lvl="1"/>
            <a:r>
              <a:rPr lang="en-GB" sz="2000" dirty="0"/>
              <a:t>An indefinitely large population</a:t>
            </a:r>
          </a:p>
          <a:p>
            <a:pPr lvl="1"/>
            <a:r>
              <a:rPr lang="en-GB" sz="2000" dirty="0"/>
              <a:t>With no selection, no Mutation, no Migration ……</a:t>
            </a:r>
          </a:p>
          <a:p>
            <a:r>
              <a:rPr lang="en-GB" sz="2000" dirty="0"/>
              <a:t>Significant deviations indicate genotyping errors</a:t>
            </a:r>
          </a:p>
          <a:p>
            <a:r>
              <a:rPr lang="en-GB" sz="2000" dirty="0"/>
              <a:t> PLINK:</a:t>
            </a:r>
          </a:p>
          <a:p>
            <a:endParaRPr lang="en-GB" sz="2000" dirty="0"/>
          </a:p>
          <a:p>
            <a:r>
              <a:rPr lang="en-GB" sz="2000" dirty="0"/>
              <a:t>Less strict case threshold avoids discarding disease‐associated SNPs</a:t>
            </a:r>
          </a:p>
          <a:p>
            <a:endParaRPr lang="en-GB" dirty="0"/>
          </a:p>
        </p:txBody>
      </p:sp>
      <p:pic>
        <p:nvPicPr>
          <p:cNvPr id="5" name="Picture 4">
            <a:extLst>
              <a:ext uri="{FF2B5EF4-FFF2-40B4-BE49-F238E27FC236}">
                <a16:creationId xmlns:a16="http://schemas.microsoft.com/office/drawing/2014/main" id="{E2391079-F89E-4997-8E8D-53587CD7CE0F}"/>
              </a:ext>
            </a:extLst>
          </p:cNvPr>
          <p:cNvPicPr>
            <a:picLocks noChangeAspect="1"/>
          </p:cNvPicPr>
          <p:nvPr/>
        </p:nvPicPr>
        <p:blipFill>
          <a:blip r:embed="rId3"/>
          <a:stretch>
            <a:fillRect/>
          </a:stretch>
        </p:blipFill>
        <p:spPr>
          <a:xfrm>
            <a:off x="7327010" y="929289"/>
            <a:ext cx="4713922" cy="3818276"/>
          </a:xfrm>
          <a:custGeom>
            <a:avLst/>
            <a:gdLst/>
            <a:ahLst/>
            <a:cxnLst/>
            <a:rect l="l" t="t" r="r" b="b"/>
            <a:pathLst>
              <a:path w="4713922" h="5759450">
                <a:moveTo>
                  <a:pt x="0" y="0"/>
                </a:moveTo>
                <a:lnTo>
                  <a:pt x="4713922" y="0"/>
                </a:lnTo>
                <a:lnTo>
                  <a:pt x="4713922" y="5759450"/>
                </a:lnTo>
                <a:lnTo>
                  <a:pt x="0" y="5759450"/>
                </a:lnTo>
                <a:close/>
              </a:path>
            </a:pathLst>
          </a:custGeom>
        </p:spPr>
      </p:pic>
      <p:pic>
        <p:nvPicPr>
          <p:cNvPr id="9" name="Picture 8">
            <a:extLst>
              <a:ext uri="{FF2B5EF4-FFF2-40B4-BE49-F238E27FC236}">
                <a16:creationId xmlns:a16="http://schemas.microsoft.com/office/drawing/2014/main" id="{014CBB16-C6C8-4C1A-B152-2526CAB83239}"/>
              </a:ext>
            </a:extLst>
          </p:cNvPr>
          <p:cNvPicPr>
            <a:picLocks noChangeAspect="1"/>
          </p:cNvPicPr>
          <p:nvPr/>
        </p:nvPicPr>
        <p:blipFill>
          <a:blip r:embed="rId4"/>
          <a:stretch>
            <a:fillRect/>
          </a:stretch>
        </p:blipFill>
        <p:spPr>
          <a:xfrm>
            <a:off x="1770279" y="4805689"/>
            <a:ext cx="7227418" cy="504873"/>
          </a:xfrm>
          <a:prstGeom prst="rect">
            <a:avLst/>
          </a:prstGeom>
        </p:spPr>
      </p:pic>
      <p:pic>
        <p:nvPicPr>
          <p:cNvPr id="12" name="Picture 11">
            <a:extLst>
              <a:ext uri="{FF2B5EF4-FFF2-40B4-BE49-F238E27FC236}">
                <a16:creationId xmlns:a16="http://schemas.microsoft.com/office/drawing/2014/main" id="{C544503B-7EB3-41E3-8AA0-11FC2607E32D}"/>
              </a:ext>
            </a:extLst>
          </p:cNvPr>
          <p:cNvPicPr>
            <a:picLocks noChangeAspect="1"/>
          </p:cNvPicPr>
          <p:nvPr/>
        </p:nvPicPr>
        <p:blipFill>
          <a:blip r:embed="rId5"/>
          <a:stretch>
            <a:fillRect/>
          </a:stretch>
        </p:blipFill>
        <p:spPr>
          <a:xfrm>
            <a:off x="1770279" y="5310562"/>
            <a:ext cx="7227418" cy="458826"/>
          </a:xfrm>
          <a:prstGeom prst="rect">
            <a:avLst/>
          </a:prstGeom>
        </p:spPr>
      </p:pic>
      <p:pic>
        <p:nvPicPr>
          <p:cNvPr id="4" name="Picture 3">
            <a:extLst>
              <a:ext uri="{FF2B5EF4-FFF2-40B4-BE49-F238E27FC236}">
                <a16:creationId xmlns:a16="http://schemas.microsoft.com/office/drawing/2014/main" id="{FBB75801-3D44-5151-2241-529056397ECA}"/>
              </a:ext>
            </a:extLst>
          </p:cNvPr>
          <p:cNvPicPr>
            <a:picLocks noChangeAspect="1"/>
          </p:cNvPicPr>
          <p:nvPr/>
        </p:nvPicPr>
        <p:blipFill>
          <a:blip r:embed="rId6"/>
          <a:stretch>
            <a:fillRect/>
          </a:stretch>
        </p:blipFill>
        <p:spPr>
          <a:xfrm>
            <a:off x="9984105" y="6465570"/>
            <a:ext cx="2114550" cy="361950"/>
          </a:xfrm>
          <a:prstGeom prst="rect">
            <a:avLst/>
          </a:prstGeom>
        </p:spPr>
      </p:pic>
    </p:spTree>
    <p:extLst>
      <p:ext uri="{BB962C8B-B14F-4D97-AF65-F5344CB8AC3E}">
        <p14:creationId xmlns:p14="http://schemas.microsoft.com/office/powerpoint/2010/main" val="32169710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0919E-3CFE-4E26-9FE3-71BA09DEE548}"/>
              </a:ext>
            </a:extLst>
          </p:cNvPr>
          <p:cNvSpPr>
            <a:spLocks noGrp="1"/>
          </p:cNvSpPr>
          <p:nvPr>
            <p:ph type="title"/>
          </p:nvPr>
        </p:nvSpPr>
        <p:spPr>
          <a:xfrm>
            <a:off x="550862" y="124994"/>
            <a:ext cx="11091600" cy="891819"/>
          </a:xfrm>
        </p:spPr>
        <p:txBody>
          <a:bodyPr>
            <a:normAutofit fontScale="90000"/>
          </a:bodyPr>
          <a:lstStyle/>
          <a:p>
            <a:r>
              <a:rPr lang="en-GB" dirty="0"/>
              <a:t> (A generalized) Quality Control process</a:t>
            </a:r>
          </a:p>
        </p:txBody>
      </p:sp>
      <p:sp>
        <p:nvSpPr>
          <p:cNvPr id="3" name="Content Placeholder 2">
            <a:extLst>
              <a:ext uri="{FF2B5EF4-FFF2-40B4-BE49-F238E27FC236}">
                <a16:creationId xmlns:a16="http://schemas.microsoft.com/office/drawing/2014/main" id="{E4673AFD-54BD-43CC-BE44-0CDF9C03E05B}"/>
              </a:ext>
            </a:extLst>
          </p:cNvPr>
          <p:cNvSpPr>
            <a:spLocks noGrp="1"/>
          </p:cNvSpPr>
          <p:nvPr>
            <p:ph idx="1"/>
          </p:nvPr>
        </p:nvSpPr>
        <p:spPr>
          <a:xfrm>
            <a:off x="336499" y="1359669"/>
            <a:ext cx="11755527" cy="5373337"/>
          </a:xfrm>
        </p:spPr>
        <p:txBody>
          <a:bodyPr>
            <a:normAutofit/>
          </a:bodyPr>
          <a:lstStyle/>
          <a:p>
            <a:r>
              <a:rPr lang="en-GB" sz="2800" b="1" u="sng" dirty="0"/>
              <a:t>Population structure</a:t>
            </a:r>
          </a:p>
          <a:p>
            <a:r>
              <a:rPr lang="en-GB" sz="2000" baseline="30000" dirty="0"/>
              <a:t>Occurs when samples have different genetic ancestries</a:t>
            </a:r>
          </a:p>
          <a:p>
            <a:r>
              <a:rPr lang="en-GB" sz="2000" baseline="30000" dirty="0"/>
              <a:t>Allele frequencies can differ between subpopulations and can lead to spurious associations due to differences in ancestry rather than true associations</a:t>
            </a:r>
          </a:p>
          <a:p>
            <a:r>
              <a:rPr lang="en-GB" sz="2000" baseline="30000" dirty="0"/>
              <a:t>PLINK:  Merge with a population of known ethnic structure (e.g., HapMap/1KG data) and identify outliers through dimension reduction analyses such as Principal Component Analysis and/or </a:t>
            </a:r>
            <a:r>
              <a:rPr lang="en-GB" sz="2000" baseline="30000" dirty="0" err="1"/>
              <a:t>MultiDimensional</a:t>
            </a:r>
            <a:r>
              <a:rPr lang="en-GB" sz="2000" baseline="30000" dirty="0"/>
              <a:t> Scaling (MDS).</a:t>
            </a:r>
          </a:p>
          <a:p>
            <a:endParaRPr lang="en-GB" dirty="0"/>
          </a:p>
        </p:txBody>
      </p:sp>
      <p:pic>
        <p:nvPicPr>
          <p:cNvPr id="6" name="Picture 5">
            <a:extLst>
              <a:ext uri="{FF2B5EF4-FFF2-40B4-BE49-F238E27FC236}">
                <a16:creationId xmlns:a16="http://schemas.microsoft.com/office/drawing/2014/main" id="{838C31D1-979B-4F98-BCD7-1FD2E699467B}"/>
              </a:ext>
            </a:extLst>
          </p:cNvPr>
          <p:cNvPicPr>
            <a:picLocks noChangeAspect="1"/>
          </p:cNvPicPr>
          <p:nvPr/>
        </p:nvPicPr>
        <p:blipFill>
          <a:blip r:embed="rId3"/>
          <a:stretch>
            <a:fillRect/>
          </a:stretch>
        </p:blipFill>
        <p:spPr>
          <a:xfrm>
            <a:off x="633985" y="3574150"/>
            <a:ext cx="3199180" cy="3030802"/>
          </a:xfrm>
          <a:prstGeom prst="rect">
            <a:avLst/>
          </a:prstGeom>
        </p:spPr>
      </p:pic>
      <p:pic>
        <p:nvPicPr>
          <p:cNvPr id="8" name="Picture 7">
            <a:extLst>
              <a:ext uri="{FF2B5EF4-FFF2-40B4-BE49-F238E27FC236}">
                <a16:creationId xmlns:a16="http://schemas.microsoft.com/office/drawing/2014/main" id="{E52762F9-3502-49BC-BDCD-C447D0EF0AEF}"/>
              </a:ext>
            </a:extLst>
          </p:cNvPr>
          <p:cNvPicPr>
            <a:picLocks noChangeAspect="1"/>
          </p:cNvPicPr>
          <p:nvPr/>
        </p:nvPicPr>
        <p:blipFill>
          <a:blip r:embed="rId4"/>
          <a:stretch>
            <a:fillRect/>
          </a:stretch>
        </p:blipFill>
        <p:spPr>
          <a:xfrm>
            <a:off x="4372051" y="3503573"/>
            <a:ext cx="7602932" cy="2976620"/>
          </a:xfrm>
          <a:prstGeom prst="rect">
            <a:avLst/>
          </a:prstGeom>
        </p:spPr>
      </p:pic>
      <p:pic>
        <p:nvPicPr>
          <p:cNvPr id="4" name="Picture 3">
            <a:extLst>
              <a:ext uri="{FF2B5EF4-FFF2-40B4-BE49-F238E27FC236}">
                <a16:creationId xmlns:a16="http://schemas.microsoft.com/office/drawing/2014/main" id="{3BEE79A9-FFAD-418A-FE5B-DCE8070511D9}"/>
              </a:ext>
            </a:extLst>
          </p:cNvPr>
          <p:cNvPicPr>
            <a:picLocks noChangeAspect="1"/>
          </p:cNvPicPr>
          <p:nvPr/>
        </p:nvPicPr>
        <p:blipFill>
          <a:blip r:embed="rId5"/>
          <a:stretch>
            <a:fillRect/>
          </a:stretch>
        </p:blipFill>
        <p:spPr>
          <a:xfrm>
            <a:off x="9984105" y="6465570"/>
            <a:ext cx="2114550" cy="361950"/>
          </a:xfrm>
          <a:prstGeom prst="rect">
            <a:avLst/>
          </a:prstGeom>
        </p:spPr>
      </p:pic>
    </p:spTree>
    <p:extLst>
      <p:ext uri="{BB962C8B-B14F-4D97-AF65-F5344CB8AC3E}">
        <p14:creationId xmlns:p14="http://schemas.microsoft.com/office/powerpoint/2010/main" val="34778161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0919E-3CFE-4E26-9FE3-71BA09DEE548}"/>
              </a:ext>
            </a:extLst>
          </p:cNvPr>
          <p:cNvSpPr>
            <a:spLocks noGrp="1"/>
          </p:cNvSpPr>
          <p:nvPr>
            <p:ph type="title"/>
          </p:nvPr>
        </p:nvSpPr>
        <p:spPr>
          <a:xfrm>
            <a:off x="550862" y="124994"/>
            <a:ext cx="11091600" cy="891819"/>
          </a:xfrm>
        </p:spPr>
        <p:txBody>
          <a:bodyPr>
            <a:normAutofit fontScale="90000"/>
          </a:bodyPr>
          <a:lstStyle/>
          <a:p>
            <a:r>
              <a:rPr lang="en-GB" dirty="0"/>
              <a:t> (A generalized) Quality Control process</a:t>
            </a:r>
          </a:p>
        </p:txBody>
      </p:sp>
      <p:sp>
        <p:nvSpPr>
          <p:cNvPr id="3" name="Content Placeholder 2">
            <a:extLst>
              <a:ext uri="{FF2B5EF4-FFF2-40B4-BE49-F238E27FC236}">
                <a16:creationId xmlns:a16="http://schemas.microsoft.com/office/drawing/2014/main" id="{E4673AFD-54BD-43CC-BE44-0CDF9C03E05B}"/>
              </a:ext>
            </a:extLst>
          </p:cNvPr>
          <p:cNvSpPr>
            <a:spLocks noGrp="1"/>
          </p:cNvSpPr>
          <p:nvPr>
            <p:ph idx="1"/>
          </p:nvPr>
        </p:nvSpPr>
        <p:spPr>
          <a:xfrm>
            <a:off x="336499" y="1359669"/>
            <a:ext cx="11755527" cy="5373337"/>
          </a:xfrm>
        </p:spPr>
        <p:txBody>
          <a:bodyPr>
            <a:normAutofit/>
          </a:bodyPr>
          <a:lstStyle/>
          <a:p>
            <a:r>
              <a:rPr lang="en-GB" sz="2800" b="1" u="sng" dirty="0"/>
              <a:t>Variant QC</a:t>
            </a:r>
          </a:p>
          <a:p>
            <a:r>
              <a:rPr lang="en-GB" sz="2800" baseline="30000" dirty="0"/>
              <a:t>It consists of (at least) four steps:</a:t>
            </a:r>
          </a:p>
          <a:p>
            <a:pPr marL="0" indent="0">
              <a:buNone/>
            </a:pPr>
            <a:r>
              <a:rPr lang="en-GB" sz="2800" baseline="30000" dirty="0"/>
              <a:t>1.Identification of variants with an excessive missing genotype</a:t>
            </a:r>
          </a:p>
          <a:p>
            <a:pPr marL="0" indent="0">
              <a:buNone/>
            </a:pPr>
            <a:r>
              <a:rPr lang="en-GB" sz="2800" baseline="30000" dirty="0"/>
              <a:t>2.Identification of variants demonstrating a significant deviation from Hardy-Weinberg equilibrium (HWE)</a:t>
            </a:r>
          </a:p>
          <a:p>
            <a:pPr marL="0" indent="0">
              <a:buNone/>
            </a:pPr>
            <a:r>
              <a:rPr lang="en-GB" sz="2800" baseline="30000" dirty="0"/>
              <a:t>3.Removal of all makers with a very low minor allele frequency</a:t>
            </a:r>
          </a:p>
          <a:p>
            <a:pPr marL="0" indent="0">
              <a:buNone/>
            </a:pPr>
            <a:r>
              <a:rPr lang="en-GB" sz="2800" baseline="30000" dirty="0"/>
              <a:t>4.Removal of all makers with cluster separation score</a:t>
            </a:r>
          </a:p>
          <a:p>
            <a:endParaRPr lang="en-GB" dirty="0"/>
          </a:p>
        </p:txBody>
      </p:sp>
      <p:pic>
        <p:nvPicPr>
          <p:cNvPr id="4" name="Picture 3">
            <a:extLst>
              <a:ext uri="{FF2B5EF4-FFF2-40B4-BE49-F238E27FC236}">
                <a16:creationId xmlns:a16="http://schemas.microsoft.com/office/drawing/2014/main" id="{0D19B734-F485-4F61-A205-72640D6AD0B5}"/>
              </a:ext>
            </a:extLst>
          </p:cNvPr>
          <p:cNvPicPr>
            <a:picLocks noChangeAspect="1"/>
          </p:cNvPicPr>
          <p:nvPr/>
        </p:nvPicPr>
        <p:blipFill>
          <a:blip r:embed="rId3"/>
          <a:stretch>
            <a:fillRect/>
          </a:stretch>
        </p:blipFill>
        <p:spPr>
          <a:xfrm>
            <a:off x="6253131" y="4031134"/>
            <a:ext cx="5389331" cy="2615411"/>
          </a:xfrm>
          <a:prstGeom prst="rect">
            <a:avLst/>
          </a:prstGeom>
        </p:spPr>
      </p:pic>
      <p:pic>
        <p:nvPicPr>
          <p:cNvPr id="5" name="Picture 4">
            <a:extLst>
              <a:ext uri="{FF2B5EF4-FFF2-40B4-BE49-F238E27FC236}">
                <a16:creationId xmlns:a16="http://schemas.microsoft.com/office/drawing/2014/main" id="{542D41FD-E108-7938-FAC0-C402B545AB69}"/>
              </a:ext>
            </a:extLst>
          </p:cNvPr>
          <p:cNvPicPr>
            <a:picLocks noChangeAspect="1"/>
          </p:cNvPicPr>
          <p:nvPr/>
        </p:nvPicPr>
        <p:blipFill>
          <a:blip r:embed="rId4"/>
          <a:stretch>
            <a:fillRect/>
          </a:stretch>
        </p:blipFill>
        <p:spPr>
          <a:xfrm>
            <a:off x="9984105" y="6465570"/>
            <a:ext cx="2114550" cy="361950"/>
          </a:xfrm>
          <a:prstGeom prst="rect">
            <a:avLst/>
          </a:prstGeom>
        </p:spPr>
      </p:pic>
    </p:spTree>
    <p:extLst>
      <p:ext uri="{BB962C8B-B14F-4D97-AF65-F5344CB8AC3E}">
        <p14:creationId xmlns:p14="http://schemas.microsoft.com/office/powerpoint/2010/main" val="3543168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0919E-3CFE-4E26-9FE3-71BA09DEE548}"/>
              </a:ext>
            </a:extLst>
          </p:cNvPr>
          <p:cNvSpPr>
            <a:spLocks noGrp="1"/>
          </p:cNvSpPr>
          <p:nvPr>
            <p:ph type="title"/>
          </p:nvPr>
        </p:nvSpPr>
        <p:spPr>
          <a:xfrm>
            <a:off x="107951" y="40074"/>
            <a:ext cx="5988049" cy="2663806"/>
          </a:xfrm>
        </p:spPr>
        <p:txBody>
          <a:bodyPr wrap="square" anchor="b">
            <a:normAutofit/>
          </a:bodyPr>
          <a:lstStyle/>
          <a:p>
            <a:pPr>
              <a:lnSpc>
                <a:spcPct val="90000"/>
              </a:lnSpc>
            </a:pPr>
            <a:r>
              <a:rPr lang="en-GB" sz="6400" dirty="0"/>
              <a:t> (A generalized) Quality Control process</a:t>
            </a:r>
          </a:p>
        </p:txBody>
      </p:sp>
      <p:sp>
        <p:nvSpPr>
          <p:cNvPr id="3" name="Content Placeholder 2">
            <a:extLst>
              <a:ext uri="{FF2B5EF4-FFF2-40B4-BE49-F238E27FC236}">
                <a16:creationId xmlns:a16="http://schemas.microsoft.com/office/drawing/2014/main" id="{E4673AFD-54BD-43CC-BE44-0CDF9C03E05B}"/>
              </a:ext>
            </a:extLst>
          </p:cNvPr>
          <p:cNvSpPr>
            <a:spLocks noGrp="1"/>
          </p:cNvSpPr>
          <p:nvPr>
            <p:ph idx="1"/>
          </p:nvPr>
        </p:nvSpPr>
        <p:spPr>
          <a:xfrm>
            <a:off x="550863" y="3409936"/>
            <a:ext cx="5437187" cy="2682889"/>
          </a:xfrm>
        </p:spPr>
        <p:txBody>
          <a:bodyPr anchor="t">
            <a:normAutofit/>
          </a:bodyPr>
          <a:lstStyle/>
          <a:p>
            <a:r>
              <a:rPr lang="en-GB" sz="4800" b="1" u="sng" dirty="0"/>
              <a:t>Where to draw the line</a:t>
            </a:r>
            <a:r>
              <a:rPr lang="en-GB" sz="4800" b="1" u="sng" dirty="0">
                <a:solidFill>
                  <a:srgbClr val="FF0000">
                    <a:alpha val="60000"/>
                  </a:srgbClr>
                </a:solidFill>
              </a:rPr>
              <a:t>?</a:t>
            </a:r>
          </a:p>
          <a:p>
            <a:pPr marL="0" indent="0">
              <a:buNone/>
            </a:pPr>
            <a:endParaRPr lang="en-GB" sz="1600" dirty="0"/>
          </a:p>
        </p:txBody>
      </p:sp>
      <p:pic>
        <p:nvPicPr>
          <p:cNvPr id="9" name="Picture 8">
            <a:extLst>
              <a:ext uri="{FF2B5EF4-FFF2-40B4-BE49-F238E27FC236}">
                <a16:creationId xmlns:a16="http://schemas.microsoft.com/office/drawing/2014/main" id="{594C98CA-3401-443F-A055-101393C04B15}"/>
              </a:ext>
            </a:extLst>
          </p:cNvPr>
          <p:cNvPicPr>
            <a:picLocks noChangeAspect="1"/>
          </p:cNvPicPr>
          <p:nvPr/>
        </p:nvPicPr>
        <p:blipFill>
          <a:blip r:embed="rId3"/>
          <a:stretch>
            <a:fillRect/>
          </a:stretch>
        </p:blipFill>
        <p:spPr>
          <a:xfrm>
            <a:off x="6626933" y="549274"/>
            <a:ext cx="4935301" cy="3072225"/>
          </a:xfrm>
          <a:custGeom>
            <a:avLst/>
            <a:gdLst/>
            <a:ahLst/>
            <a:cxnLst/>
            <a:rect l="l" t="t" r="r" b="b"/>
            <a:pathLst>
              <a:path w="2434045" h="2435676">
                <a:moveTo>
                  <a:pt x="0" y="0"/>
                </a:moveTo>
                <a:lnTo>
                  <a:pt x="2434045" y="0"/>
                </a:lnTo>
                <a:lnTo>
                  <a:pt x="2434045" y="2435676"/>
                </a:lnTo>
                <a:lnTo>
                  <a:pt x="0" y="2435676"/>
                </a:lnTo>
                <a:close/>
              </a:path>
            </a:pathLst>
          </a:custGeom>
        </p:spPr>
      </p:pic>
      <p:pic>
        <p:nvPicPr>
          <p:cNvPr id="5" name="Picture 4">
            <a:extLst>
              <a:ext uri="{FF2B5EF4-FFF2-40B4-BE49-F238E27FC236}">
                <a16:creationId xmlns:a16="http://schemas.microsoft.com/office/drawing/2014/main" id="{0E6E8D59-3917-474A-8AA1-1C0D526F5096}"/>
              </a:ext>
            </a:extLst>
          </p:cNvPr>
          <p:cNvPicPr>
            <a:picLocks noChangeAspect="1"/>
          </p:cNvPicPr>
          <p:nvPr/>
        </p:nvPicPr>
        <p:blipFill>
          <a:blip r:embed="rId4"/>
          <a:stretch>
            <a:fillRect/>
          </a:stretch>
        </p:blipFill>
        <p:spPr>
          <a:xfrm>
            <a:off x="6538913" y="3922546"/>
            <a:ext cx="2434045" cy="2336683"/>
          </a:xfrm>
          <a:custGeom>
            <a:avLst/>
            <a:gdLst/>
            <a:ahLst/>
            <a:cxnLst/>
            <a:rect l="l" t="t" r="r" b="b"/>
            <a:pathLst>
              <a:path w="2434045" h="2435676">
                <a:moveTo>
                  <a:pt x="0" y="0"/>
                </a:moveTo>
                <a:lnTo>
                  <a:pt x="2434045" y="0"/>
                </a:lnTo>
                <a:lnTo>
                  <a:pt x="2434045" y="2435676"/>
                </a:lnTo>
                <a:lnTo>
                  <a:pt x="0" y="2435676"/>
                </a:lnTo>
                <a:close/>
              </a:path>
            </a:pathLst>
          </a:custGeom>
        </p:spPr>
      </p:pic>
      <p:pic>
        <p:nvPicPr>
          <p:cNvPr id="7" name="Picture 6">
            <a:extLst>
              <a:ext uri="{FF2B5EF4-FFF2-40B4-BE49-F238E27FC236}">
                <a16:creationId xmlns:a16="http://schemas.microsoft.com/office/drawing/2014/main" id="{E592B971-4B31-423E-A77B-FBC565B15BC5}"/>
              </a:ext>
            </a:extLst>
          </p:cNvPr>
          <p:cNvPicPr>
            <a:picLocks noChangeAspect="1"/>
          </p:cNvPicPr>
          <p:nvPr/>
        </p:nvPicPr>
        <p:blipFill>
          <a:blip r:embed="rId5"/>
          <a:stretch>
            <a:fillRect/>
          </a:stretch>
        </p:blipFill>
        <p:spPr>
          <a:xfrm>
            <a:off x="9207093" y="4001653"/>
            <a:ext cx="2434045" cy="2178470"/>
          </a:xfrm>
          <a:custGeom>
            <a:avLst/>
            <a:gdLst/>
            <a:ahLst/>
            <a:cxnLst/>
            <a:rect l="l" t="t" r="r" b="b"/>
            <a:pathLst>
              <a:path w="5093106" h="3072225">
                <a:moveTo>
                  <a:pt x="0" y="0"/>
                </a:moveTo>
                <a:lnTo>
                  <a:pt x="5093106" y="0"/>
                </a:lnTo>
                <a:lnTo>
                  <a:pt x="5093106" y="3072225"/>
                </a:lnTo>
                <a:lnTo>
                  <a:pt x="0" y="3072225"/>
                </a:lnTo>
                <a:close/>
              </a:path>
            </a:pathLst>
          </a:custGeom>
        </p:spPr>
      </p:pic>
      <p:pic>
        <p:nvPicPr>
          <p:cNvPr id="4" name="Picture 3">
            <a:extLst>
              <a:ext uri="{FF2B5EF4-FFF2-40B4-BE49-F238E27FC236}">
                <a16:creationId xmlns:a16="http://schemas.microsoft.com/office/drawing/2014/main" id="{BFB155C2-57EF-2556-DEB1-08DA25AABB4F}"/>
              </a:ext>
            </a:extLst>
          </p:cNvPr>
          <p:cNvPicPr>
            <a:picLocks noChangeAspect="1"/>
          </p:cNvPicPr>
          <p:nvPr/>
        </p:nvPicPr>
        <p:blipFill>
          <a:blip r:embed="rId6"/>
          <a:stretch>
            <a:fillRect/>
          </a:stretch>
        </p:blipFill>
        <p:spPr>
          <a:xfrm>
            <a:off x="9984105" y="6465570"/>
            <a:ext cx="2114550" cy="361950"/>
          </a:xfrm>
          <a:prstGeom prst="rect">
            <a:avLst/>
          </a:prstGeom>
        </p:spPr>
      </p:pic>
    </p:spTree>
    <p:extLst>
      <p:ext uri="{BB962C8B-B14F-4D97-AF65-F5344CB8AC3E}">
        <p14:creationId xmlns:p14="http://schemas.microsoft.com/office/powerpoint/2010/main" val="10506775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486703-4E2D-4653-A2C0-61E584C4FBF5}"/>
              </a:ext>
            </a:extLst>
          </p:cNvPr>
          <p:cNvSpPr>
            <a:spLocks noGrp="1"/>
          </p:cNvSpPr>
          <p:nvPr>
            <p:ph type="title"/>
          </p:nvPr>
        </p:nvSpPr>
        <p:spPr>
          <a:xfrm>
            <a:off x="1008184" y="174032"/>
            <a:ext cx="10175631" cy="1111843"/>
          </a:xfrm>
        </p:spPr>
        <p:txBody>
          <a:bodyPr anchor="ctr">
            <a:normAutofit/>
          </a:bodyPr>
          <a:lstStyle/>
          <a:p>
            <a:pPr algn="ctr"/>
            <a:r>
              <a:rPr lang="en-GB" sz="4000"/>
              <a:t>Genotyping data : PLINK common operations</a:t>
            </a:r>
          </a:p>
        </p:txBody>
      </p:sp>
      <p:sp>
        <p:nvSpPr>
          <p:cNvPr id="15" name="Content Placeholder 14">
            <a:extLst>
              <a:ext uri="{FF2B5EF4-FFF2-40B4-BE49-F238E27FC236}">
                <a16:creationId xmlns:a16="http://schemas.microsoft.com/office/drawing/2014/main" id="{AFDC3C43-EE9A-B076-EF22-558E29A479A1}"/>
              </a:ext>
            </a:extLst>
          </p:cNvPr>
          <p:cNvSpPr>
            <a:spLocks noGrp="1"/>
          </p:cNvSpPr>
          <p:nvPr>
            <p:ph idx="1"/>
          </p:nvPr>
        </p:nvSpPr>
        <p:spPr>
          <a:xfrm>
            <a:off x="1008184" y="1459907"/>
            <a:ext cx="10175630" cy="767904"/>
          </a:xfrm>
        </p:spPr>
        <p:txBody>
          <a:bodyPr anchor="ctr">
            <a:normAutofit/>
          </a:bodyPr>
          <a:lstStyle/>
          <a:p>
            <a:pPr algn="ctr"/>
            <a:endParaRPr lang="en-US" sz="2000"/>
          </a:p>
        </p:txBody>
      </p:sp>
      <p:pic>
        <p:nvPicPr>
          <p:cNvPr id="11" name="Content Placeholder 10">
            <a:extLst>
              <a:ext uri="{FF2B5EF4-FFF2-40B4-BE49-F238E27FC236}">
                <a16:creationId xmlns:a16="http://schemas.microsoft.com/office/drawing/2014/main" id="{49B9073A-E09F-4694-939B-FFAAA9E8D035}"/>
              </a:ext>
            </a:extLst>
          </p:cNvPr>
          <p:cNvPicPr>
            <a:picLocks noChangeAspect="1"/>
          </p:cNvPicPr>
          <p:nvPr/>
        </p:nvPicPr>
        <p:blipFill>
          <a:blip r:embed="rId3"/>
          <a:stretch>
            <a:fillRect/>
          </a:stretch>
        </p:blipFill>
        <p:spPr>
          <a:xfrm>
            <a:off x="3412956" y="2405149"/>
            <a:ext cx="5359990" cy="3899393"/>
          </a:xfrm>
          <a:prstGeom prst="rect">
            <a:avLst/>
          </a:prstGeom>
        </p:spPr>
      </p:pic>
      <p:pic>
        <p:nvPicPr>
          <p:cNvPr id="3" name="Picture 2">
            <a:extLst>
              <a:ext uri="{FF2B5EF4-FFF2-40B4-BE49-F238E27FC236}">
                <a16:creationId xmlns:a16="http://schemas.microsoft.com/office/drawing/2014/main" id="{83D81BAF-136B-11E3-DAB1-8F6A91F265F7}"/>
              </a:ext>
            </a:extLst>
          </p:cNvPr>
          <p:cNvPicPr>
            <a:picLocks noChangeAspect="1"/>
          </p:cNvPicPr>
          <p:nvPr/>
        </p:nvPicPr>
        <p:blipFill>
          <a:blip r:embed="rId4"/>
          <a:stretch>
            <a:fillRect/>
          </a:stretch>
        </p:blipFill>
        <p:spPr>
          <a:xfrm>
            <a:off x="9984105" y="6465570"/>
            <a:ext cx="2114550" cy="361950"/>
          </a:xfrm>
          <a:prstGeom prst="rect">
            <a:avLst/>
          </a:prstGeom>
        </p:spPr>
      </p:pic>
    </p:spTree>
    <p:extLst>
      <p:ext uri="{BB962C8B-B14F-4D97-AF65-F5344CB8AC3E}">
        <p14:creationId xmlns:p14="http://schemas.microsoft.com/office/powerpoint/2010/main" val="5646026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486703-4E2D-4653-A2C0-61E584C4FBF5}"/>
              </a:ext>
            </a:extLst>
          </p:cNvPr>
          <p:cNvSpPr>
            <a:spLocks noGrp="1"/>
          </p:cNvSpPr>
          <p:nvPr>
            <p:ph type="title"/>
          </p:nvPr>
        </p:nvSpPr>
        <p:spPr>
          <a:xfrm>
            <a:off x="1008184" y="174032"/>
            <a:ext cx="10175631" cy="1111843"/>
          </a:xfrm>
        </p:spPr>
        <p:txBody>
          <a:bodyPr anchor="ctr">
            <a:normAutofit/>
          </a:bodyPr>
          <a:lstStyle/>
          <a:p>
            <a:pPr algn="ctr"/>
            <a:r>
              <a:rPr lang="en-GB" sz="4000"/>
              <a:t>Genotyping data : PLINK common operations</a:t>
            </a:r>
          </a:p>
        </p:txBody>
      </p:sp>
      <p:sp>
        <p:nvSpPr>
          <p:cNvPr id="10" name="Content Placeholder 9">
            <a:extLst>
              <a:ext uri="{FF2B5EF4-FFF2-40B4-BE49-F238E27FC236}">
                <a16:creationId xmlns:a16="http://schemas.microsoft.com/office/drawing/2014/main" id="{174F11CF-C4E8-28EA-6E08-11E295EE9C6F}"/>
              </a:ext>
            </a:extLst>
          </p:cNvPr>
          <p:cNvSpPr>
            <a:spLocks noGrp="1"/>
          </p:cNvSpPr>
          <p:nvPr>
            <p:ph idx="1"/>
          </p:nvPr>
        </p:nvSpPr>
        <p:spPr>
          <a:xfrm>
            <a:off x="1008184" y="1459907"/>
            <a:ext cx="10175630" cy="767904"/>
          </a:xfrm>
        </p:spPr>
        <p:txBody>
          <a:bodyPr anchor="ctr">
            <a:normAutofit/>
          </a:bodyPr>
          <a:lstStyle/>
          <a:p>
            <a:pPr algn="ctr"/>
            <a:endParaRPr lang="en-US" sz="2000"/>
          </a:p>
        </p:txBody>
      </p:sp>
      <p:pic>
        <p:nvPicPr>
          <p:cNvPr id="6" name="Content Placeholder 5">
            <a:extLst>
              <a:ext uri="{FF2B5EF4-FFF2-40B4-BE49-F238E27FC236}">
                <a16:creationId xmlns:a16="http://schemas.microsoft.com/office/drawing/2014/main" id="{1FF69BFF-F4DB-4474-A7F2-C3C43F6FE5D6}"/>
              </a:ext>
            </a:extLst>
          </p:cNvPr>
          <p:cNvPicPr>
            <a:picLocks noChangeAspect="1"/>
          </p:cNvPicPr>
          <p:nvPr/>
        </p:nvPicPr>
        <p:blipFill>
          <a:blip r:embed="rId3"/>
          <a:stretch>
            <a:fillRect/>
          </a:stretch>
        </p:blipFill>
        <p:spPr>
          <a:xfrm>
            <a:off x="2870313" y="2405149"/>
            <a:ext cx="6445277" cy="3899393"/>
          </a:xfrm>
          <a:prstGeom prst="rect">
            <a:avLst/>
          </a:prstGeom>
        </p:spPr>
      </p:pic>
    </p:spTree>
    <p:extLst>
      <p:ext uri="{BB962C8B-B14F-4D97-AF65-F5344CB8AC3E}">
        <p14:creationId xmlns:p14="http://schemas.microsoft.com/office/powerpoint/2010/main" val="26730251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86703-4E2D-4653-A2C0-61E584C4FBF5}"/>
              </a:ext>
            </a:extLst>
          </p:cNvPr>
          <p:cNvSpPr>
            <a:spLocks noGrp="1"/>
          </p:cNvSpPr>
          <p:nvPr>
            <p:ph type="title"/>
          </p:nvPr>
        </p:nvSpPr>
        <p:spPr/>
        <p:txBody>
          <a:bodyPr>
            <a:normAutofit fontScale="90000"/>
          </a:bodyPr>
          <a:lstStyle/>
          <a:p>
            <a:r>
              <a:rPr lang="en-GB" dirty="0"/>
              <a:t>Genotyping data : PLINK common operations</a:t>
            </a:r>
          </a:p>
        </p:txBody>
      </p:sp>
      <p:sp>
        <p:nvSpPr>
          <p:cNvPr id="4" name="Content Placeholder 3">
            <a:extLst>
              <a:ext uri="{FF2B5EF4-FFF2-40B4-BE49-F238E27FC236}">
                <a16:creationId xmlns:a16="http://schemas.microsoft.com/office/drawing/2014/main" id="{FC25D772-62C6-4D45-8EF5-C9C892BDD2E7}"/>
              </a:ext>
            </a:extLst>
          </p:cNvPr>
          <p:cNvSpPr>
            <a:spLocks noGrp="1"/>
          </p:cNvSpPr>
          <p:nvPr>
            <p:ph idx="1"/>
          </p:nvPr>
        </p:nvSpPr>
        <p:spPr/>
        <p:txBody>
          <a:bodyPr>
            <a:noAutofit/>
          </a:bodyPr>
          <a:lstStyle/>
          <a:p>
            <a:r>
              <a:rPr lang="en-GB" sz="2800" dirty="0"/>
              <a:t>What is the command for :</a:t>
            </a:r>
          </a:p>
          <a:p>
            <a:pPr lvl="1"/>
            <a:r>
              <a:rPr lang="en-GB" sz="2400" dirty="0"/>
              <a:t>Excluding SNPs that are missing in a large proportion of the subjects (&lt;0.90).</a:t>
            </a:r>
          </a:p>
          <a:p>
            <a:pPr lvl="1"/>
            <a:r>
              <a:rPr lang="en-GB" sz="2400" dirty="0"/>
              <a:t>Excluding individuals who have high rates of genotype missingness (&lt;0.85).</a:t>
            </a:r>
          </a:p>
          <a:p>
            <a:pPr lvl="1"/>
            <a:r>
              <a:rPr lang="en-GB" sz="2400" dirty="0"/>
              <a:t>Keeping autosomal SNPs.</a:t>
            </a:r>
          </a:p>
          <a:p>
            <a:pPr lvl="1"/>
            <a:r>
              <a:rPr lang="en-GB" sz="2400" dirty="0"/>
              <a:t>Extracting the top 20 principal components.</a:t>
            </a:r>
          </a:p>
          <a:p>
            <a:pPr lvl="1"/>
            <a:r>
              <a:rPr lang="en-GB" sz="2400" dirty="0"/>
              <a:t>The association between SNPs and a binary/quantitative  outcome.</a:t>
            </a:r>
          </a:p>
        </p:txBody>
      </p:sp>
    </p:spTree>
    <p:extLst>
      <p:ext uri="{BB962C8B-B14F-4D97-AF65-F5344CB8AC3E}">
        <p14:creationId xmlns:p14="http://schemas.microsoft.com/office/powerpoint/2010/main" val="36898752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3682031"/>
      </p:ext>
    </p:extLst>
  </p:cSld>
  <p:clrMapOvr>
    <a:masterClrMapping/>
  </p:clrMapOvr>
</p:sld>
</file>

<file path=ppt/theme/theme1.xml><?xml version="1.0" encoding="utf-8"?>
<a:theme xmlns:a="http://schemas.openxmlformats.org/drawingml/2006/main" name="Title slides">
  <a:themeElements>
    <a:clrScheme name="Helmholtz">
      <a:dk1>
        <a:srgbClr val="000000"/>
      </a:dk1>
      <a:lt1>
        <a:srgbClr val="FFFFFF"/>
      </a:lt1>
      <a:dk2>
        <a:srgbClr val="44546A"/>
      </a:dk2>
      <a:lt2>
        <a:srgbClr val="E7E6E6"/>
      </a:lt2>
      <a:accent1>
        <a:srgbClr val="69005F"/>
      </a:accent1>
      <a:accent2>
        <a:srgbClr val="FF506E"/>
      </a:accent2>
      <a:accent3>
        <a:srgbClr val="002864"/>
      </a:accent3>
      <a:accent4>
        <a:srgbClr val="0059A0"/>
      </a:accent4>
      <a:accent5>
        <a:srgbClr val="000000"/>
      </a:accent5>
      <a:accent6>
        <a:srgbClr val="000000"/>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pter divider slides">
  <a:themeElements>
    <a:clrScheme name="Helmholtz">
      <a:dk1>
        <a:srgbClr val="000000"/>
      </a:dk1>
      <a:lt1>
        <a:srgbClr val="FFFFFF"/>
      </a:lt1>
      <a:dk2>
        <a:srgbClr val="44546A"/>
      </a:dk2>
      <a:lt2>
        <a:srgbClr val="E7E6E6"/>
      </a:lt2>
      <a:accent1>
        <a:srgbClr val="69005F"/>
      </a:accent1>
      <a:accent2>
        <a:srgbClr val="FF506E"/>
      </a:accent2>
      <a:accent3>
        <a:srgbClr val="002864"/>
      </a:accent3>
      <a:accent4>
        <a:srgbClr val="0059A0"/>
      </a:accent4>
      <a:accent5>
        <a:srgbClr val="000000"/>
      </a:accent5>
      <a:accent6>
        <a:srgbClr val="000000"/>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Agenda slides">
  <a:themeElements>
    <a:clrScheme name="Helmholtz">
      <a:dk1>
        <a:srgbClr val="000000"/>
      </a:dk1>
      <a:lt1>
        <a:srgbClr val="FFFFFF"/>
      </a:lt1>
      <a:dk2>
        <a:srgbClr val="44546A"/>
      </a:dk2>
      <a:lt2>
        <a:srgbClr val="E7E6E6"/>
      </a:lt2>
      <a:accent1>
        <a:srgbClr val="69005F"/>
      </a:accent1>
      <a:accent2>
        <a:srgbClr val="FF506E"/>
      </a:accent2>
      <a:accent3>
        <a:srgbClr val="002864"/>
      </a:accent3>
      <a:accent4>
        <a:srgbClr val="0059A0"/>
      </a:accent4>
      <a:accent5>
        <a:srgbClr val="000000"/>
      </a:accent5>
      <a:accent6>
        <a:srgbClr val="000000"/>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tent slides">
  <a:themeElements>
    <a:clrScheme name="Helmholtz">
      <a:dk1>
        <a:srgbClr val="000000"/>
      </a:dk1>
      <a:lt1>
        <a:srgbClr val="FFFFFF"/>
      </a:lt1>
      <a:dk2>
        <a:srgbClr val="44546A"/>
      </a:dk2>
      <a:lt2>
        <a:srgbClr val="E7E6E6"/>
      </a:lt2>
      <a:accent1>
        <a:srgbClr val="69005F"/>
      </a:accent1>
      <a:accent2>
        <a:srgbClr val="FF506E"/>
      </a:accent2>
      <a:accent3>
        <a:srgbClr val="002864"/>
      </a:accent3>
      <a:accent4>
        <a:srgbClr val="0059A0"/>
      </a:accent4>
      <a:accent5>
        <a:srgbClr val="000000"/>
      </a:accent5>
      <a:accent6>
        <a:srgbClr val="000000"/>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hank you slides">
  <a:themeElements>
    <a:clrScheme name="Helmholtz">
      <a:dk1>
        <a:srgbClr val="000000"/>
      </a:dk1>
      <a:lt1>
        <a:srgbClr val="FFFFFF"/>
      </a:lt1>
      <a:dk2>
        <a:srgbClr val="44546A"/>
      </a:dk2>
      <a:lt2>
        <a:srgbClr val="E7E6E6"/>
      </a:lt2>
      <a:accent1>
        <a:srgbClr val="69005F"/>
      </a:accent1>
      <a:accent2>
        <a:srgbClr val="FF506E"/>
      </a:accent2>
      <a:accent3>
        <a:srgbClr val="002864"/>
      </a:accent3>
      <a:accent4>
        <a:srgbClr val="0059A0"/>
      </a:accent4>
      <a:accent5>
        <a:srgbClr val="000000"/>
      </a:accent5>
      <a:accent6>
        <a:srgbClr val="000000"/>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4040</Words>
  <Application>Microsoft Office PowerPoint</Application>
  <PresentationFormat>Widescreen</PresentationFormat>
  <Paragraphs>254</Paragraphs>
  <Slides>38</Slides>
  <Notes>36</Notes>
  <HiddenSlides>0</HiddenSlides>
  <MMClips>0</MMClips>
  <ScaleCrop>false</ScaleCrop>
  <HeadingPairs>
    <vt:vector size="6" baseType="variant">
      <vt:variant>
        <vt:lpstr>Fonts Used</vt:lpstr>
      </vt:variant>
      <vt:variant>
        <vt:i4>5</vt:i4>
      </vt:variant>
      <vt:variant>
        <vt:lpstr>Theme</vt:lpstr>
      </vt:variant>
      <vt:variant>
        <vt:i4>5</vt:i4>
      </vt:variant>
      <vt:variant>
        <vt:lpstr>Slide Titles</vt:lpstr>
      </vt:variant>
      <vt:variant>
        <vt:i4>38</vt:i4>
      </vt:variant>
    </vt:vector>
  </HeadingPairs>
  <TitlesOfParts>
    <vt:vector size="48" baseType="lpstr">
      <vt:lpstr>-apple-system</vt:lpstr>
      <vt:lpstr>Arial</vt:lpstr>
      <vt:lpstr>Calibri</vt:lpstr>
      <vt:lpstr>Courier New</vt:lpstr>
      <vt:lpstr>Wingdings</vt:lpstr>
      <vt:lpstr>Title slides</vt:lpstr>
      <vt:lpstr>Chapter divider slides</vt:lpstr>
      <vt:lpstr>Agenda slides</vt:lpstr>
      <vt:lpstr>Content slides</vt:lpstr>
      <vt:lpstr>Thank you slides</vt:lpstr>
      <vt:lpstr>Human Genetics of Complex Traits Workshop</vt:lpstr>
      <vt:lpstr>Before we start …</vt:lpstr>
      <vt:lpstr>Before we start …</vt:lpstr>
      <vt:lpstr>Before we start …</vt:lpstr>
      <vt:lpstr>The GWAS analysis pipeline</vt:lpstr>
      <vt:lpstr>The GWAS analysis pipeline</vt:lpstr>
      <vt:lpstr>The GWAS analysis pipeline</vt:lpstr>
      <vt:lpstr>Did you say intensities?</vt:lpstr>
      <vt:lpstr>Intensities: the good …</vt:lpstr>
      <vt:lpstr>Intensities: the bad …</vt:lpstr>
      <vt:lpstr>Intensities: the ugly …</vt:lpstr>
      <vt:lpstr>The GWAS analysis pipeline</vt:lpstr>
      <vt:lpstr>The GWAS analysis pipeline</vt:lpstr>
      <vt:lpstr>The GWAS analysis pipeline</vt:lpstr>
      <vt:lpstr>Genotyping data storage</vt:lpstr>
      <vt:lpstr>Genotyping data storage: PLINK</vt:lpstr>
      <vt:lpstr>Genotyping data storage: PLINK</vt:lpstr>
      <vt:lpstr>Genotyping data storage: PLINK</vt:lpstr>
      <vt:lpstr>Genotyping data storage: PLINK</vt:lpstr>
      <vt:lpstr>Genotyping data : PLINK common operations</vt:lpstr>
      <vt:lpstr>Why Quality Control?</vt:lpstr>
      <vt:lpstr>Why Quality Control?</vt:lpstr>
      <vt:lpstr> (A generalized) Quality Control process</vt:lpstr>
      <vt:lpstr> (A generalized) Quality Control process</vt:lpstr>
      <vt:lpstr> (A generalized) Quality Control process</vt:lpstr>
      <vt:lpstr> (A generalized) Quality Control process</vt:lpstr>
      <vt:lpstr> (A generalized) Quality Control process</vt:lpstr>
      <vt:lpstr> (A generalized) Quality Control process</vt:lpstr>
      <vt:lpstr> (A generalized) Quality Control process</vt:lpstr>
      <vt:lpstr> (A generalized) Quality Control process</vt:lpstr>
      <vt:lpstr> (A generalized) Quality Control process</vt:lpstr>
      <vt:lpstr> (A generalized) Quality Control process</vt:lpstr>
      <vt:lpstr> (A generalized) Quality Control process</vt:lpstr>
      <vt:lpstr> (A generalized) Quality Control process</vt:lpstr>
      <vt:lpstr>Genotyping data : PLINK common operations</vt:lpstr>
      <vt:lpstr>Genotyping data : PLINK common operations</vt:lpstr>
      <vt:lpstr>Genotyping data : PLINK common operations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Master</dc:title>
  <dc:subject>Helmholtz Munich PowerPoint Master</dc:subject>
  <dc:creator>Hatzikotoulas, Konstantinos, Dr.</dc:creator>
  <cp:keywords/>
  <dc:description/>
  <cp:lastModifiedBy>Konstantinos Hatzikotoulas</cp:lastModifiedBy>
  <cp:revision>592</cp:revision>
  <dcterms:created xsi:type="dcterms:W3CDTF">2021-07-08T06:45:51Z</dcterms:created>
  <dcterms:modified xsi:type="dcterms:W3CDTF">2026-05-20T10:26:08Z</dcterms:modified>
  <cp:category/>
</cp:coreProperties>
</file>