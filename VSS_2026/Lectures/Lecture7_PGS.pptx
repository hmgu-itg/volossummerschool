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3.xml" ContentType="application/vnd.openxmlformats-officedocument.theme+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4.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5.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660" r:id="rId5"/>
    <p:sldMasterId id="2147483666" r:id="rId6"/>
    <p:sldMasterId id="2147483669" r:id="rId7"/>
    <p:sldMasterId id="2147483672" r:id="rId8"/>
    <p:sldMasterId id="2147483697" r:id="rId9"/>
  </p:sldMasterIdLst>
  <p:notesMasterIdLst>
    <p:notesMasterId r:id="rId73"/>
  </p:notesMasterIdLst>
  <p:sldIdLst>
    <p:sldId id="328" r:id="rId10"/>
    <p:sldId id="329" r:id="rId11"/>
    <p:sldId id="366" r:id="rId12"/>
    <p:sldId id="577" r:id="rId13"/>
    <p:sldId id="567" r:id="rId14"/>
    <p:sldId id="578" r:id="rId15"/>
    <p:sldId id="570" r:id="rId16"/>
    <p:sldId id="579" r:id="rId17"/>
    <p:sldId id="583" r:id="rId18"/>
    <p:sldId id="585" r:id="rId19"/>
    <p:sldId id="581" r:id="rId20"/>
    <p:sldId id="569" r:id="rId21"/>
    <p:sldId id="367" r:id="rId22"/>
    <p:sldId id="428" r:id="rId23"/>
    <p:sldId id="401" r:id="rId24"/>
    <p:sldId id="429" r:id="rId25"/>
    <p:sldId id="592" r:id="rId26"/>
    <p:sldId id="261" r:id="rId27"/>
    <p:sldId id="368" r:id="rId28"/>
    <p:sldId id="413" r:id="rId29"/>
    <p:sldId id="414" r:id="rId30"/>
    <p:sldId id="415" r:id="rId31"/>
    <p:sldId id="417" r:id="rId32"/>
    <p:sldId id="419" r:id="rId33"/>
    <p:sldId id="418" r:id="rId34"/>
    <p:sldId id="420" r:id="rId35"/>
    <p:sldId id="584" r:id="rId36"/>
    <p:sldId id="391" r:id="rId37"/>
    <p:sldId id="390" r:id="rId38"/>
    <p:sldId id="422" r:id="rId39"/>
    <p:sldId id="593" r:id="rId40"/>
    <p:sldId id="421" r:id="rId41"/>
    <p:sldId id="294" r:id="rId42"/>
    <p:sldId id="431" r:id="rId43"/>
    <p:sldId id="396" r:id="rId44"/>
    <p:sldId id="432" r:id="rId45"/>
    <p:sldId id="397" r:id="rId46"/>
    <p:sldId id="398" r:id="rId47"/>
    <p:sldId id="594" r:id="rId48"/>
    <p:sldId id="400" r:id="rId49"/>
    <p:sldId id="430" r:id="rId50"/>
    <p:sldId id="402" r:id="rId51"/>
    <p:sldId id="564" r:id="rId52"/>
    <p:sldId id="563" r:id="rId53"/>
    <p:sldId id="425" r:id="rId54"/>
    <p:sldId id="403" r:id="rId55"/>
    <p:sldId id="597" r:id="rId56"/>
    <p:sldId id="405" r:id="rId57"/>
    <p:sldId id="446" r:id="rId58"/>
    <p:sldId id="404" r:id="rId59"/>
    <p:sldId id="595" r:id="rId60"/>
    <p:sldId id="596" r:id="rId61"/>
    <p:sldId id="274" r:id="rId62"/>
    <p:sldId id="590" r:id="rId63"/>
    <p:sldId id="426" r:id="rId64"/>
    <p:sldId id="566" r:id="rId65"/>
    <p:sldId id="586" r:id="rId66"/>
    <p:sldId id="407" r:id="rId67"/>
    <p:sldId id="588" r:id="rId68"/>
    <p:sldId id="587" r:id="rId69"/>
    <p:sldId id="589" r:id="rId70"/>
    <p:sldId id="591" r:id="rId71"/>
    <p:sldId id="358" r:id="rId72"/>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B12733D-A3E9-0084-B908-1D65B1BE35EA}" name="Ana Luiza Arruda" initials="ALA" userId="S::analuiza.arruda@helmholtz-munich.de::bb5c0449-6595-4bad-a6fd-92e27f1efdb7"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Ana Arruda" initials="AA" lastIdx="1" clrIdx="0">
    <p:extLst>
      <p:ext uri="{19B8F6BF-5375-455C-9EA6-DF929625EA0E}">
        <p15:presenceInfo xmlns:p15="http://schemas.microsoft.com/office/powerpoint/2012/main" userId="Ana Arrud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C1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866" autoAdjust="0"/>
    <p:restoredTop sz="80424" autoAdjust="0"/>
  </p:normalViewPr>
  <p:slideViewPr>
    <p:cSldViewPr snapToGrid="0">
      <p:cViewPr>
        <p:scale>
          <a:sx n="110" d="100"/>
          <a:sy n="110" d="100"/>
        </p:scale>
        <p:origin x="800" y="1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7.xml"/><Relationship Id="rId21" Type="http://schemas.openxmlformats.org/officeDocument/2006/relationships/slide" Target="slides/slide12.xml"/><Relationship Id="rId42" Type="http://schemas.openxmlformats.org/officeDocument/2006/relationships/slide" Target="slides/slide33.xml"/><Relationship Id="rId47" Type="http://schemas.openxmlformats.org/officeDocument/2006/relationships/slide" Target="slides/slide38.xml"/><Relationship Id="rId63" Type="http://schemas.openxmlformats.org/officeDocument/2006/relationships/slide" Target="slides/slide54.xml"/><Relationship Id="rId68" Type="http://schemas.openxmlformats.org/officeDocument/2006/relationships/slide" Target="slides/slide59.xml"/><Relationship Id="rId16" Type="http://schemas.openxmlformats.org/officeDocument/2006/relationships/slide" Target="slides/slide7.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slide" Target="slides/slide28.xml"/><Relationship Id="rId40" Type="http://schemas.openxmlformats.org/officeDocument/2006/relationships/slide" Target="slides/slide31.xml"/><Relationship Id="rId45" Type="http://schemas.openxmlformats.org/officeDocument/2006/relationships/slide" Target="slides/slide36.xml"/><Relationship Id="rId53" Type="http://schemas.openxmlformats.org/officeDocument/2006/relationships/slide" Target="slides/slide44.xml"/><Relationship Id="rId58" Type="http://schemas.openxmlformats.org/officeDocument/2006/relationships/slide" Target="slides/slide49.xml"/><Relationship Id="rId66" Type="http://schemas.openxmlformats.org/officeDocument/2006/relationships/slide" Target="slides/slide57.xml"/><Relationship Id="rId74" Type="http://schemas.openxmlformats.org/officeDocument/2006/relationships/commentAuthors" Target="commentAuthors.xml"/><Relationship Id="rId79" Type="http://schemas.microsoft.com/office/2018/10/relationships/authors" Target="authors.xml"/><Relationship Id="rId5" Type="http://schemas.openxmlformats.org/officeDocument/2006/relationships/slideMaster" Target="slideMasters/slideMaster2.xml"/><Relationship Id="rId61" Type="http://schemas.openxmlformats.org/officeDocument/2006/relationships/slide" Target="slides/slide52.xml"/><Relationship Id="rId19" Type="http://schemas.openxmlformats.org/officeDocument/2006/relationships/slide" Target="slides/slide10.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slide" Target="slides/slide34.xml"/><Relationship Id="rId48" Type="http://schemas.openxmlformats.org/officeDocument/2006/relationships/slide" Target="slides/slide39.xml"/><Relationship Id="rId56" Type="http://schemas.openxmlformats.org/officeDocument/2006/relationships/slide" Target="slides/slide47.xml"/><Relationship Id="rId64" Type="http://schemas.openxmlformats.org/officeDocument/2006/relationships/slide" Target="slides/slide55.xml"/><Relationship Id="rId69" Type="http://schemas.openxmlformats.org/officeDocument/2006/relationships/slide" Target="slides/slide60.xml"/><Relationship Id="rId77" Type="http://schemas.openxmlformats.org/officeDocument/2006/relationships/theme" Target="theme/theme1.xml"/><Relationship Id="rId8" Type="http://schemas.openxmlformats.org/officeDocument/2006/relationships/slideMaster" Target="slideMasters/slideMaster5.xml"/><Relationship Id="rId51" Type="http://schemas.openxmlformats.org/officeDocument/2006/relationships/slide" Target="slides/slide42.xml"/><Relationship Id="rId72" Type="http://schemas.openxmlformats.org/officeDocument/2006/relationships/slide" Target="slides/slide63.xml"/><Relationship Id="rId3" Type="http://schemas.openxmlformats.org/officeDocument/2006/relationships/customXml" Target="../customXml/item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slide" Target="slides/slide37.xml"/><Relationship Id="rId59" Type="http://schemas.openxmlformats.org/officeDocument/2006/relationships/slide" Target="slides/slide50.xml"/><Relationship Id="rId67" Type="http://schemas.openxmlformats.org/officeDocument/2006/relationships/slide" Target="slides/slide58.xml"/><Relationship Id="rId20" Type="http://schemas.openxmlformats.org/officeDocument/2006/relationships/slide" Target="slides/slide11.xml"/><Relationship Id="rId41" Type="http://schemas.openxmlformats.org/officeDocument/2006/relationships/slide" Target="slides/slide32.xml"/><Relationship Id="rId54" Type="http://schemas.openxmlformats.org/officeDocument/2006/relationships/slide" Target="slides/slide45.xml"/><Relationship Id="rId62" Type="http://schemas.openxmlformats.org/officeDocument/2006/relationships/slide" Target="slides/slide53.xml"/><Relationship Id="rId70" Type="http://schemas.openxmlformats.org/officeDocument/2006/relationships/slide" Target="slides/slide61.xml"/><Relationship Id="rId75"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slide" Target="slides/slide40.xml"/><Relationship Id="rId57" Type="http://schemas.openxmlformats.org/officeDocument/2006/relationships/slide" Target="slides/slide48.xml"/><Relationship Id="rId10" Type="http://schemas.openxmlformats.org/officeDocument/2006/relationships/slide" Target="slides/slide1.xml"/><Relationship Id="rId31" Type="http://schemas.openxmlformats.org/officeDocument/2006/relationships/slide" Target="slides/slide22.xml"/><Relationship Id="rId44" Type="http://schemas.openxmlformats.org/officeDocument/2006/relationships/slide" Target="slides/slide35.xml"/><Relationship Id="rId52" Type="http://schemas.openxmlformats.org/officeDocument/2006/relationships/slide" Target="slides/slide43.xml"/><Relationship Id="rId60" Type="http://schemas.openxmlformats.org/officeDocument/2006/relationships/slide" Target="slides/slide51.xml"/><Relationship Id="rId65" Type="http://schemas.openxmlformats.org/officeDocument/2006/relationships/slide" Target="slides/slide56.xml"/><Relationship Id="rId73" Type="http://schemas.openxmlformats.org/officeDocument/2006/relationships/notesMaster" Target="notesMasters/notesMaster1.xml"/><Relationship Id="rId78"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Master" Target="slideMasters/slideMaster6.xml"/><Relationship Id="rId13" Type="http://schemas.openxmlformats.org/officeDocument/2006/relationships/slide" Target="slides/slide4.xml"/><Relationship Id="rId18" Type="http://schemas.openxmlformats.org/officeDocument/2006/relationships/slide" Target="slides/slide9.xml"/><Relationship Id="rId39" Type="http://schemas.openxmlformats.org/officeDocument/2006/relationships/slide" Target="slides/slide30.xml"/><Relationship Id="rId34" Type="http://schemas.openxmlformats.org/officeDocument/2006/relationships/slide" Target="slides/slide25.xml"/><Relationship Id="rId50" Type="http://schemas.openxmlformats.org/officeDocument/2006/relationships/slide" Target="slides/slide41.xml"/><Relationship Id="rId55" Type="http://schemas.openxmlformats.org/officeDocument/2006/relationships/slide" Target="slides/slide46.xml"/><Relationship Id="rId76" Type="http://schemas.openxmlformats.org/officeDocument/2006/relationships/viewProps" Target="viewProps.xml"/><Relationship Id="rId7" Type="http://schemas.openxmlformats.org/officeDocument/2006/relationships/slideMaster" Target="slideMasters/slideMaster4.xml"/><Relationship Id="rId71" Type="http://schemas.openxmlformats.org/officeDocument/2006/relationships/slide" Target="slides/slide62.xml"/><Relationship Id="rId2" Type="http://schemas.openxmlformats.org/officeDocument/2006/relationships/customXml" Target="../customXml/item2.xml"/><Relationship Id="rId29" Type="http://schemas.openxmlformats.org/officeDocument/2006/relationships/slide" Target="slides/slide20.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61D1644-B19F-4A64-95E1-6F9A51D4BED4}"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604ECA43-112B-4DC1-A0C7-EE50B75E0227}">
      <dgm:prSet/>
      <dgm:spPr/>
      <dgm:t>
        <a:bodyPr/>
        <a:lstStyle/>
        <a:p>
          <a:r>
            <a:rPr lang="en-US" dirty="0"/>
            <a:t>Natural follow up for GWAS summary statistics:</a:t>
          </a:r>
        </a:p>
      </dgm:t>
    </dgm:pt>
    <dgm:pt modelId="{78E90C42-6D51-44B4-864B-210CB7BE1585}" type="parTrans" cxnId="{2BA9D520-0B64-48C2-9334-E5CE64CC46E8}">
      <dgm:prSet/>
      <dgm:spPr/>
      <dgm:t>
        <a:bodyPr/>
        <a:lstStyle/>
        <a:p>
          <a:endParaRPr lang="en-US"/>
        </a:p>
      </dgm:t>
    </dgm:pt>
    <dgm:pt modelId="{E67EE32A-F5C0-4183-8B10-B4E941AFA214}" type="sibTrans" cxnId="{2BA9D520-0B64-48C2-9334-E5CE64CC46E8}">
      <dgm:prSet/>
      <dgm:spPr/>
      <dgm:t>
        <a:bodyPr/>
        <a:lstStyle/>
        <a:p>
          <a:endParaRPr lang="en-US"/>
        </a:p>
      </dgm:t>
    </dgm:pt>
    <dgm:pt modelId="{8098BD04-7253-4F42-8E77-F7B42A7452EC}">
      <dgm:prSet custT="1"/>
      <dgm:spPr/>
      <dgm:t>
        <a:bodyPr/>
        <a:lstStyle/>
        <a:p>
          <a:r>
            <a:rPr lang="en-US" sz="2400" dirty="0"/>
            <a:t>One effect for each genetic variant (SNP)</a:t>
          </a:r>
        </a:p>
      </dgm:t>
    </dgm:pt>
    <dgm:pt modelId="{94438AB7-26A2-4375-8A22-3DBD09310874}" type="parTrans" cxnId="{385F39C5-4985-421C-A3C8-D2C8C060F307}">
      <dgm:prSet/>
      <dgm:spPr/>
      <dgm:t>
        <a:bodyPr/>
        <a:lstStyle/>
        <a:p>
          <a:endParaRPr lang="en-US"/>
        </a:p>
      </dgm:t>
    </dgm:pt>
    <dgm:pt modelId="{E5ACDBD5-D002-427C-A760-35BDD21BFD2A}" type="sibTrans" cxnId="{385F39C5-4985-421C-A3C8-D2C8C060F307}">
      <dgm:prSet/>
      <dgm:spPr/>
      <dgm:t>
        <a:bodyPr/>
        <a:lstStyle/>
        <a:p>
          <a:endParaRPr lang="en-US"/>
        </a:p>
      </dgm:t>
    </dgm:pt>
    <dgm:pt modelId="{904A0E22-0CA8-43FF-911E-B195533D812C}">
      <dgm:prSet custT="1"/>
      <dgm:spPr/>
      <dgm:t>
        <a:bodyPr/>
        <a:lstStyle/>
        <a:p>
          <a:r>
            <a:rPr lang="en-US" sz="2400" dirty="0"/>
            <a:t>Additive model </a:t>
          </a:r>
          <a:r>
            <a:rPr lang="en-US" sz="2400" dirty="0">
              <a:sym typeface="Wingdings" panose="05000000000000000000" pitchFamily="2" charset="2"/>
            </a:rPr>
            <a:t></a:t>
          </a:r>
          <a:r>
            <a:rPr lang="en-US" sz="2400" dirty="0"/>
            <a:t> risk increases with each copy of the effect allele</a:t>
          </a:r>
        </a:p>
      </dgm:t>
    </dgm:pt>
    <dgm:pt modelId="{8F46F896-B10D-4CB2-A719-992E250C366F}" type="parTrans" cxnId="{AC438AC1-040F-426C-8E50-7FC660F39AE7}">
      <dgm:prSet/>
      <dgm:spPr/>
      <dgm:t>
        <a:bodyPr/>
        <a:lstStyle/>
        <a:p>
          <a:endParaRPr lang="en-US"/>
        </a:p>
      </dgm:t>
    </dgm:pt>
    <dgm:pt modelId="{92A98400-570F-4969-B6C1-0C4213FE6E7C}" type="sibTrans" cxnId="{AC438AC1-040F-426C-8E50-7FC660F39AE7}">
      <dgm:prSet/>
      <dgm:spPr/>
      <dgm:t>
        <a:bodyPr/>
        <a:lstStyle/>
        <a:p>
          <a:endParaRPr lang="en-US"/>
        </a:p>
      </dgm:t>
    </dgm:pt>
    <dgm:pt modelId="{BEFBEBDE-4149-4E7C-A7F5-41D21CFD2A63}">
      <dgm:prSet/>
      <dgm:spPr/>
      <dgm:t>
        <a:bodyPr/>
        <a:lstStyle/>
        <a:p>
          <a:r>
            <a:rPr lang="en-US" dirty="0">
              <a:sym typeface="Wingdings" panose="05000000000000000000" pitchFamily="2" charset="2"/>
            </a:rPr>
            <a:t></a:t>
          </a:r>
          <a:r>
            <a:rPr lang="en-US" dirty="0"/>
            <a:t> Combine SNPs effects into a score</a:t>
          </a:r>
        </a:p>
      </dgm:t>
    </dgm:pt>
    <dgm:pt modelId="{5EF3F499-7534-4309-9A5D-CC2E8C7F33D4}" type="parTrans" cxnId="{B17580BB-38D3-4485-88C6-EFC3DB0DBA9E}">
      <dgm:prSet/>
      <dgm:spPr/>
      <dgm:t>
        <a:bodyPr/>
        <a:lstStyle/>
        <a:p>
          <a:endParaRPr lang="en-US"/>
        </a:p>
      </dgm:t>
    </dgm:pt>
    <dgm:pt modelId="{F137D52A-A875-432C-ABC6-033E4572FF66}" type="sibTrans" cxnId="{B17580BB-38D3-4485-88C6-EFC3DB0DBA9E}">
      <dgm:prSet/>
      <dgm:spPr/>
      <dgm:t>
        <a:bodyPr/>
        <a:lstStyle/>
        <a:p>
          <a:endParaRPr lang="en-US"/>
        </a:p>
      </dgm:t>
    </dgm:pt>
    <dgm:pt modelId="{CB6C894C-2611-4CB0-A3FD-F87421A0327E}">
      <dgm:prSet/>
      <dgm:spPr/>
      <dgm:t>
        <a:bodyPr/>
        <a:lstStyle/>
        <a:p>
          <a:r>
            <a:rPr lang="en-US" dirty="0">
              <a:sym typeface="Wingdings" pitchFamily="2" charset="2"/>
            </a:rPr>
            <a:t> P</a:t>
          </a:r>
          <a:r>
            <a:rPr lang="en-US" dirty="0"/>
            <a:t>redict quantitative traits (= polygenic score) or disease risk (= polygenic risk score)</a:t>
          </a:r>
        </a:p>
      </dgm:t>
    </dgm:pt>
    <dgm:pt modelId="{319830BF-66A2-4B07-9837-BD2BC8056A1D}" type="parTrans" cxnId="{A20804D6-DAB9-4832-AA43-B70FDDA7D584}">
      <dgm:prSet/>
      <dgm:spPr/>
      <dgm:t>
        <a:bodyPr/>
        <a:lstStyle/>
        <a:p>
          <a:endParaRPr lang="en-US"/>
        </a:p>
      </dgm:t>
    </dgm:pt>
    <dgm:pt modelId="{328D1123-E164-4A1A-9DC2-4CFA7F3E08C2}" type="sibTrans" cxnId="{A20804D6-DAB9-4832-AA43-B70FDDA7D584}">
      <dgm:prSet/>
      <dgm:spPr/>
      <dgm:t>
        <a:bodyPr/>
        <a:lstStyle/>
        <a:p>
          <a:endParaRPr lang="en-US"/>
        </a:p>
      </dgm:t>
    </dgm:pt>
    <dgm:pt modelId="{D500EC05-B68A-4ED8-981F-215B4AA6D935}" type="pres">
      <dgm:prSet presAssocID="{A61D1644-B19F-4A64-95E1-6F9A51D4BED4}" presName="linear" presStyleCnt="0">
        <dgm:presLayoutVars>
          <dgm:animLvl val="lvl"/>
          <dgm:resizeHandles val="exact"/>
        </dgm:presLayoutVars>
      </dgm:prSet>
      <dgm:spPr/>
    </dgm:pt>
    <dgm:pt modelId="{BBAD0C79-1583-4131-9245-6AF724009A4C}" type="pres">
      <dgm:prSet presAssocID="{604ECA43-112B-4DC1-A0C7-EE50B75E0227}" presName="parentText" presStyleLbl="node1" presStyleIdx="0" presStyleCnt="3">
        <dgm:presLayoutVars>
          <dgm:chMax val="0"/>
          <dgm:bulletEnabled val="1"/>
        </dgm:presLayoutVars>
      </dgm:prSet>
      <dgm:spPr/>
    </dgm:pt>
    <dgm:pt modelId="{44108AAA-1F3E-4C38-9806-708A167A379B}" type="pres">
      <dgm:prSet presAssocID="{604ECA43-112B-4DC1-A0C7-EE50B75E0227}" presName="childText" presStyleLbl="revTx" presStyleIdx="0" presStyleCnt="1">
        <dgm:presLayoutVars>
          <dgm:bulletEnabled val="1"/>
        </dgm:presLayoutVars>
      </dgm:prSet>
      <dgm:spPr/>
    </dgm:pt>
    <dgm:pt modelId="{C6D195CE-5E08-40CA-BB57-2590272F7DBA}" type="pres">
      <dgm:prSet presAssocID="{BEFBEBDE-4149-4E7C-A7F5-41D21CFD2A63}" presName="parentText" presStyleLbl="node1" presStyleIdx="1" presStyleCnt="3">
        <dgm:presLayoutVars>
          <dgm:chMax val="0"/>
          <dgm:bulletEnabled val="1"/>
        </dgm:presLayoutVars>
      </dgm:prSet>
      <dgm:spPr/>
    </dgm:pt>
    <dgm:pt modelId="{E388AC4B-0D43-465D-8418-26E079343911}" type="pres">
      <dgm:prSet presAssocID="{F137D52A-A875-432C-ABC6-033E4572FF66}" presName="spacer" presStyleCnt="0"/>
      <dgm:spPr/>
    </dgm:pt>
    <dgm:pt modelId="{BB5DD26A-B172-4BC1-857F-47507DD753C2}" type="pres">
      <dgm:prSet presAssocID="{CB6C894C-2611-4CB0-A3FD-F87421A0327E}" presName="parentText" presStyleLbl="node1" presStyleIdx="2" presStyleCnt="3">
        <dgm:presLayoutVars>
          <dgm:chMax val="0"/>
          <dgm:bulletEnabled val="1"/>
        </dgm:presLayoutVars>
      </dgm:prSet>
      <dgm:spPr/>
    </dgm:pt>
  </dgm:ptLst>
  <dgm:cxnLst>
    <dgm:cxn modelId="{2BA9D520-0B64-48C2-9334-E5CE64CC46E8}" srcId="{A61D1644-B19F-4A64-95E1-6F9A51D4BED4}" destId="{604ECA43-112B-4DC1-A0C7-EE50B75E0227}" srcOrd="0" destOrd="0" parTransId="{78E90C42-6D51-44B4-864B-210CB7BE1585}" sibTransId="{E67EE32A-F5C0-4183-8B10-B4E941AFA214}"/>
    <dgm:cxn modelId="{2A1E8A2A-D1E7-47E8-98DD-9A129B0C9938}" type="presOf" srcId="{A61D1644-B19F-4A64-95E1-6F9A51D4BED4}" destId="{D500EC05-B68A-4ED8-981F-215B4AA6D935}" srcOrd="0" destOrd="0" presId="urn:microsoft.com/office/officeart/2005/8/layout/vList2"/>
    <dgm:cxn modelId="{BB59BB3E-8568-4F2F-8606-91FB59CE0D7C}" type="presOf" srcId="{BEFBEBDE-4149-4E7C-A7F5-41D21CFD2A63}" destId="{C6D195CE-5E08-40CA-BB57-2590272F7DBA}" srcOrd="0" destOrd="0" presId="urn:microsoft.com/office/officeart/2005/8/layout/vList2"/>
    <dgm:cxn modelId="{0355423F-0994-40B8-82F8-CDD2C7D0152F}" type="presOf" srcId="{8098BD04-7253-4F42-8E77-F7B42A7452EC}" destId="{44108AAA-1F3E-4C38-9806-708A167A379B}" srcOrd="0" destOrd="0" presId="urn:microsoft.com/office/officeart/2005/8/layout/vList2"/>
    <dgm:cxn modelId="{C0BCF655-7E3C-4C89-9B9D-6D58E1AC2A26}" type="presOf" srcId="{904A0E22-0CA8-43FF-911E-B195533D812C}" destId="{44108AAA-1F3E-4C38-9806-708A167A379B}" srcOrd="0" destOrd="1" presId="urn:microsoft.com/office/officeart/2005/8/layout/vList2"/>
    <dgm:cxn modelId="{8B7FBE8E-04A6-4EA5-91BE-4EDF03021433}" type="presOf" srcId="{CB6C894C-2611-4CB0-A3FD-F87421A0327E}" destId="{BB5DD26A-B172-4BC1-857F-47507DD753C2}" srcOrd="0" destOrd="0" presId="urn:microsoft.com/office/officeart/2005/8/layout/vList2"/>
    <dgm:cxn modelId="{87959395-0DFA-4B27-83A3-F52B0EA45793}" type="presOf" srcId="{604ECA43-112B-4DC1-A0C7-EE50B75E0227}" destId="{BBAD0C79-1583-4131-9245-6AF724009A4C}" srcOrd="0" destOrd="0" presId="urn:microsoft.com/office/officeart/2005/8/layout/vList2"/>
    <dgm:cxn modelId="{B17580BB-38D3-4485-88C6-EFC3DB0DBA9E}" srcId="{A61D1644-B19F-4A64-95E1-6F9A51D4BED4}" destId="{BEFBEBDE-4149-4E7C-A7F5-41D21CFD2A63}" srcOrd="1" destOrd="0" parTransId="{5EF3F499-7534-4309-9A5D-CC2E8C7F33D4}" sibTransId="{F137D52A-A875-432C-ABC6-033E4572FF66}"/>
    <dgm:cxn modelId="{AC438AC1-040F-426C-8E50-7FC660F39AE7}" srcId="{604ECA43-112B-4DC1-A0C7-EE50B75E0227}" destId="{904A0E22-0CA8-43FF-911E-B195533D812C}" srcOrd="1" destOrd="0" parTransId="{8F46F896-B10D-4CB2-A719-992E250C366F}" sibTransId="{92A98400-570F-4969-B6C1-0C4213FE6E7C}"/>
    <dgm:cxn modelId="{385F39C5-4985-421C-A3C8-D2C8C060F307}" srcId="{604ECA43-112B-4DC1-A0C7-EE50B75E0227}" destId="{8098BD04-7253-4F42-8E77-F7B42A7452EC}" srcOrd="0" destOrd="0" parTransId="{94438AB7-26A2-4375-8A22-3DBD09310874}" sibTransId="{E5ACDBD5-D002-427C-A760-35BDD21BFD2A}"/>
    <dgm:cxn modelId="{A20804D6-DAB9-4832-AA43-B70FDDA7D584}" srcId="{A61D1644-B19F-4A64-95E1-6F9A51D4BED4}" destId="{CB6C894C-2611-4CB0-A3FD-F87421A0327E}" srcOrd="2" destOrd="0" parTransId="{319830BF-66A2-4B07-9837-BD2BC8056A1D}" sibTransId="{328D1123-E164-4A1A-9DC2-4CFA7F3E08C2}"/>
    <dgm:cxn modelId="{8FE90B2B-ADC9-4819-BB3C-F2AA7B674D7F}" type="presParOf" srcId="{D500EC05-B68A-4ED8-981F-215B4AA6D935}" destId="{BBAD0C79-1583-4131-9245-6AF724009A4C}" srcOrd="0" destOrd="0" presId="urn:microsoft.com/office/officeart/2005/8/layout/vList2"/>
    <dgm:cxn modelId="{31703B40-E23D-4712-BD1C-C241B0BB1BD8}" type="presParOf" srcId="{D500EC05-B68A-4ED8-981F-215B4AA6D935}" destId="{44108AAA-1F3E-4C38-9806-708A167A379B}" srcOrd="1" destOrd="0" presId="urn:microsoft.com/office/officeart/2005/8/layout/vList2"/>
    <dgm:cxn modelId="{57E3D4E4-02E0-4C93-806E-8AAB50C5426B}" type="presParOf" srcId="{D500EC05-B68A-4ED8-981F-215B4AA6D935}" destId="{C6D195CE-5E08-40CA-BB57-2590272F7DBA}" srcOrd="2" destOrd="0" presId="urn:microsoft.com/office/officeart/2005/8/layout/vList2"/>
    <dgm:cxn modelId="{B4CF15D0-FD5F-4781-AA96-C415E9961595}" type="presParOf" srcId="{D500EC05-B68A-4ED8-981F-215B4AA6D935}" destId="{E388AC4B-0D43-465D-8418-26E079343911}" srcOrd="3" destOrd="0" presId="urn:microsoft.com/office/officeart/2005/8/layout/vList2"/>
    <dgm:cxn modelId="{90E94ECE-A0ED-475D-A8FB-106010411300}" type="presParOf" srcId="{D500EC05-B68A-4ED8-981F-215B4AA6D935}" destId="{BB5DD26A-B172-4BC1-857F-47507DD753C2}"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BAD0C79-1583-4131-9245-6AF724009A4C}">
      <dsp:nvSpPr>
        <dsp:cNvPr id="0" name=""/>
        <dsp:cNvSpPr/>
      </dsp:nvSpPr>
      <dsp:spPr>
        <a:xfrm>
          <a:off x="0" y="10382"/>
          <a:ext cx="6981749" cy="103285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dirty="0"/>
            <a:t>Natural follow up for GWAS summary statistics:</a:t>
          </a:r>
        </a:p>
      </dsp:txBody>
      <dsp:txXfrm>
        <a:off x="50420" y="60802"/>
        <a:ext cx="6880909" cy="932014"/>
      </dsp:txXfrm>
    </dsp:sp>
    <dsp:sp modelId="{44108AAA-1F3E-4C38-9806-708A167A379B}">
      <dsp:nvSpPr>
        <dsp:cNvPr id="0" name=""/>
        <dsp:cNvSpPr/>
      </dsp:nvSpPr>
      <dsp:spPr>
        <a:xfrm>
          <a:off x="0" y="1043236"/>
          <a:ext cx="6981749" cy="11571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1671" tIns="30480" rIns="170688" bIns="30480" numCol="1" spcCol="1270" anchor="t" anchorCtr="0">
          <a:noAutofit/>
        </a:bodyPr>
        <a:lstStyle/>
        <a:p>
          <a:pPr marL="228600" lvl="1" indent="-228600" algn="l" defTabSz="1066800">
            <a:lnSpc>
              <a:spcPct val="90000"/>
            </a:lnSpc>
            <a:spcBef>
              <a:spcPct val="0"/>
            </a:spcBef>
            <a:spcAft>
              <a:spcPct val="20000"/>
            </a:spcAft>
            <a:buChar char="•"/>
          </a:pPr>
          <a:r>
            <a:rPr lang="en-US" sz="2400" kern="1200" dirty="0"/>
            <a:t>One effect for each genetic variant (SNP)</a:t>
          </a:r>
        </a:p>
        <a:p>
          <a:pPr marL="228600" lvl="1" indent="-228600" algn="l" defTabSz="1066800">
            <a:lnSpc>
              <a:spcPct val="90000"/>
            </a:lnSpc>
            <a:spcBef>
              <a:spcPct val="0"/>
            </a:spcBef>
            <a:spcAft>
              <a:spcPct val="20000"/>
            </a:spcAft>
            <a:buChar char="•"/>
          </a:pPr>
          <a:r>
            <a:rPr lang="en-US" sz="2400" kern="1200" dirty="0"/>
            <a:t>Additive model </a:t>
          </a:r>
          <a:r>
            <a:rPr lang="en-US" sz="2400" kern="1200" dirty="0">
              <a:sym typeface="Wingdings" panose="05000000000000000000" pitchFamily="2" charset="2"/>
            </a:rPr>
            <a:t></a:t>
          </a:r>
          <a:r>
            <a:rPr lang="en-US" sz="2400" kern="1200" dirty="0"/>
            <a:t> risk increases with each copy of the effect allele</a:t>
          </a:r>
        </a:p>
      </dsp:txBody>
      <dsp:txXfrm>
        <a:off x="0" y="1043236"/>
        <a:ext cx="6981749" cy="1157130"/>
      </dsp:txXfrm>
    </dsp:sp>
    <dsp:sp modelId="{C6D195CE-5E08-40CA-BB57-2590272F7DBA}">
      <dsp:nvSpPr>
        <dsp:cNvPr id="0" name=""/>
        <dsp:cNvSpPr/>
      </dsp:nvSpPr>
      <dsp:spPr>
        <a:xfrm>
          <a:off x="0" y="2200366"/>
          <a:ext cx="6981749" cy="103285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dirty="0">
              <a:sym typeface="Wingdings" panose="05000000000000000000" pitchFamily="2" charset="2"/>
            </a:rPr>
            <a:t></a:t>
          </a:r>
          <a:r>
            <a:rPr lang="en-US" sz="2600" kern="1200" dirty="0"/>
            <a:t> Combine SNPs effects into a score</a:t>
          </a:r>
        </a:p>
      </dsp:txBody>
      <dsp:txXfrm>
        <a:off x="50420" y="2250786"/>
        <a:ext cx="6880909" cy="932014"/>
      </dsp:txXfrm>
    </dsp:sp>
    <dsp:sp modelId="{BB5DD26A-B172-4BC1-857F-47507DD753C2}">
      <dsp:nvSpPr>
        <dsp:cNvPr id="0" name=""/>
        <dsp:cNvSpPr/>
      </dsp:nvSpPr>
      <dsp:spPr>
        <a:xfrm>
          <a:off x="0" y="3308101"/>
          <a:ext cx="6981749" cy="103285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dirty="0">
              <a:sym typeface="Wingdings" pitchFamily="2" charset="2"/>
            </a:rPr>
            <a:t> P</a:t>
          </a:r>
          <a:r>
            <a:rPr lang="en-US" sz="2600" kern="1200" dirty="0"/>
            <a:t>redict quantitative traits (= polygenic score) or disease risk (= polygenic risk score)</a:t>
          </a:r>
        </a:p>
      </dsp:txBody>
      <dsp:txXfrm>
        <a:off x="50420" y="3358521"/>
        <a:ext cx="6880909" cy="932014"/>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E762F9-1C2D-4C31-9C3B-A37751ADEDF3}" type="datetimeFigureOut">
              <a:rPr lang="de-DE" smtClean="0"/>
              <a:t>12.05.26</a:t>
            </a:fld>
            <a:endParaRPr lang="de-D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5CBDCA-5A62-41F3-9112-4AF0288C360D}" type="slidenum">
              <a:rPr lang="de-DE" smtClean="0"/>
              <a:t>‹#›</a:t>
            </a:fld>
            <a:endParaRPr lang="de-DE"/>
          </a:p>
        </p:txBody>
      </p:sp>
    </p:spTree>
    <p:extLst>
      <p:ext uri="{BB962C8B-B14F-4D97-AF65-F5344CB8AC3E}">
        <p14:creationId xmlns:p14="http://schemas.microsoft.com/office/powerpoint/2010/main" val="30947134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en.wikipedia.org/wiki/Adenine"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3" Type="http://schemas.openxmlformats.org/officeDocument/2006/relationships/hyperlink" Target="https://onlinelibrary.wiley.com/doi/full/10.1002/gepi.21614" TargetMode="External"/><Relationship Id="rId2" Type="http://schemas.openxmlformats.org/officeDocument/2006/relationships/slide" Target="../slides/slide49.xml"/><Relationship Id="rId1" Type="http://schemas.openxmlformats.org/officeDocument/2006/relationships/notesMaster" Target="../notesMasters/notesMaster1.xml"/><Relationship Id="rId5" Type="http://schemas.openxmlformats.org/officeDocument/2006/relationships/hyperlink" Target="https://shiny.cnsgenomics.com/abc/" TargetMode="External"/><Relationship Id="rId4" Type="http://schemas.openxmlformats.org/officeDocument/2006/relationships/hyperlink" Target="https://stats.oarc.ucla.edu/other/mult-pkg/faq/general/faq-what-are-pseudo-r-squareds/" TargetMode="Externa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3" Type="http://schemas.openxmlformats.org/officeDocument/2006/relationships/hyperlink" Target="https://www.nature.com/articles/s41576-025-00900-8#ref-CR172" TargetMode="External"/><Relationship Id="rId2" Type="http://schemas.openxmlformats.org/officeDocument/2006/relationships/slide" Target="../slides/slide58.xml"/><Relationship Id="rId1" Type="http://schemas.openxmlformats.org/officeDocument/2006/relationships/notesMaster" Target="../notesMasters/notesMaster1.xml"/><Relationship Id="rId4" Type="http://schemas.openxmlformats.org/officeDocument/2006/relationships/hyperlink" Target="https://www.nature.com/articles/s41576-025-00900-8#ref-CR173" TargetMode="Externa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dirty="0"/>
          </a:p>
        </p:txBody>
      </p:sp>
      <p:sp>
        <p:nvSpPr>
          <p:cNvPr id="4" name="Slide Number Placeholder 3"/>
          <p:cNvSpPr>
            <a:spLocks noGrp="1"/>
          </p:cNvSpPr>
          <p:nvPr>
            <p:ph type="sldNum" sz="quarter" idx="5"/>
          </p:nvPr>
        </p:nvSpPr>
        <p:spPr/>
        <p:txBody>
          <a:bodyPr/>
          <a:lstStyle/>
          <a:p>
            <a:fld id="{645CBDCA-5A62-41F3-9112-4AF0288C360D}" type="slidenum">
              <a:rPr lang="de-DE" smtClean="0"/>
              <a:t>5</a:t>
            </a:fld>
            <a:endParaRPr lang="de-DE"/>
          </a:p>
        </p:txBody>
      </p:sp>
    </p:spTree>
    <p:extLst>
      <p:ext uri="{BB962C8B-B14F-4D97-AF65-F5344CB8AC3E}">
        <p14:creationId xmlns:p14="http://schemas.microsoft.com/office/powerpoint/2010/main" val="15369618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dirty="0"/>
          </a:p>
        </p:txBody>
      </p:sp>
      <p:sp>
        <p:nvSpPr>
          <p:cNvPr id="4" name="Slide Number Placeholder 3"/>
          <p:cNvSpPr>
            <a:spLocks noGrp="1"/>
          </p:cNvSpPr>
          <p:nvPr>
            <p:ph type="sldNum" sz="quarter" idx="5"/>
          </p:nvPr>
        </p:nvSpPr>
        <p:spPr/>
        <p:txBody>
          <a:bodyPr/>
          <a:lstStyle/>
          <a:p>
            <a:fld id="{645CBDCA-5A62-41F3-9112-4AF0288C360D}" type="slidenum">
              <a:rPr lang="de-DE" smtClean="0"/>
              <a:t>7</a:t>
            </a:fld>
            <a:endParaRPr lang="de-DE"/>
          </a:p>
        </p:txBody>
      </p:sp>
    </p:spTree>
    <p:extLst>
      <p:ext uri="{BB962C8B-B14F-4D97-AF65-F5344CB8AC3E}">
        <p14:creationId xmlns:p14="http://schemas.microsoft.com/office/powerpoint/2010/main" val="40933018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olidFill>
                  <a:srgbClr val="000000"/>
                </a:solidFill>
                <a:latin typeface="Arial" panose="020B0604020202020204" pitchFamily="34" charset="0"/>
              </a:rPr>
              <a:t>Each pair of alleles represents the </a:t>
            </a:r>
            <a:r>
              <a:rPr lang="en-US" b="1" dirty="0">
                <a:solidFill>
                  <a:srgbClr val="000000"/>
                </a:solidFill>
                <a:latin typeface="Arial" panose="020B0604020202020204" pitchFamily="34" charset="0"/>
              </a:rPr>
              <a:t>genotype</a:t>
            </a:r>
            <a:r>
              <a:rPr lang="en-US" dirty="0">
                <a:solidFill>
                  <a:srgbClr val="000000"/>
                </a:solidFill>
                <a:latin typeface="Arial" panose="020B0604020202020204" pitchFamily="34" charset="0"/>
              </a:rPr>
              <a:t> of a specific gene.</a:t>
            </a:r>
            <a:endParaRPr lang="de-DE" dirty="0"/>
          </a:p>
          <a:p>
            <a:endParaRPr lang="de-DE" dirty="0"/>
          </a:p>
        </p:txBody>
      </p:sp>
      <p:sp>
        <p:nvSpPr>
          <p:cNvPr id="4" name="Slide Number Placeholder 3"/>
          <p:cNvSpPr>
            <a:spLocks noGrp="1"/>
          </p:cNvSpPr>
          <p:nvPr>
            <p:ph type="sldNum" sz="quarter" idx="5"/>
          </p:nvPr>
        </p:nvSpPr>
        <p:spPr/>
        <p:txBody>
          <a:bodyPr/>
          <a:lstStyle/>
          <a:p>
            <a:fld id="{645CBDCA-5A62-41F3-9112-4AF0288C360D}" type="slidenum">
              <a:rPr lang="de-DE" smtClean="0"/>
              <a:t>9</a:t>
            </a:fld>
            <a:endParaRPr lang="de-DE"/>
          </a:p>
        </p:txBody>
      </p:sp>
    </p:spTree>
    <p:extLst>
      <p:ext uri="{BB962C8B-B14F-4D97-AF65-F5344CB8AC3E}">
        <p14:creationId xmlns:p14="http://schemas.microsoft.com/office/powerpoint/2010/main" val="25616771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EA8C2-FE95-2482-23E0-6BA58385D7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6F257C-45A7-C5C9-73BF-0F753AB3D9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82CB9D-E329-7AC2-672B-22A78796CDB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t>Epistasis means one gene can hide the effect of another gene. In this example, the c/c genotype prevents pigment production, so the mouse is albino no matter whether it carries the brown or black </a:t>
            </a:r>
            <a:r>
              <a:rPr lang="en-GB" b="1" dirty="0" err="1"/>
              <a:t>color</a:t>
            </a:r>
            <a:r>
              <a:rPr lang="en-GB" b="1" dirty="0"/>
              <a:t> genotype.</a:t>
            </a: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GB" b="1" dirty="0"/>
          </a:p>
          <a:p>
            <a:r>
              <a:rPr lang="en-GB" dirty="0"/>
              <a:t>Two genes are involved: </a:t>
            </a:r>
          </a:p>
          <a:p>
            <a:pPr marL="171450" indent="-171450">
              <a:buFontTx/>
              <a:buChar char="-"/>
            </a:pPr>
            <a:r>
              <a:rPr lang="en-GB" b="1" dirty="0"/>
              <a:t>Gene C/c = “Can the mouse make pigment at all?”: </a:t>
            </a:r>
            <a:r>
              <a:rPr lang="en-GB" dirty="0"/>
              <a:t>Determines whether pigment is actually deposited in the fur.</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b="1" dirty="0"/>
              <a:t>Gene A/a = “What </a:t>
            </a:r>
            <a:r>
              <a:rPr lang="en-GB" b="1" dirty="0" err="1"/>
              <a:t>color</a:t>
            </a:r>
            <a:r>
              <a:rPr lang="en-GB" b="1" dirty="0"/>
              <a:t> is the pigment?”: </a:t>
            </a:r>
            <a:r>
              <a:rPr lang="en-GB" dirty="0"/>
              <a:t>Determines whether the pigment is black or brown.</a:t>
            </a:r>
          </a:p>
          <a:p>
            <a:endParaRPr lang="en-GB" dirty="0"/>
          </a:p>
          <a:p>
            <a:r>
              <a:rPr lang="en-GB" dirty="0"/>
              <a:t>The </a:t>
            </a:r>
            <a:r>
              <a:rPr lang="en-GB" b="0" dirty="0"/>
              <a:t>C gene controls whether pigment is produced. </a:t>
            </a:r>
            <a:r>
              <a:rPr lang="en-GB" dirty="0"/>
              <a:t>If there is no pigment, the A gene cannot show its effect.</a:t>
            </a:r>
          </a:p>
          <a:p>
            <a:pPr marL="171450" indent="-171450">
              <a:buFontTx/>
              <a:buChar char="-"/>
            </a:pPr>
            <a:r>
              <a:rPr lang="en-GB" b="1" dirty="0"/>
              <a:t>C_</a:t>
            </a:r>
            <a:r>
              <a:rPr lang="en-GB" dirty="0"/>
              <a:t> means the mouse has at least one dominant </a:t>
            </a:r>
            <a:r>
              <a:rPr lang="en-GB" b="1" dirty="0"/>
              <a:t>C</a:t>
            </a:r>
            <a:r>
              <a:rPr lang="en-GB" dirty="0"/>
              <a:t> allele, so it </a:t>
            </a:r>
            <a:r>
              <a:rPr lang="en-GB" b="1" dirty="0"/>
              <a:t>can make pigment</a:t>
            </a:r>
            <a:r>
              <a:rPr lang="en-GB" dirty="0"/>
              <a:t>.</a:t>
            </a:r>
          </a:p>
          <a:p>
            <a:pPr marL="171450" indent="-171450">
              <a:buFontTx/>
              <a:buChar char="-"/>
            </a:pPr>
            <a:r>
              <a:rPr lang="en-GB" b="1" dirty="0"/>
              <a:t>cc</a:t>
            </a:r>
            <a:r>
              <a:rPr lang="en-GB" dirty="0"/>
              <a:t> means the mouse has two recessive </a:t>
            </a:r>
            <a:r>
              <a:rPr lang="en-GB" b="1" dirty="0"/>
              <a:t>c</a:t>
            </a:r>
            <a:r>
              <a:rPr lang="en-GB" dirty="0"/>
              <a:t> alleles, so it </a:t>
            </a:r>
            <a:r>
              <a:rPr lang="en-GB" b="1" dirty="0"/>
              <a:t>cannot make pigment</a:t>
            </a:r>
            <a:r>
              <a:rPr lang="en-GB"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Even if the mouse has the genotype for brown or black, </a:t>
            </a:r>
            <a:r>
              <a:rPr lang="en-GB" b="1" dirty="0"/>
              <a:t>cc blocks pigment production</a:t>
            </a:r>
            <a:r>
              <a:rPr lang="en-GB" dirty="0"/>
              <a:t>, so the mouse becomes albino.</a:t>
            </a:r>
          </a:p>
          <a:p>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Epistasis deviates from Mendel’s laws as it involves the interaction of multiple genes and shows that the expression of one gene can modify the expression of another gene.</a:t>
            </a:r>
            <a:endParaRPr lang="de-DE" dirty="0"/>
          </a:p>
        </p:txBody>
      </p:sp>
      <p:sp>
        <p:nvSpPr>
          <p:cNvPr id="4" name="Slide Number Placeholder 3">
            <a:extLst>
              <a:ext uri="{FF2B5EF4-FFF2-40B4-BE49-F238E27FC236}">
                <a16:creationId xmlns:a16="http://schemas.microsoft.com/office/drawing/2014/main" id="{C34108F8-7A99-6754-4EE0-5A1CD2663597}"/>
              </a:ext>
            </a:extLst>
          </p:cNvPr>
          <p:cNvSpPr>
            <a:spLocks noGrp="1"/>
          </p:cNvSpPr>
          <p:nvPr>
            <p:ph type="sldNum" sz="quarter" idx="5"/>
          </p:nvPr>
        </p:nvSpPr>
        <p:spPr/>
        <p:txBody>
          <a:bodyPr/>
          <a:lstStyle/>
          <a:p>
            <a:fld id="{645CBDCA-5A62-41F3-9112-4AF0288C360D}" type="slidenum">
              <a:rPr lang="de-DE" smtClean="0"/>
              <a:t>10</a:t>
            </a:fld>
            <a:endParaRPr lang="de-DE"/>
          </a:p>
        </p:txBody>
      </p:sp>
    </p:spTree>
    <p:extLst>
      <p:ext uri="{BB962C8B-B14F-4D97-AF65-F5344CB8AC3E}">
        <p14:creationId xmlns:p14="http://schemas.microsoft.com/office/powerpoint/2010/main" val="34583245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dirty="0">
                <a:solidFill>
                  <a:schemeClr val="tx1"/>
                </a:solidFill>
                <a:effectLst/>
                <a:latin typeface="+mn-lt"/>
                <a:ea typeface="+mn-ea"/>
                <a:cs typeface="+mn-cs"/>
              </a:rPr>
              <a:t>A </a:t>
            </a:r>
            <a:r>
              <a:rPr lang="en-US" sz="1200" b="1" i="0" u="none" strike="noStrike" kern="1200" dirty="0">
                <a:solidFill>
                  <a:schemeClr val="tx1"/>
                </a:solidFill>
                <a:effectLst/>
                <a:latin typeface="+mn-lt"/>
                <a:ea typeface="+mn-ea"/>
                <a:cs typeface="+mn-cs"/>
              </a:rPr>
              <a:t>single-nucleotide polymorphism</a:t>
            </a:r>
            <a:r>
              <a:rPr lang="en-US" sz="1200" b="0" i="0" u="none" strike="noStrike" kern="1200" dirty="0">
                <a:solidFill>
                  <a:schemeClr val="tx1"/>
                </a:solidFill>
                <a:effectLst/>
                <a:latin typeface="+mn-lt"/>
                <a:ea typeface="+mn-ea"/>
                <a:cs typeface="+mn-cs"/>
              </a:rPr>
              <a:t> (varies across populations) is a substitution of a single nucleotide at a specific position in the genome, that is present in a sufficiently large fraction of the population (e.g. 1% or more). For example, at a specific base position in the human genome, the C nucleotide may appear in most individuals, but in a minority of individuals, the position is occupied by an </a:t>
            </a:r>
            <a:r>
              <a:rPr lang="en-US" sz="1200" b="0" i="0" u="none" strike="noStrike" kern="1200" dirty="0">
                <a:solidFill>
                  <a:schemeClr val="tx1"/>
                </a:solidFill>
                <a:effectLst/>
                <a:latin typeface="+mn-lt"/>
                <a:ea typeface="+mn-ea"/>
                <a:cs typeface="+mn-cs"/>
                <a:hlinkClick r:id="rId3"/>
              </a:rPr>
              <a:t>A</a:t>
            </a:r>
            <a:r>
              <a:rPr lang="en-US" sz="1200" b="0" i="0" u="none" strike="noStrike" kern="1200" dirty="0">
                <a:solidFill>
                  <a:schemeClr val="tx1"/>
                </a:solidFill>
                <a:effectLst/>
                <a:latin typeface="+mn-lt"/>
                <a:ea typeface="+mn-ea"/>
                <a:cs typeface="+mn-cs"/>
              </a:rPr>
              <a:t>. This means that there is an SNP at this specific position, and the two possible nucleotide variations – C or A – are said to be the alleles for this specific position. SNPs pinpoint differences in our susceptibility to a wide range of diseases </a:t>
            </a:r>
            <a:endParaRPr lang="en-US" b="0" dirty="0">
              <a:effectLst/>
            </a:endParaRPr>
          </a:p>
          <a:p>
            <a:br>
              <a:rPr lang="en-US" dirty="0"/>
            </a:br>
            <a:endParaRPr lang="de-DE" dirty="0"/>
          </a:p>
        </p:txBody>
      </p:sp>
      <p:sp>
        <p:nvSpPr>
          <p:cNvPr id="4" name="Slide Number Placeholder 3"/>
          <p:cNvSpPr>
            <a:spLocks noGrp="1"/>
          </p:cNvSpPr>
          <p:nvPr>
            <p:ph type="sldNum" sz="quarter" idx="5"/>
          </p:nvPr>
        </p:nvSpPr>
        <p:spPr/>
        <p:txBody>
          <a:bodyPr/>
          <a:lstStyle/>
          <a:p>
            <a:fld id="{645CBDCA-5A62-41F3-9112-4AF0288C360D}" type="slidenum">
              <a:rPr lang="de-DE" smtClean="0"/>
              <a:t>12</a:t>
            </a:fld>
            <a:endParaRPr lang="de-DE"/>
          </a:p>
        </p:txBody>
      </p:sp>
    </p:spTree>
    <p:extLst>
      <p:ext uri="{BB962C8B-B14F-4D97-AF65-F5344CB8AC3E}">
        <p14:creationId xmlns:p14="http://schemas.microsoft.com/office/powerpoint/2010/main" val="22549670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US" dirty="0"/>
              <a:t>Estimation of the effect of the variants: β or Odds Ratio (OR)</a:t>
            </a:r>
          </a:p>
          <a:p>
            <a:pPr lvl="1"/>
            <a:endParaRPr lang="en-US" dirty="0">
              <a:sym typeface="Wingdings" panose="05000000000000000000" pitchFamily="2" charset="2"/>
            </a:endParaRPr>
          </a:p>
          <a:p>
            <a:pPr lvl="1"/>
            <a:r>
              <a:rPr lang="en-US" dirty="0">
                <a:sym typeface="Wingdings" panose="05000000000000000000" pitchFamily="2" charset="2"/>
              </a:rPr>
              <a:t>Goal: model the effect (beta) of genotype on phenotype</a:t>
            </a:r>
          </a:p>
          <a:p>
            <a:pPr lvl="1"/>
            <a:endParaRPr lang="en-US" dirty="0">
              <a:sym typeface="Wingdings" panose="05000000000000000000" pitchFamily="2" charset="2"/>
            </a:endParaRPr>
          </a:p>
          <a:p>
            <a:pPr lvl="1"/>
            <a:r>
              <a:rPr lang="en-US" dirty="0">
                <a:sym typeface="Wingdings" panose="05000000000000000000" pitchFamily="2" charset="2"/>
              </a:rPr>
              <a:t>Disease: </a:t>
            </a:r>
            <a:r>
              <a:rPr lang="en-US" dirty="0" err="1">
                <a:sym typeface="Wingdings" panose="05000000000000000000" pitchFamily="2" charset="2"/>
              </a:rPr>
              <a:t>CaseXcontrol</a:t>
            </a:r>
            <a:r>
              <a:rPr lang="en-US" dirty="0">
                <a:sym typeface="Wingdings" panose="05000000000000000000" pitchFamily="2" charset="2"/>
              </a:rPr>
              <a:t> ={1,0}</a:t>
            </a:r>
          </a:p>
          <a:p>
            <a:pPr lvl="1"/>
            <a:r>
              <a:rPr lang="en-US" dirty="0">
                <a:sym typeface="Wingdings" panose="05000000000000000000" pitchFamily="2" charset="2"/>
              </a:rPr>
              <a:t>Quantitative trait (e.g. height): std normally transformed (assumption of linear model)</a:t>
            </a:r>
          </a:p>
          <a:p>
            <a:pPr lvl="1"/>
            <a:endParaRPr lang="en-US" dirty="0">
              <a:sym typeface="Wingdings" panose="05000000000000000000" pitchFamily="2" charset="2"/>
            </a:endParaRPr>
          </a:p>
          <a:p>
            <a:pPr lvl="1"/>
            <a:r>
              <a:rPr lang="en-US" dirty="0">
                <a:sym typeface="Wingdings" panose="05000000000000000000" pitchFamily="2" charset="2"/>
              </a:rPr>
              <a:t>Imputed data (expand to ungenotyped positions))  ungenotyped positions  dosage = continuous measurements between 0 and 2</a:t>
            </a:r>
          </a:p>
          <a:p>
            <a:pPr lvl="1"/>
            <a:endParaRPr lang="en-US" dirty="0">
              <a:sym typeface="Wingdings" panose="05000000000000000000" pitchFamily="2" charset="2"/>
            </a:endParaRPr>
          </a:p>
          <a:p>
            <a:pPr lvl="1"/>
            <a:endParaRPr lang="en-US" dirty="0">
              <a:sym typeface="Wingdings" panose="05000000000000000000" pitchFamily="2" charset="2"/>
            </a:endParaRPr>
          </a:p>
          <a:p>
            <a:pPr lvl="1"/>
            <a:r>
              <a:rPr lang="en-US" dirty="0">
                <a:sym typeface="Wingdings" panose="05000000000000000000" pitchFamily="2" charset="2"/>
              </a:rPr>
              <a:t>Directly typed genotype = {0,1,2}</a:t>
            </a:r>
          </a:p>
          <a:p>
            <a:pPr lvl="1"/>
            <a:r>
              <a:rPr lang="en-US" dirty="0">
                <a:sym typeface="Wingdings" panose="05000000000000000000" pitchFamily="2" charset="2"/>
              </a:rPr>
              <a:t>Imputed data (not on chip) = [0,2] continuous measurements</a:t>
            </a:r>
          </a:p>
          <a:p>
            <a:pPr lvl="1"/>
            <a:endParaRPr lang="en-US" dirty="0">
              <a:sym typeface="Wingdings" panose="05000000000000000000" pitchFamily="2" charset="2"/>
            </a:endParaRPr>
          </a:p>
          <a:p>
            <a:pPr lvl="1"/>
            <a:endParaRPr lang="de-DE" dirty="0"/>
          </a:p>
          <a:p>
            <a:endParaRPr lang="de-DE" dirty="0"/>
          </a:p>
        </p:txBody>
      </p:sp>
      <p:sp>
        <p:nvSpPr>
          <p:cNvPr id="4" name="Slide Number Placeholder 3"/>
          <p:cNvSpPr>
            <a:spLocks noGrp="1"/>
          </p:cNvSpPr>
          <p:nvPr>
            <p:ph type="sldNum" sz="quarter" idx="5"/>
          </p:nvPr>
        </p:nvSpPr>
        <p:spPr/>
        <p:txBody>
          <a:bodyPr/>
          <a:lstStyle/>
          <a:p>
            <a:fld id="{645CBDCA-5A62-41F3-9112-4AF0288C360D}" type="slidenum">
              <a:rPr lang="de-DE" smtClean="0"/>
              <a:t>14</a:t>
            </a:fld>
            <a:endParaRPr lang="de-DE"/>
          </a:p>
        </p:txBody>
      </p:sp>
    </p:spTree>
    <p:extLst>
      <p:ext uri="{BB962C8B-B14F-4D97-AF65-F5344CB8AC3E}">
        <p14:creationId xmlns:p14="http://schemas.microsoft.com/office/powerpoint/2010/main" val="41667322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Effect = OR = estimated effect</a:t>
            </a:r>
          </a:p>
          <a:p>
            <a:endParaRPr lang="en-US" dirty="0"/>
          </a:p>
          <a:p>
            <a:r>
              <a:rPr lang="en-US" dirty="0"/>
              <a:t>Odds for a genotype = probability of being a case if you have the genotype g/ prob of being control when having g</a:t>
            </a:r>
          </a:p>
          <a:p>
            <a:r>
              <a:rPr lang="en-US" dirty="0"/>
              <a:t>OR = ratio of the odds for 2 genotypes</a:t>
            </a:r>
          </a:p>
          <a:p>
            <a:endParaRPr lang="en-US" dirty="0"/>
          </a:p>
          <a:p>
            <a:r>
              <a:rPr lang="en-US" dirty="0"/>
              <a:t>Controls=0, cases =1 (e.g. heart disease)</a:t>
            </a:r>
          </a:p>
          <a:p>
            <a:r>
              <a:rPr lang="en-US" dirty="0"/>
              <a:t>1.7 times more likely to develop heart disease if you a carrying the risk allele C</a:t>
            </a:r>
          </a:p>
          <a:p>
            <a:r>
              <a:rPr lang="en-US" dirty="0"/>
              <a:t>Estimated effect: odds ratio (OR) + 95% CI</a:t>
            </a:r>
          </a:p>
          <a:p>
            <a:r>
              <a:rPr lang="en-US" dirty="0"/>
              <a:t>OR depends on allelic inheritance model (dominant X recessive X </a:t>
            </a:r>
            <a:r>
              <a:rPr lang="en-US" b="1" dirty="0"/>
              <a:t>additive</a:t>
            </a:r>
            <a:r>
              <a:rPr lang="en-US" dirty="0"/>
              <a:t>)</a:t>
            </a:r>
          </a:p>
          <a:p>
            <a:endParaRPr lang="de-DE" dirty="0"/>
          </a:p>
        </p:txBody>
      </p:sp>
      <p:sp>
        <p:nvSpPr>
          <p:cNvPr id="4" name="Slide Number Placeholder 3"/>
          <p:cNvSpPr>
            <a:spLocks noGrp="1"/>
          </p:cNvSpPr>
          <p:nvPr>
            <p:ph type="sldNum" sz="quarter" idx="5"/>
          </p:nvPr>
        </p:nvSpPr>
        <p:spPr/>
        <p:txBody>
          <a:bodyPr/>
          <a:lstStyle/>
          <a:p>
            <a:fld id="{645CBDCA-5A62-41F3-9112-4AF0288C360D}" type="slidenum">
              <a:rPr lang="de-DE" smtClean="0"/>
              <a:t>15</a:t>
            </a:fld>
            <a:endParaRPr lang="de-DE"/>
          </a:p>
        </p:txBody>
      </p:sp>
    </p:spTree>
    <p:extLst>
      <p:ext uri="{BB962C8B-B14F-4D97-AF65-F5344CB8AC3E}">
        <p14:creationId xmlns:p14="http://schemas.microsoft.com/office/powerpoint/2010/main" val="21721941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is OR significantly different from 1? </a:t>
            </a:r>
            <a:endParaRPr lang="en-US" dirty="0">
              <a:sym typeface="Wingdings" panose="05000000000000000000" pitchFamily="2" charset="2"/>
            </a:endParaRPr>
          </a:p>
          <a:p>
            <a:pPr marL="171450" indent="-171450">
              <a:buFontTx/>
              <a:buChar char="-"/>
            </a:pPr>
            <a:r>
              <a:rPr lang="en-US" dirty="0">
                <a:sym typeface="Wingdings" panose="05000000000000000000" pitchFamily="2" charset="2"/>
              </a:rPr>
              <a:t>Earlier: Fisher’s exact test or Chi-squared test</a:t>
            </a:r>
          </a:p>
          <a:p>
            <a:pPr marL="171450" indent="-171450">
              <a:buFontTx/>
              <a:buChar char="-"/>
            </a:pPr>
            <a:r>
              <a:rPr lang="en-US" dirty="0">
                <a:sym typeface="Wingdings" panose="05000000000000000000" pitchFamily="2" charset="2"/>
              </a:rPr>
              <a:t>Nowadays + for imputed data: linear regression or GLM</a:t>
            </a:r>
          </a:p>
          <a:p>
            <a:endParaRPr lang="de-DE" dirty="0"/>
          </a:p>
        </p:txBody>
      </p:sp>
      <p:sp>
        <p:nvSpPr>
          <p:cNvPr id="4" name="Slide Number Placeholder 3"/>
          <p:cNvSpPr>
            <a:spLocks noGrp="1"/>
          </p:cNvSpPr>
          <p:nvPr>
            <p:ph type="sldNum" sz="quarter" idx="5"/>
          </p:nvPr>
        </p:nvSpPr>
        <p:spPr/>
        <p:txBody>
          <a:bodyPr/>
          <a:lstStyle/>
          <a:p>
            <a:fld id="{645CBDCA-5A62-41F3-9112-4AF0288C360D}" type="slidenum">
              <a:rPr lang="de-DE" smtClean="0"/>
              <a:t>16</a:t>
            </a:fld>
            <a:endParaRPr lang="de-DE"/>
          </a:p>
        </p:txBody>
      </p:sp>
    </p:spTree>
    <p:extLst>
      <p:ext uri="{BB962C8B-B14F-4D97-AF65-F5344CB8AC3E}">
        <p14:creationId xmlns:p14="http://schemas.microsoft.com/office/powerpoint/2010/main" val="17928853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2D6F8F-6062-11E3-A96E-48D602F841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A656D9-1465-3DAB-CE4E-6D8D19E025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BBD8C9-9988-BA6E-9FAB-3DEB715CB412}"/>
              </a:ext>
            </a:extLst>
          </p:cNvPr>
          <p:cNvSpPr>
            <a:spLocks noGrp="1"/>
          </p:cNvSpPr>
          <p:nvPr>
            <p:ph type="body" idx="1"/>
          </p:nvPr>
        </p:nvSpPr>
        <p:spPr/>
        <p:txBody>
          <a:bodyPr/>
          <a:lstStyle/>
          <a:p>
            <a:r>
              <a:rPr lang="en-US" dirty="0"/>
              <a:t>Test: is OR significantly different from 1? </a:t>
            </a:r>
            <a:endParaRPr lang="en-US" dirty="0">
              <a:sym typeface="Wingdings" panose="05000000000000000000" pitchFamily="2" charset="2"/>
            </a:endParaRPr>
          </a:p>
          <a:p>
            <a:pPr marL="171450" indent="-171450">
              <a:buFontTx/>
              <a:buChar char="-"/>
            </a:pPr>
            <a:r>
              <a:rPr lang="en-US" dirty="0">
                <a:sym typeface="Wingdings" panose="05000000000000000000" pitchFamily="2" charset="2"/>
              </a:rPr>
              <a:t>Earlier: Fisher’s exact test or Chi-squared test</a:t>
            </a:r>
          </a:p>
          <a:p>
            <a:pPr marL="171450" indent="-171450">
              <a:buFontTx/>
              <a:buChar char="-"/>
            </a:pPr>
            <a:r>
              <a:rPr lang="en-US" dirty="0">
                <a:sym typeface="Wingdings" panose="05000000000000000000" pitchFamily="2" charset="2"/>
              </a:rPr>
              <a:t>Nowadays + for imputed data: linear regression or GLM</a:t>
            </a:r>
          </a:p>
          <a:p>
            <a:endParaRPr lang="de-DE" dirty="0"/>
          </a:p>
        </p:txBody>
      </p:sp>
      <p:sp>
        <p:nvSpPr>
          <p:cNvPr id="4" name="Slide Number Placeholder 3">
            <a:extLst>
              <a:ext uri="{FF2B5EF4-FFF2-40B4-BE49-F238E27FC236}">
                <a16:creationId xmlns:a16="http://schemas.microsoft.com/office/drawing/2014/main" id="{789C703F-7364-985F-C6BE-DD33B99B06C6}"/>
              </a:ext>
            </a:extLst>
          </p:cNvPr>
          <p:cNvSpPr>
            <a:spLocks noGrp="1"/>
          </p:cNvSpPr>
          <p:nvPr>
            <p:ph type="sldNum" sz="quarter" idx="5"/>
          </p:nvPr>
        </p:nvSpPr>
        <p:spPr/>
        <p:txBody>
          <a:bodyPr/>
          <a:lstStyle/>
          <a:p>
            <a:fld id="{645CBDCA-5A62-41F3-9112-4AF0288C360D}" type="slidenum">
              <a:rPr lang="de-DE" smtClean="0"/>
              <a:t>17</a:t>
            </a:fld>
            <a:endParaRPr lang="de-DE"/>
          </a:p>
        </p:txBody>
      </p:sp>
    </p:spTree>
    <p:extLst>
      <p:ext uri="{BB962C8B-B14F-4D97-AF65-F5344CB8AC3E}">
        <p14:creationId xmlns:p14="http://schemas.microsoft.com/office/powerpoint/2010/main" val="34513023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Genome-wide significance threshold derived by Bonferroni correction</a:t>
            </a:r>
          </a:p>
          <a:p>
            <a:pPr marL="0" indent="0">
              <a:buNone/>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Peaks </a:t>
            </a:r>
            <a:r>
              <a:rPr lang="en-US" dirty="0">
                <a:sym typeface="Wingdings" panose="05000000000000000000" pitchFamily="2" charset="2"/>
              </a:rPr>
              <a:t> variants in LD</a:t>
            </a:r>
            <a:endParaRPr lang="en-US" dirty="0"/>
          </a:p>
          <a:p>
            <a:pPr marL="0" indent="0">
              <a:buNone/>
            </a:pPr>
            <a:endParaRPr lang="en-US" dirty="0"/>
          </a:p>
          <a:p>
            <a:pPr marL="0" indent="0">
              <a:buNone/>
            </a:pPr>
            <a:r>
              <a:rPr lang="en-US" dirty="0"/>
              <a:t>QQ-plot </a:t>
            </a:r>
            <a:r>
              <a:rPr lang="en-US" dirty="0">
                <a:sym typeface="Wingdings" panose="05000000000000000000" pitchFamily="2" charset="2"/>
              </a:rPr>
              <a:t> diagnose GWAS results</a:t>
            </a:r>
          </a:p>
          <a:p>
            <a:pPr marL="0" indent="0">
              <a:buNone/>
            </a:pPr>
            <a:r>
              <a:rPr lang="en-US" dirty="0">
                <a:sym typeface="Wingdings" panose="05000000000000000000" pitchFamily="2" charset="2"/>
              </a:rPr>
              <a:t>- Compare quantiles from your distribution and expected one (uniform)</a:t>
            </a:r>
          </a:p>
          <a:p>
            <a:pPr marL="0" indent="0">
              <a:buNone/>
            </a:pPr>
            <a:r>
              <a:rPr lang="en-US" dirty="0">
                <a:sym typeface="Wingdings" panose="05000000000000000000" pitchFamily="2" charset="2"/>
              </a:rPr>
              <a:t>-   Check if p-values behave well (expected distribution = uniform, no or little signal which normally holds genome-wide)</a:t>
            </a:r>
            <a:endParaRPr lang="en-US" dirty="0"/>
          </a:p>
          <a:p>
            <a:pPr marL="171450" indent="-171450">
              <a:buFontTx/>
              <a:buChar char="-"/>
            </a:pPr>
            <a:r>
              <a:rPr lang="en-US" dirty="0"/>
              <a:t>Possible problems: no accounting for factors influencing your phenotype e.g. relatedness between samples or no ancestry correction (population structure)</a:t>
            </a:r>
          </a:p>
          <a:p>
            <a:pPr marL="171450" indent="-171450">
              <a:buFontTx/>
              <a:buChar char="-"/>
            </a:pPr>
            <a:r>
              <a:rPr lang="en-US" dirty="0"/>
              <a:t>Visual inspection + calculation of lambda (genomic inflation rate), lambda=1 is good</a:t>
            </a:r>
          </a:p>
          <a:p>
            <a:pPr marL="171450" indent="-171450">
              <a:buFontTx/>
              <a:buChar char="-"/>
            </a:pPr>
            <a:endParaRPr lang="en-US" dirty="0"/>
          </a:p>
          <a:p>
            <a:pPr marL="0" indent="0">
              <a:buFontTx/>
              <a:buNone/>
            </a:pPr>
            <a:r>
              <a:rPr lang="en-US" dirty="0"/>
              <a:t>Inflation </a:t>
            </a:r>
            <a:r>
              <a:rPr lang="en-US" dirty="0">
                <a:sym typeface="Wingdings" panose="05000000000000000000" pitchFamily="2" charset="2"/>
              </a:rPr>
              <a:t> false positives (type 1 error)</a:t>
            </a:r>
            <a:endParaRPr lang="en-US" dirty="0"/>
          </a:p>
          <a:p>
            <a:endParaRPr lang="de-DE" dirty="0"/>
          </a:p>
        </p:txBody>
      </p:sp>
      <p:sp>
        <p:nvSpPr>
          <p:cNvPr id="4" name="Slide Number Placeholder 3"/>
          <p:cNvSpPr>
            <a:spLocks noGrp="1"/>
          </p:cNvSpPr>
          <p:nvPr>
            <p:ph type="sldNum" sz="quarter" idx="5"/>
          </p:nvPr>
        </p:nvSpPr>
        <p:spPr/>
        <p:txBody>
          <a:bodyPr/>
          <a:lstStyle/>
          <a:p>
            <a:fld id="{645CBDCA-5A62-41F3-9112-4AF0288C360D}" type="slidenum">
              <a:rPr lang="de-DE" smtClean="0"/>
              <a:t>18</a:t>
            </a:fld>
            <a:endParaRPr lang="de-DE"/>
          </a:p>
        </p:txBody>
      </p:sp>
    </p:spTree>
    <p:extLst>
      <p:ext uri="{BB962C8B-B14F-4D97-AF65-F5344CB8AC3E}">
        <p14:creationId xmlns:p14="http://schemas.microsoft.com/office/powerpoint/2010/main" val="1787305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Monogenic: single inheritance pattern mendelian fashion predictable, when mutation present produces the disease 100% of the time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Complex disorder: Multiple genes/factors, more frequent than monogenic disorders. Without clear inheritance pattern</a:t>
            </a:r>
          </a:p>
          <a:p>
            <a:endParaRPr lang="de-DE" dirty="0"/>
          </a:p>
        </p:txBody>
      </p:sp>
      <p:sp>
        <p:nvSpPr>
          <p:cNvPr id="4" name="Slide Number Placeholder 3"/>
          <p:cNvSpPr>
            <a:spLocks noGrp="1"/>
          </p:cNvSpPr>
          <p:nvPr>
            <p:ph type="sldNum" sz="quarter" idx="5"/>
          </p:nvPr>
        </p:nvSpPr>
        <p:spPr/>
        <p:txBody>
          <a:bodyPr/>
          <a:lstStyle/>
          <a:p>
            <a:fld id="{645CBDCA-5A62-41F3-9112-4AF0288C360D}" type="slidenum">
              <a:rPr lang="de-DE" smtClean="0"/>
              <a:t>21</a:t>
            </a:fld>
            <a:endParaRPr lang="de-DE"/>
          </a:p>
        </p:txBody>
      </p:sp>
    </p:spTree>
    <p:extLst>
      <p:ext uri="{BB962C8B-B14F-4D97-AF65-F5344CB8AC3E}">
        <p14:creationId xmlns:p14="http://schemas.microsoft.com/office/powerpoint/2010/main" val="24877365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One mutation is enough</a:t>
            </a:r>
          </a:p>
          <a:p>
            <a:pPr marL="228600" indent="-228600">
              <a:buAutoNum type="arabicPeriod"/>
            </a:pPr>
            <a:r>
              <a:rPr lang="en-US" dirty="0"/>
              <a:t>Eye </a:t>
            </a:r>
            <a:r>
              <a:rPr lang="en-US" dirty="0" err="1"/>
              <a:t>colour</a:t>
            </a:r>
            <a:r>
              <a:rPr lang="en-US" dirty="0"/>
              <a:t> example: several genes interacting </a:t>
            </a:r>
            <a:r>
              <a:rPr lang="en-US" dirty="0">
                <a:sym typeface="Wingdings" panose="05000000000000000000" pitchFamily="2" charset="2"/>
              </a:rPr>
              <a:t></a:t>
            </a:r>
            <a:r>
              <a:rPr lang="en-US" dirty="0"/>
              <a:t> we thought it was a monogenic trait,</a:t>
            </a:r>
            <a:r>
              <a:rPr lang="en-US" dirty="0">
                <a:sym typeface="Wingdings" panose="05000000000000000000" pitchFamily="2" charset="2"/>
              </a:rPr>
              <a:t> now: complex</a:t>
            </a:r>
          </a:p>
          <a:p>
            <a:pPr marL="228600" indent="-228600">
              <a:buAutoNum type="arabicPeriod"/>
            </a:pPr>
            <a:r>
              <a:rPr lang="en-US" dirty="0">
                <a:sym typeface="Wingdings" panose="05000000000000000000" pitchFamily="2" charset="2"/>
              </a:rPr>
              <a:t>Many gene influences a trait, some are core ones, some influence the trait indirectly</a:t>
            </a:r>
          </a:p>
          <a:p>
            <a:pPr marL="228600" indent="-228600">
              <a:buAutoNum type="arabicPeriod"/>
            </a:pPr>
            <a:endParaRPr lang="de-DE" dirty="0"/>
          </a:p>
        </p:txBody>
      </p:sp>
      <p:sp>
        <p:nvSpPr>
          <p:cNvPr id="4" name="Slide Number Placeholder 3"/>
          <p:cNvSpPr>
            <a:spLocks noGrp="1"/>
          </p:cNvSpPr>
          <p:nvPr>
            <p:ph type="sldNum" sz="quarter" idx="5"/>
          </p:nvPr>
        </p:nvSpPr>
        <p:spPr/>
        <p:txBody>
          <a:bodyPr/>
          <a:lstStyle/>
          <a:p>
            <a:fld id="{645CBDCA-5A62-41F3-9112-4AF0288C360D}" type="slidenum">
              <a:rPr lang="de-DE" smtClean="0"/>
              <a:t>22</a:t>
            </a:fld>
            <a:endParaRPr lang="de-DE"/>
          </a:p>
        </p:txBody>
      </p:sp>
    </p:spTree>
    <p:extLst>
      <p:ext uri="{BB962C8B-B14F-4D97-AF65-F5344CB8AC3E}">
        <p14:creationId xmlns:p14="http://schemas.microsoft.com/office/powerpoint/2010/main" val="237678133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Omnigenic</a:t>
            </a:r>
            <a:r>
              <a:rPr lang="en-US" dirty="0"/>
              <a:t> model = gene regulatory network (all genes influence a trait, some core genes though)</a:t>
            </a:r>
          </a:p>
          <a:p>
            <a:r>
              <a:rPr lang="en-US" dirty="0"/>
              <a:t>Extended network of interaction surrounding core genes including complex mechanisms that together determine the liability to contract a complex disease or that define a quantitative trait</a:t>
            </a:r>
          </a:p>
        </p:txBody>
      </p:sp>
      <p:sp>
        <p:nvSpPr>
          <p:cNvPr id="4" name="Slide Number Placeholder 3"/>
          <p:cNvSpPr>
            <a:spLocks noGrp="1"/>
          </p:cNvSpPr>
          <p:nvPr>
            <p:ph type="sldNum" sz="quarter" idx="5"/>
          </p:nvPr>
        </p:nvSpPr>
        <p:spPr/>
        <p:txBody>
          <a:bodyPr/>
          <a:lstStyle/>
          <a:p>
            <a:fld id="{645CBDCA-5A62-41F3-9112-4AF0288C360D}" type="slidenum">
              <a:rPr lang="de-DE" smtClean="0"/>
              <a:t>23</a:t>
            </a:fld>
            <a:endParaRPr lang="de-DE"/>
          </a:p>
        </p:txBody>
      </p:sp>
    </p:spTree>
    <p:extLst>
      <p:ext uri="{BB962C8B-B14F-4D97-AF65-F5344CB8AC3E}">
        <p14:creationId xmlns:p14="http://schemas.microsoft.com/office/powerpoint/2010/main" val="26431487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More samples, more association </a:t>
            </a:r>
            <a:r>
              <a:rPr lang="en-US" dirty="0">
                <a:sym typeface="Wingdings" panose="05000000000000000000" pitchFamily="2" charset="2"/>
              </a:rPr>
              <a:t> more r</a:t>
            </a:r>
            <a:r>
              <a:rPr lang="en-US" dirty="0"/>
              <a:t>are variants (broader spectrum of allele frequencies)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More power to detect weaker associations</a:t>
            </a:r>
          </a:p>
          <a:p>
            <a:pPr marL="171450" indent="-171450">
              <a:buFontTx/>
              <a:buChar char="-"/>
            </a:pPr>
            <a:r>
              <a:rPr lang="en-US" dirty="0"/>
              <a:t>Many true negatives yet</a:t>
            </a:r>
            <a:endParaRPr lang="de-DE" dirty="0"/>
          </a:p>
          <a:p>
            <a:endParaRPr lang="en-US" dirty="0">
              <a:sym typeface="Wingdings" panose="05000000000000000000" pitchFamily="2" charset="2"/>
            </a:endParaRPr>
          </a:p>
          <a:p>
            <a:r>
              <a:rPr lang="en-US" dirty="0">
                <a:sym typeface="Wingdings" panose="05000000000000000000" pitchFamily="2" charset="2"/>
              </a:rPr>
              <a:t>GWAS variants: not causal alone  explain only a small fraction of the genetic risk</a:t>
            </a:r>
          </a:p>
          <a:p>
            <a:endParaRPr lang="en-US" dirty="0">
              <a:sym typeface="Wingdings" panose="05000000000000000000" pitchFamily="2" charset="2"/>
            </a:endParaRPr>
          </a:p>
          <a:p>
            <a:r>
              <a:rPr lang="en-US" dirty="0">
                <a:sym typeface="Wingdings" panose="05000000000000000000" pitchFamily="2" charset="2"/>
              </a:rPr>
              <a:t>T2D 10 years apart</a:t>
            </a:r>
          </a:p>
        </p:txBody>
      </p:sp>
      <p:sp>
        <p:nvSpPr>
          <p:cNvPr id="4" name="Slide Number Placeholder 3"/>
          <p:cNvSpPr>
            <a:spLocks noGrp="1"/>
          </p:cNvSpPr>
          <p:nvPr>
            <p:ph type="sldNum" sz="quarter" idx="5"/>
          </p:nvPr>
        </p:nvSpPr>
        <p:spPr/>
        <p:txBody>
          <a:bodyPr/>
          <a:lstStyle/>
          <a:p>
            <a:fld id="{645CBDCA-5A62-41F3-9112-4AF0288C360D}" type="slidenum">
              <a:rPr lang="de-DE" smtClean="0"/>
              <a:t>24</a:t>
            </a:fld>
            <a:endParaRPr lang="de-DE"/>
          </a:p>
        </p:txBody>
      </p:sp>
    </p:spTree>
    <p:extLst>
      <p:ext uri="{BB962C8B-B14F-4D97-AF65-F5344CB8AC3E}">
        <p14:creationId xmlns:p14="http://schemas.microsoft.com/office/powerpoint/2010/main" val="20861117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More sample size </a:t>
            </a:r>
            <a:r>
              <a:rPr lang="en-US" dirty="0">
                <a:sym typeface="Wingdings" panose="05000000000000000000" pitchFamily="2" charset="2"/>
              </a:rPr>
              <a:t> r</a:t>
            </a:r>
            <a:r>
              <a:rPr lang="en-US" dirty="0"/>
              <a:t>are variants (broader spectrum of allele frequencies) </a:t>
            </a:r>
            <a:r>
              <a:rPr lang="en-US" dirty="0">
                <a:sym typeface="Wingdings" panose="05000000000000000000" pitchFamily="2" charset="2"/>
              </a:rPr>
              <a:t> PRS with rare variants not yet</a:t>
            </a:r>
          </a:p>
          <a:p>
            <a:endParaRPr lang="en-US" dirty="0">
              <a:sym typeface="Wingdings" panose="05000000000000000000" pitchFamily="2" charset="2"/>
            </a:endParaRPr>
          </a:p>
          <a:p>
            <a:endParaRPr lang="en-US" dirty="0">
              <a:sym typeface="Wingdings" panose="05000000000000000000" pitchFamily="2" charset="2"/>
            </a:endParaRPr>
          </a:p>
        </p:txBody>
      </p:sp>
      <p:sp>
        <p:nvSpPr>
          <p:cNvPr id="4" name="Slide Number Placeholder 3"/>
          <p:cNvSpPr>
            <a:spLocks noGrp="1"/>
          </p:cNvSpPr>
          <p:nvPr>
            <p:ph type="sldNum" sz="quarter" idx="5"/>
          </p:nvPr>
        </p:nvSpPr>
        <p:spPr/>
        <p:txBody>
          <a:bodyPr/>
          <a:lstStyle/>
          <a:p>
            <a:fld id="{645CBDCA-5A62-41F3-9112-4AF0288C360D}" type="slidenum">
              <a:rPr lang="de-DE" smtClean="0"/>
              <a:t>25</a:t>
            </a:fld>
            <a:endParaRPr lang="de-DE"/>
          </a:p>
        </p:txBody>
      </p:sp>
    </p:spTree>
    <p:extLst>
      <p:ext uri="{BB962C8B-B14F-4D97-AF65-F5344CB8AC3E}">
        <p14:creationId xmlns:p14="http://schemas.microsoft.com/office/powerpoint/2010/main" val="7966402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Large GWAS: estimates of additive effects for each variant</a:t>
            </a:r>
          </a:p>
          <a:p>
            <a:r>
              <a:rPr lang="en-US" sz="1200" dirty="0"/>
              <a:t>Larger sample size for GWAS </a:t>
            </a:r>
            <a:r>
              <a:rPr lang="en-US" sz="1200" dirty="0">
                <a:sym typeface="Wingdings" panose="05000000000000000000" pitchFamily="2" charset="2"/>
              </a:rPr>
              <a:t> increases predictive power of PGS </a:t>
            </a:r>
          </a:p>
          <a:p>
            <a:r>
              <a:rPr lang="en-US" sz="1200" dirty="0"/>
              <a:t>All SNPs have in principle non-zero weights (very small contribution)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de-DE" dirty="0"/>
          </a:p>
          <a:p>
            <a:endParaRPr lang="de-DE" dirty="0"/>
          </a:p>
        </p:txBody>
      </p:sp>
      <p:sp>
        <p:nvSpPr>
          <p:cNvPr id="4" name="Slide Number Placeholder 3"/>
          <p:cNvSpPr>
            <a:spLocks noGrp="1"/>
          </p:cNvSpPr>
          <p:nvPr>
            <p:ph type="sldNum" sz="quarter" idx="5"/>
          </p:nvPr>
        </p:nvSpPr>
        <p:spPr/>
        <p:txBody>
          <a:bodyPr/>
          <a:lstStyle/>
          <a:p>
            <a:fld id="{645CBDCA-5A62-41F3-9112-4AF0288C360D}" type="slidenum">
              <a:rPr lang="de-DE" smtClean="0"/>
              <a:t>27</a:t>
            </a:fld>
            <a:endParaRPr lang="de-DE"/>
          </a:p>
        </p:txBody>
      </p:sp>
    </p:spTree>
    <p:extLst>
      <p:ext uri="{BB962C8B-B14F-4D97-AF65-F5344CB8AC3E}">
        <p14:creationId xmlns:p14="http://schemas.microsoft.com/office/powerpoint/2010/main" val="328351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Weighted sum of the number of risk alleles</a:t>
            </a:r>
          </a:p>
          <a:p>
            <a:r>
              <a:rPr lang="en-US" dirty="0"/>
              <a:t>Weighted = multiplied</a:t>
            </a:r>
            <a:endParaRPr lang="de-DE" dirty="0"/>
          </a:p>
        </p:txBody>
      </p:sp>
      <p:sp>
        <p:nvSpPr>
          <p:cNvPr id="4" name="Slide Number Placeholder 3"/>
          <p:cNvSpPr>
            <a:spLocks noGrp="1"/>
          </p:cNvSpPr>
          <p:nvPr>
            <p:ph type="sldNum" sz="quarter" idx="5"/>
          </p:nvPr>
        </p:nvSpPr>
        <p:spPr/>
        <p:txBody>
          <a:bodyPr/>
          <a:lstStyle/>
          <a:p>
            <a:fld id="{645CBDCA-5A62-41F3-9112-4AF0288C360D}" type="slidenum">
              <a:rPr lang="de-DE" smtClean="0"/>
              <a:t>28</a:t>
            </a:fld>
            <a:endParaRPr lang="de-DE"/>
          </a:p>
        </p:txBody>
      </p:sp>
    </p:spTree>
    <p:extLst>
      <p:ext uri="{BB962C8B-B14F-4D97-AF65-F5344CB8AC3E}">
        <p14:creationId xmlns:p14="http://schemas.microsoft.com/office/powerpoint/2010/main" val="10172731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Graphical explanation for the polygenic score pipeline: </a:t>
            </a:r>
          </a:p>
          <a:p>
            <a:pPr marL="171450" indent="-171450">
              <a:buFontTx/>
              <a:buChar char="-"/>
            </a:pPr>
            <a:r>
              <a:rPr lang="en-US" dirty="0"/>
              <a:t>Large GWAS weights X genetic data of external/independent cohort</a:t>
            </a:r>
          </a:p>
          <a:p>
            <a:pPr marL="171450" indent="-171450">
              <a:buFontTx/>
              <a:buChar char="-"/>
            </a:pPr>
            <a:r>
              <a:rPr lang="en-US" dirty="0"/>
              <a:t>Output: risk distribution of external cohort </a:t>
            </a:r>
          </a:p>
          <a:p>
            <a:endParaRPr lang="de-DE" dirty="0"/>
          </a:p>
        </p:txBody>
      </p:sp>
      <p:sp>
        <p:nvSpPr>
          <p:cNvPr id="4" name="Slide Number Placeholder 3"/>
          <p:cNvSpPr>
            <a:spLocks noGrp="1"/>
          </p:cNvSpPr>
          <p:nvPr>
            <p:ph type="sldNum" sz="quarter" idx="5"/>
          </p:nvPr>
        </p:nvSpPr>
        <p:spPr/>
        <p:txBody>
          <a:bodyPr/>
          <a:lstStyle/>
          <a:p>
            <a:fld id="{645CBDCA-5A62-41F3-9112-4AF0288C360D}" type="slidenum">
              <a:rPr lang="de-DE" smtClean="0"/>
              <a:t>29</a:t>
            </a:fld>
            <a:endParaRPr lang="de-DE"/>
          </a:p>
        </p:txBody>
      </p:sp>
    </p:spTree>
    <p:extLst>
      <p:ext uri="{BB962C8B-B14F-4D97-AF65-F5344CB8AC3E}">
        <p14:creationId xmlns:p14="http://schemas.microsoft.com/office/powerpoint/2010/main" val="3494633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 risk scores are normally distributed in the population</a:t>
            </a:r>
          </a:p>
          <a:p>
            <a:pPr marL="0" indent="0">
              <a:buNone/>
            </a:pPr>
            <a:r>
              <a:rPr lang="en-US" dirty="0"/>
              <a:t>(sum of effect of many variants)</a:t>
            </a:r>
          </a:p>
          <a:p>
            <a:pPr marL="0" indent="0">
              <a:buNone/>
            </a:pPr>
            <a:endParaRPr lang="en-US" dirty="0"/>
          </a:p>
          <a:p>
            <a:pPr marL="0" indent="0">
              <a:buNone/>
            </a:pPr>
            <a:r>
              <a:rPr lang="en-US" dirty="0"/>
              <a:t>Mixture of two gaussian distribution (cases and controls) is std normal </a:t>
            </a:r>
          </a:p>
          <a:p>
            <a:pPr marL="0" indent="0">
              <a:buNone/>
            </a:pPr>
            <a:endParaRPr lang="en-US" dirty="0"/>
          </a:p>
          <a:p>
            <a:r>
              <a:rPr lang="en-US" dirty="0"/>
              <a:t>Variance is an important determinant of risk stratification/ PRS performance</a:t>
            </a:r>
            <a:endParaRPr lang="de-DE" dirty="0"/>
          </a:p>
          <a:p>
            <a:endParaRPr lang="en-US" dirty="0"/>
          </a:p>
          <a:p>
            <a:r>
              <a:rPr lang="en-US" dirty="0"/>
              <a:t>C</a:t>
            </a:r>
            <a:r>
              <a:rPr lang="de-DE" dirty="0" err="1"/>
              <a:t>ases</a:t>
            </a:r>
            <a:r>
              <a:rPr lang="de-DE" dirty="0"/>
              <a:t> (</a:t>
            </a:r>
            <a:r>
              <a:rPr lang="de-DE" dirty="0" err="1"/>
              <a:t>less</a:t>
            </a:r>
            <a:r>
              <a:rPr lang="de-DE" dirty="0"/>
              <a:t> </a:t>
            </a:r>
            <a:r>
              <a:rPr lang="de-DE" dirty="0" err="1"/>
              <a:t>samples</a:t>
            </a:r>
            <a:r>
              <a:rPr lang="de-DE" dirty="0"/>
              <a:t>) </a:t>
            </a:r>
            <a:r>
              <a:rPr lang="de-DE" dirty="0" err="1"/>
              <a:t>distribution</a:t>
            </a:r>
            <a:r>
              <a:rPr lang="de-DE" dirty="0"/>
              <a:t> </a:t>
            </a:r>
            <a:r>
              <a:rPr lang="de-DE" dirty="0" err="1"/>
              <a:t>is</a:t>
            </a:r>
            <a:r>
              <a:rPr lang="de-DE" dirty="0"/>
              <a:t> </a:t>
            </a:r>
            <a:r>
              <a:rPr lang="de-DE" dirty="0" err="1"/>
              <a:t>shifted</a:t>
            </a:r>
            <a:r>
              <a:rPr lang="de-DE" dirty="0"/>
              <a:t> </a:t>
            </a:r>
            <a:r>
              <a:rPr lang="de-DE" dirty="0" err="1"/>
              <a:t>to</a:t>
            </a:r>
            <a:r>
              <a:rPr lang="de-DE" dirty="0"/>
              <a:t> </a:t>
            </a:r>
            <a:r>
              <a:rPr lang="de-DE" dirty="0" err="1"/>
              <a:t>the</a:t>
            </a:r>
            <a:r>
              <a:rPr lang="de-DE" dirty="0"/>
              <a:t> </a:t>
            </a:r>
            <a:r>
              <a:rPr lang="de-DE" dirty="0" err="1"/>
              <a:t>right</a:t>
            </a:r>
            <a:r>
              <a:rPr lang="de-DE" dirty="0"/>
              <a:t> </a:t>
            </a:r>
            <a:r>
              <a:rPr lang="de-DE" dirty="0">
                <a:sym typeface="Wingdings" panose="05000000000000000000" pitchFamily="2" charset="2"/>
              </a:rPr>
              <a:t> </a:t>
            </a:r>
            <a:r>
              <a:rPr lang="de-DE" dirty="0" err="1">
                <a:sym typeface="Wingdings" panose="05000000000000000000" pitchFamily="2" charset="2"/>
              </a:rPr>
              <a:t>amount</a:t>
            </a:r>
            <a:r>
              <a:rPr lang="de-DE" dirty="0">
                <a:sym typeface="Wingdings" panose="05000000000000000000" pitchFamily="2" charset="2"/>
              </a:rPr>
              <a:t> </a:t>
            </a:r>
            <a:r>
              <a:rPr lang="de-DE" dirty="0" err="1">
                <a:sym typeface="Wingdings" panose="05000000000000000000" pitchFamily="2" charset="2"/>
              </a:rPr>
              <a:t>of</a:t>
            </a:r>
            <a:r>
              <a:rPr lang="de-DE" dirty="0">
                <a:sym typeface="Wingdings" panose="05000000000000000000" pitchFamily="2" charset="2"/>
              </a:rPr>
              <a:t> shift = </a:t>
            </a:r>
            <a:r>
              <a:rPr lang="de-DE" dirty="0" err="1">
                <a:sym typeface="Wingdings" panose="05000000000000000000" pitchFamily="2" charset="2"/>
              </a:rPr>
              <a:t>population</a:t>
            </a:r>
            <a:r>
              <a:rPr lang="de-DE" dirty="0">
                <a:sym typeface="Wingdings" panose="05000000000000000000" pitchFamily="2" charset="2"/>
              </a:rPr>
              <a:t> </a:t>
            </a:r>
            <a:r>
              <a:rPr lang="de-DE" dirty="0" err="1">
                <a:sym typeface="Wingdings" panose="05000000000000000000" pitchFamily="2" charset="2"/>
              </a:rPr>
              <a:t>variance</a:t>
            </a:r>
            <a:r>
              <a:rPr lang="de-DE" dirty="0">
                <a:sym typeface="Wingdings" panose="05000000000000000000" pitchFamily="2" charset="2"/>
              </a:rPr>
              <a:t> </a:t>
            </a:r>
            <a:r>
              <a:rPr lang="de-DE" dirty="0" err="1">
                <a:sym typeface="Wingdings" panose="05000000000000000000" pitchFamily="2" charset="2"/>
              </a:rPr>
              <a:t>of</a:t>
            </a:r>
            <a:r>
              <a:rPr lang="de-DE" dirty="0">
                <a:sym typeface="Wingdings" panose="05000000000000000000" pitchFamily="2" charset="2"/>
              </a:rPr>
              <a:t> PRS </a:t>
            </a:r>
            <a:r>
              <a:rPr lang="de-DE" dirty="0" err="1">
                <a:sym typeface="Wingdings" panose="05000000000000000000" pitchFamily="2" charset="2"/>
              </a:rPr>
              <a:t>under</a:t>
            </a:r>
            <a:r>
              <a:rPr lang="de-DE" dirty="0">
                <a:sym typeface="Wingdings" panose="05000000000000000000" pitchFamily="2" charset="2"/>
              </a:rPr>
              <a:t> log-linear </a:t>
            </a:r>
            <a:r>
              <a:rPr lang="de-DE" dirty="0" err="1">
                <a:sym typeface="Wingdings" panose="05000000000000000000" pitchFamily="2" charset="2"/>
              </a:rPr>
              <a:t>model</a:t>
            </a:r>
            <a:r>
              <a:rPr lang="de-DE" dirty="0">
                <a:sym typeface="Wingdings" panose="05000000000000000000" pitchFamily="2" charset="2"/>
              </a:rPr>
              <a:t> (</a:t>
            </a:r>
            <a:r>
              <a:rPr lang="de-DE" dirty="0" err="1">
                <a:sym typeface="Wingdings" panose="05000000000000000000" pitchFamily="2" charset="2"/>
              </a:rPr>
              <a:t>assumes</a:t>
            </a:r>
            <a:r>
              <a:rPr lang="de-DE" dirty="0">
                <a:sym typeface="Wingdings" panose="05000000000000000000" pitchFamily="2" charset="2"/>
              </a:rPr>
              <a:t> </a:t>
            </a:r>
            <a:r>
              <a:rPr lang="de-DE" dirty="0" err="1">
                <a:sym typeface="Wingdings" panose="05000000000000000000" pitchFamily="2" charset="2"/>
              </a:rPr>
              <a:t>betas</a:t>
            </a:r>
            <a:r>
              <a:rPr lang="de-DE" dirty="0">
                <a:sym typeface="Wingdings" panose="05000000000000000000" pitchFamily="2" charset="2"/>
              </a:rPr>
              <a:t> </a:t>
            </a:r>
            <a:r>
              <a:rPr lang="de-DE" dirty="0" err="1">
                <a:sym typeface="Wingdings" panose="05000000000000000000" pitchFamily="2" charset="2"/>
              </a:rPr>
              <a:t>estimates</a:t>
            </a:r>
            <a:r>
              <a:rPr lang="de-DE" dirty="0">
                <a:sym typeface="Wingdings" panose="05000000000000000000" pitchFamily="2" charset="2"/>
              </a:rPr>
              <a:t> </a:t>
            </a:r>
            <a:r>
              <a:rPr lang="de-DE" dirty="0" err="1">
                <a:sym typeface="Wingdings" panose="05000000000000000000" pitchFamily="2" charset="2"/>
              </a:rPr>
              <a:t>are</a:t>
            </a:r>
            <a:r>
              <a:rPr lang="de-DE" dirty="0">
                <a:sym typeface="Wingdings" panose="05000000000000000000" pitchFamily="2" charset="2"/>
              </a:rPr>
              <a:t> </a:t>
            </a:r>
            <a:r>
              <a:rPr lang="de-DE" dirty="0" err="1">
                <a:sym typeface="Wingdings" panose="05000000000000000000" pitchFamily="2" charset="2"/>
              </a:rPr>
              <a:t>correct</a:t>
            </a:r>
            <a:r>
              <a:rPr lang="de-DE" dirty="0">
                <a:sym typeface="Wingdings" panose="05000000000000000000" pitchFamily="2" charset="2"/>
              </a:rPr>
              <a:t>)</a:t>
            </a:r>
          </a:p>
          <a:p>
            <a:r>
              <a:rPr lang="en-US" dirty="0">
                <a:sym typeface="Wingdings" panose="05000000000000000000" pitchFamily="2" charset="2"/>
              </a:rPr>
              <a:t>T</a:t>
            </a:r>
            <a:r>
              <a:rPr lang="de-DE" dirty="0">
                <a:sym typeface="Wingdings" panose="05000000000000000000" pitchFamily="2" charset="2"/>
              </a:rPr>
              <a:t>he larger </a:t>
            </a:r>
            <a:r>
              <a:rPr lang="de-DE" dirty="0" err="1">
                <a:sym typeface="Wingdings" panose="05000000000000000000" pitchFamily="2" charset="2"/>
              </a:rPr>
              <a:t>the</a:t>
            </a:r>
            <a:r>
              <a:rPr lang="de-DE" dirty="0">
                <a:sym typeface="Wingdings" panose="05000000000000000000" pitchFamily="2" charset="2"/>
              </a:rPr>
              <a:t> shift  </a:t>
            </a:r>
            <a:r>
              <a:rPr lang="de-DE" dirty="0" err="1">
                <a:sym typeface="Wingdings" panose="05000000000000000000" pitchFamily="2" charset="2"/>
              </a:rPr>
              <a:t>the</a:t>
            </a:r>
            <a:r>
              <a:rPr lang="de-DE" dirty="0">
                <a:sym typeface="Wingdings" panose="05000000000000000000" pitchFamily="2" charset="2"/>
              </a:rPr>
              <a:t> larger </a:t>
            </a:r>
            <a:r>
              <a:rPr lang="de-DE" dirty="0" err="1">
                <a:sym typeface="Wingdings" panose="05000000000000000000" pitchFamily="2" charset="2"/>
              </a:rPr>
              <a:t>the</a:t>
            </a:r>
            <a:r>
              <a:rPr lang="de-DE" dirty="0">
                <a:sym typeface="Wingdings" panose="05000000000000000000" pitchFamily="2" charset="2"/>
              </a:rPr>
              <a:t> </a:t>
            </a:r>
            <a:r>
              <a:rPr lang="de-DE" dirty="0" err="1">
                <a:sym typeface="Wingdings" panose="05000000000000000000" pitchFamily="2" charset="2"/>
              </a:rPr>
              <a:t>discovery</a:t>
            </a:r>
            <a:r>
              <a:rPr lang="de-DE" dirty="0">
                <a:sym typeface="Wingdings" panose="05000000000000000000" pitchFamily="2" charset="2"/>
              </a:rPr>
              <a:t> power </a:t>
            </a:r>
            <a:r>
              <a:rPr lang="de-DE" dirty="0" err="1">
                <a:sym typeface="Wingdings" panose="05000000000000000000" pitchFamily="2" charset="2"/>
              </a:rPr>
              <a:t>of</a:t>
            </a:r>
            <a:r>
              <a:rPr lang="de-DE" dirty="0">
                <a:sym typeface="Wingdings" panose="05000000000000000000" pitchFamily="2" charset="2"/>
              </a:rPr>
              <a:t> </a:t>
            </a:r>
            <a:r>
              <a:rPr lang="de-DE" dirty="0" err="1">
                <a:sym typeface="Wingdings" panose="05000000000000000000" pitchFamily="2" charset="2"/>
              </a:rPr>
              <a:t>the</a:t>
            </a:r>
            <a:r>
              <a:rPr lang="de-DE" dirty="0">
                <a:sym typeface="Wingdings" panose="05000000000000000000" pitchFamily="2" charset="2"/>
              </a:rPr>
              <a:t> PRS</a:t>
            </a:r>
          </a:p>
          <a:p>
            <a:r>
              <a:rPr lang="en-US" dirty="0">
                <a:sym typeface="Wingdings" panose="05000000000000000000" pitchFamily="2" charset="2"/>
              </a:rPr>
              <a:t>Proportion of cases is enriched in the right end of the distribution </a:t>
            </a:r>
          </a:p>
          <a:p>
            <a:pPr marL="0" indent="0">
              <a:buNone/>
            </a:pPr>
            <a:endParaRPr lang="en-US" dirty="0"/>
          </a:p>
          <a:p>
            <a:endParaRPr lang="de-DE" dirty="0"/>
          </a:p>
        </p:txBody>
      </p:sp>
      <p:sp>
        <p:nvSpPr>
          <p:cNvPr id="4" name="Slide Number Placeholder 3"/>
          <p:cNvSpPr>
            <a:spLocks noGrp="1"/>
          </p:cNvSpPr>
          <p:nvPr>
            <p:ph type="sldNum" sz="quarter" idx="5"/>
          </p:nvPr>
        </p:nvSpPr>
        <p:spPr/>
        <p:txBody>
          <a:bodyPr/>
          <a:lstStyle/>
          <a:p>
            <a:fld id="{645CBDCA-5A62-41F3-9112-4AF0288C360D}" type="slidenum">
              <a:rPr lang="de-DE" smtClean="0"/>
              <a:t>30</a:t>
            </a:fld>
            <a:endParaRPr lang="de-DE"/>
          </a:p>
        </p:txBody>
      </p:sp>
    </p:spTree>
    <p:extLst>
      <p:ext uri="{BB962C8B-B14F-4D97-AF65-F5344CB8AC3E}">
        <p14:creationId xmlns:p14="http://schemas.microsoft.com/office/powerpoint/2010/main" val="167349649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9FCD70-A759-6B9E-49C6-C37693E51D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A2905D-2123-42B4-3A6F-2BE640CCCC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AB7535-DA30-839A-0975-ABFE4E465A98}"/>
              </a:ext>
            </a:extLst>
          </p:cNvPr>
          <p:cNvSpPr>
            <a:spLocks noGrp="1"/>
          </p:cNvSpPr>
          <p:nvPr>
            <p:ph type="body" idx="1"/>
          </p:nvPr>
        </p:nvSpPr>
        <p:spPr/>
        <p:txBody>
          <a:bodyPr/>
          <a:lstStyle/>
          <a:p>
            <a:r>
              <a:rPr lang="en-US" dirty="0"/>
              <a:t>Log risk scores are normally distributed in the population</a:t>
            </a:r>
          </a:p>
          <a:p>
            <a:pPr marL="0" indent="0">
              <a:buNone/>
            </a:pPr>
            <a:r>
              <a:rPr lang="en-US" dirty="0"/>
              <a:t>(sum of effect of many variants)</a:t>
            </a:r>
          </a:p>
          <a:p>
            <a:pPr marL="0" indent="0">
              <a:buNone/>
            </a:pPr>
            <a:endParaRPr lang="en-US" dirty="0"/>
          </a:p>
          <a:p>
            <a:pPr marL="0" indent="0">
              <a:buNone/>
            </a:pPr>
            <a:r>
              <a:rPr lang="en-US" dirty="0"/>
              <a:t>Mixture of two gaussian distribution (cases and controls) is std normal </a:t>
            </a:r>
          </a:p>
          <a:p>
            <a:pPr marL="0" indent="0">
              <a:buNone/>
            </a:pPr>
            <a:endParaRPr lang="en-US" dirty="0"/>
          </a:p>
          <a:p>
            <a:r>
              <a:rPr lang="en-US" dirty="0"/>
              <a:t>Variance is an important determinant of risk stratification/ PRS performance</a:t>
            </a:r>
            <a:endParaRPr lang="de-DE" dirty="0"/>
          </a:p>
          <a:p>
            <a:endParaRPr lang="en-US" dirty="0"/>
          </a:p>
          <a:p>
            <a:r>
              <a:rPr lang="en-US" dirty="0"/>
              <a:t>C</a:t>
            </a:r>
            <a:r>
              <a:rPr lang="de-DE" dirty="0" err="1"/>
              <a:t>ases</a:t>
            </a:r>
            <a:r>
              <a:rPr lang="de-DE" dirty="0"/>
              <a:t> (</a:t>
            </a:r>
            <a:r>
              <a:rPr lang="de-DE" dirty="0" err="1"/>
              <a:t>less</a:t>
            </a:r>
            <a:r>
              <a:rPr lang="de-DE" dirty="0"/>
              <a:t> </a:t>
            </a:r>
            <a:r>
              <a:rPr lang="de-DE" dirty="0" err="1"/>
              <a:t>samples</a:t>
            </a:r>
            <a:r>
              <a:rPr lang="de-DE" dirty="0"/>
              <a:t>) </a:t>
            </a:r>
            <a:r>
              <a:rPr lang="de-DE" dirty="0" err="1"/>
              <a:t>distribution</a:t>
            </a:r>
            <a:r>
              <a:rPr lang="de-DE" dirty="0"/>
              <a:t> </a:t>
            </a:r>
            <a:r>
              <a:rPr lang="de-DE" dirty="0" err="1"/>
              <a:t>is</a:t>
            </a:r>
            <a:r>
              <a:rPr lang="de-DE" dirty="0"/>
              <a:t> </a:t>
            </a:r>
            <a:r>
              <a:rPr lang="de-DE" dirty="0" err="1"/>
              <a:t>shifted</a:t>
            </a:r>
            <a:r>
              <a:rPr lang="de-DE" dirty="0"/>
              <a:t> </a:t>
            </a:r>
            <a:r>
              <a:rPr lang="de-DE" dirty="0" err="1"/>
              <a:t>to</a:t>
            </a:r>
            <a:r>
              <a:rPr lang="de-DE" dirty="0"/>
              <a:t> </a:t>
            </a:r>
            <a:r>
              <a:rPr lang="de-DE" dirty="0" err="1"/>
              <a:t>the</a:t>
            </a:r>
            <a:r>
              <a:rPr lang="de-DE" dirty="0"/>
              <a:t> </a:t>
            </a:r>
            <a:r>
              <a:rPr lang="de-DE" dirty="0" err="1"/>
              <a:t>right</a:t>
            </a:r>
            <a:r>
              <a:rPr lang="de-DE" dirty="0"/>
              <a:t> </a:t>
            </a:r>
            <a:r>
              <a:rPr lang="de-DE" dirty="0">
                <a:sym typeface="Wingdings" panose="05000000000000000000" pitchFamily="2" charset="2"/>
              </a:rPr>
              <a:t> </a:t>
            </a:r>
            <a:r>
              <a:rPr lang="de-DE" dirty="0" err="1">
                <a:sym typeface="Wingdings" panose="05000000000000000000" pitchFamily="2" charset="2"/>
              </a:rPr>
              <a:t>amount</a:t>
            </a:r>
            <a:r>
              <a:rPr lang="de-DE" dirty="0">
                <a:sym typeface="Wingdings" panose="05000000000000000000" pitchFamily="2" charset="2"/>
              </a:rPr>
              <a:t> </a:t>
            </a:r>
            <a:r>
              <a:rPr lang="de-DE" dirty="0" err="1">
                <a:sym typeface="Wingdings" panose="05000000000000000000" pitchFamily="2" charset="2"/>
              </a:rPr>
              <a:t>of</a:t>
            </a:r>
            <a:r>
              <a:rPr lang="de-DE" dirty="0">
                <a:sym typeface="Wingdings" panose="05000000000000000000" pitchFamily="2" charset="2"/>
              </a:rPr>
              <a:t> shift = </a:t>
            </a:r>
            <a:r>
              <a:rPr lang="de-DE" dirty="0" err="1">
                <a:sym typeface="Wingdings" panose="05000000000000000000" pitchFamily="2" charset="2"/>
              </a:rPr>
              <a:t>population</a:t>
            </a:r>
            <a:r>
              <a:rPr lang="de-DE" dirty="0">
                <a:sym typeface="Wingdings" panose="05000000000000000000" pitchFamily="2" charset="2"/>
              </a:rPr>
              <a:t> </a:t>
            </a:r>
            <a:r>
              <a:rPr lang="de-DE" dirty="0" err="1">
                <a:sym typeface="Wingdings" panose="05000000000000000000" pitchFamily="2" charset="2"/>
              </a:rPr>
              <a:t>variance</a:t>
            </a:r>
            <a:r>
              <a:rPr lang="de-DE" dirty="0">
                <a:sym typeface="Wingdings" panose="05000000000000000000" pitchFamily="2" charset="2"/>
              </a:rPr>
              <a:t> </a:t>
            </a:r>
            <a:r>
              <a:rPr lang="de-DE" dirty="0" err="1">
                <a:sym typeface="Wingdings" panose="05000000000000000000" pitchFamily="2" charset="2"/>
              </a:rPr>
              <a:t>of</a:t>
            </a:r>
            <a:r>
              <a:rPr lang="de-DE" dirty="0">
                <a:sym typeface="Wingdings" panose="05000000000000000000" pitchFamily="2" charset="2"/>
              </a:rPr>
              <a:t> PRS </a:t>
            </a:r>
            <a:r>
              <a:rPr lang="de-DE" dirty="0" err="1">
                <a:sym typeface="Wingdings" panose="05000000000000000000" pitchFamily="2" charset="2"/>
              </a:rPr>
              <a:t>under</a:t>
            </a:r>
            <a:r>
              <a:rPr lang="de-DE" dirty="0">
                <a:sym typeface="Wingdings" panose="05000000000000000000" pitchFamily="2" charset="2"/>
              </a:rPr>
              <a:t> log-linear </a:t>
            </a:r>
            <a:r>
              <a:rPr lang="de-DE" dirty="0" err="1">
                <a:sym typeface="Wingdings" panose="05000000000000000000" pitchFamily="2" charset="2"/>
              </a:rPr>
              <a:t>model</a:t>
            </a:r>
            <a:r>
              <a:rPr lang="de-DE" dirty="0">
                <a:sym typeface="Wingdings" panose="05000000000000000000" pitchFamily="2" charset="2"/>
              </a:rPr>
              <a:t> (</a:t>
            </a:r>
            <a:r>
              <a:rPr lang="de-DE" dirty="0" err="1">
                <a:sym typeface="Wingdings" panose="05000000000000000000" pitchFamily="2" charset="2"/>
              </a:rPr>
              <a:t>assumes</a:t>
            </a:r>
            <a:r>
              <a:rPr lang="de-DE" dirty="0">
                <a:sym typeface="Wingdings" panose="05000000000000000000" pitchFamily="2" charset="2"/>
              </a:rPr>
              <a:t> </a:t>
            </a:r>
            <a:r>
              <a:rPr lang="de-DE" dirty="0" err="1">
                <a:sym typeface="Wingdings" panose="05000000000000000000" pitchFamily="2" charset="2"/>
              </a:rPr>
              <a:t>betas</a:t>
            </a:r>
            <a:r>
              <a:rPr lang="de-DE" dirty="0">
                <a:sym typeface="Wingdings" panose="05000000000000000000" pitchFamily="2" charset="2"/>
              </a:rPr>
              <a:t> </a:t>
            </a:r>
            <a:r>
              <a:rPr lang="de-DE" dirty="0" err="1">
                <a:sym typeface="Wingdings" panose="05000000000000000000" pitchFamily="2" charset="2"/>
              </a:rPr>
              <a:t>estimates</a:t>
            </a:r>
            <a:r>
              <a:rPr lang="de-DE" dirty="0">
                <a:sym typeface="Wingdings" panose="05000000000000000000" pitchFamily="2" charset="2"/>
              </a:rPr>
              <a:t> </a:t>
            </a:r>
            <a:r>
              <a:rPr lang="de-DE" dirty="0" err="1">
                <a:sym typeface="Wingdings" panose="05000000000000000000" pitchFamily="2" charset="2"/>
              </a:rPr>
              <a:t>are</a:t>
            </a:r>
            <a:r>
              <a:rPr lang="de-DE" dirty="0">
                <a:sym typeface="Wingdings" panose="05000000000000000000" pitchFamily="2" charset="2"/>
              </a:rPr>
              <a:t> </a:t>
            </a:r>
            <a:r>
              <a:rPr lang="de-DE" dirty="0" err="1">
                <a:sym typeface="Wingdings" panose="05000000000000000000" pitchFamily="2" charset="2"/>
              </a:rPr>
              <a:t>correct</a:t>
            </a:r>
            <a:r>
              <a:rPr lang="de-DE" dirty="0">
                <a:sym typeface="Wingdings" panose="05000000000000000000" pitchFamily="2" charset="2"/>
              </a:rPr>
              <a:t>)</a:t>
            </a:r>
          </a:p>
          <a:p>
            <a:r>
              <a:rPr lang="en-US" dirty="0">
                <a:sym typeface="Wingdings" panose="05000000000000000000" pitchFamily="2" charset="2"/>
              </a:rPr>
              <a:t>T</a:t>
            </a:r>
            <a:r>
              <a:rPr lang="de-DE" dirty="0">
                <a:sym typeface="Wingdings" panose="05000000000000000000" pitchFamily="2" charset="2"/>
              </a:rPr>
              <a:t>he larger </a:t>
            </a:r>
            <a:r>
              <a:rPr lang="de-DE" dirty="0" err="1">
                <a:sym typeface="Wingdings" panose="05000000000000000000" pitchFamily="2" charset="2"/>
              </a:rPr>
              <a:t>the</a:t>
            </a:r>
            <a:r>
              <a:rPr lang="de-DE" dirty="0">
                <a:sym typeface="Wingdings" panose="05000000000000000000" pitchFamily="2" charset="2"/>
              </a:rPr>
              <a:t> shift  </a:t>
            </a:r>
            <a:r>
              <a:rPr lang="de-DE" dirty="0" err="1">
                <a:sym typeface="Wingdings" panose="05000000000000000000" pitchFamily="2" charset="2"/>
              </a:rPr>
              <a:t>the</a:t>
            </a:r>
            <a:r>
              <a:rPr lang="de-DE" dirty="0">
                <a:sym typeface="Wingdings" panose="05000000000000000000" pitchFamily="2" charset="2"/>
              </a:rPr>
              <a:t> larger </a:t>
            </a:r>
            <a:r>
              <a:rPr lang="de-DE" dirty="0" err="1">
                <a:sym typeface="Wingdings" panose="05000000000000000000" pitchFamily="2" charset="2"/>
              </a:rPr>
              <a:t>the</a:t>
            </a:r>
            <a:r>
              <a:rPr lang="de-DE" dirty="0">
                <a:sym typeface="Wingdings" panose="05000000000000000000" pitchFamily="2" charset="2"/>
              </a:rPr>
              <a:t> </a:t>
            </a:r>
            <a:r>
              <a:rPr lang="de-DE" dirty="0" err="1">
                <a:sym typeface="Wingdings" panose="05000000000000000000" pitchFamily="2" charset="2"/>
              </a:rPr>
              <a:t>discovery</a:t>
            </a:r>
            <a:r>
              <a:rPr lang="de-DE" dirty="0">
                <a:sym typeface="Wingdings" panose="05000000000000000000" pitchFamily="2" charset="2"/>
              </a:rPr>
              <a:t> power </a:t>
            </a:r>
            <a:r>
              <a:rPr lang="de-DE" dirty="0" err="1">
                <a:sym typeface="Wingdings" panose="05000000000000000000" pitchFamily="2" charset="2"/>
              </a:rPr>
              <a:t>of</a:t>
            </a:r>
            <a:r>
              <a:rPr lang="de-DE" dirty="0">
                <a:sym typeface="Wingdings" panose="05000000000000000000" pitchFamily="2" charset="2"/>
              </a:rPr>
              <a:t> </a:t>
            </a:r>
            <a:r>
              <a:rPr lang="de-DE" dirty="0" err="1">
                <a:sym typeface="Wingdings" panose="05000000000000000000" pitchFamily="2" charset="2"/>
              </a:rPr>
              <a:t>the</a:t>
            </a:r>
            <a:r>
              <a:rPr lang="de-DE" dirty="0">
                <a:sym typeface="Wingdings" panose="05000000000000000000" pitchFamily="2" charset="2"/>
              </a:rPr>
              <a:t> PRS</a:t>
            </a:r>
          </a:p>
          <a:p>
            <a:r>
              <a:rPr lang="en-US" dirty="0">
                <a:sym typeface="Wingdings" panose="05000000000000000000" pitchFamily="2" charset="2"/>
              </a:rPr>
              <a:t>Proportion of cases is enriched in the right end of the distribution </a:t>
            </a:r>
          </a:p>
          <a:p>
            <a:pPr marL="0" indent="0">
              <a:buNone/>
            </a:pPr>
            <a:endParaRPr lang="en-US" dirty="0"/>
          </a:p>
          <a:p>
            <a:endParaRPr lang="de-DE" dirty="0"/>
          </a:p>
        </p:txBody>
      </p:sp>
      <p:sp>
        <p:nvSpPr>
          <p:cNvPr id="4" name="Slide Number Placeholder 3">
            <a:extLst>
              <a:ext uri="{FF2B5EF4-FFF2-40B4-BE49-F238E27FC236}">
                <a16:creationId xmlns:a16="http://schemas.microsoft.com/office/drawing/2014/main" id="{72C453BC-5BCD-6D31-9771-8D1FCC06AC5F}"/>
              </a:ext>
            </a:extLst>
          </p:cNvPr>
          <p:cNvSpPr>
            <a:spLocks noGrp="1"/>
          </p:cNvSpPr>
          <p:nvPr>
            <p:ph type="sldNum" sz="quarter" idx="5"/>
          </p:nvPr>
        </p:nvSpPr>
        <p:spPr/>
        <p:txBody>
          <a:bodyPr/>
          <a:lstStyle/>
          <a:p>
            <a:fld id="{645CBDCA-5A62-41F3-9112-4AF0288C360D}" type="slidenum">
              <a:rPr lang="de-DE" smtClean="0"/>
              <a:t>31</a:t>
            </a:fld>
            <a:endParaRPr lang="de-DE"/>
          </a:p>
        </p:txBody>
      </p:sp>
    </p:spTree>
    <p:extLst>
      <p:ext uri="{BB962C8B-B14F-4D97-AF65-F5344CB8AC3E}">
        <p14:creationId xmlns:p14="http://schemas.microsoft.com/office/powerpoint/2010/main" val="117284623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Apply the same QC as standard GWAS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panose="020B0604020202020204"/>
                <a:ea typeface="+mn-ea"/>
                <a:cs typeface="+mn-cs"/>
              </a:rPr>
              <a:t>Only SNPs in base AND target samples</a:t>
            </a:r>
            <a:endParaRPr lang="en-US" dirty="0"/>
          </a:p>
          <a:p>
            <a:endParaRPr lang="en-US" dirty="0"/>
          </a:p>
        </p:txBody>
      </p:sp>
    </p:spTree>
    <p:extLst>
      <p:ext uri="{BB962C8B-B14F-4D97-AF65-F5344CB8AC3E}">
        <p14:creationId xmlns:p14="http://schemas.microsoft.com/office/powerpoint/2010/main" val="275692589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E" dirty="0"/>
          </a:p>
        </p:txBody>
      </p:sp>
    </p:spTree>
    <p:extLst>
      <p:ext uri="{BB962C8B-B14F-4D97-AF65-F5344CB8AC3E}">
        <p14:creationId xmlns:p14="http://schemas.microsoft.com/office/powerpoint/2010/main" val="68528311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non-random association of alleles at different loci resulting in inheritance of correlated blocks of variants (=haplotypes)</a:t>
            </a:r>
          </a:p>
          <a:p>
            <a:r>
              <a:rPr lang="en-US" dirty="0"/>
              <a:t>Mosaic of blocks in which variants are dependent of each other, distance based</a:t>
            </a:r>
          </a:p>
          <a:p>
            <a:endParaRPr lang="en-US" dirty="0"/>
          </a:p>
          <a:p>
            <a:r>
              <a:rPr lang="en-US" dirty="0"/>
              <a:t>Colors in regional association plot = LD</a:t>
            </a:r>
          </a:p>
          <a:p>
            <a:endParaRPr lang="en-US" dirty="0"/>
          </a:p>
          <a:p>
            <a:r>
              <a:rPr lang="en-US" dirty="0"/>
              <a:t>Problem: overrepresentation of blocks if taking all variants in LD into the score </a:t>
            </a:r>
            <a:r>
              <a:rPr lang="en-US" dirty="0">
                <a:sym typeface="Wingdings" panose="05000000000000000000" pitchFamily="2" charset="2"/>
              </a:rPr>
              <a:t> signal inflation</a:t>
            </a:r>
            <a:endParaRPr lang="en-US" dirty="0"/>
          </a:p>
          <a:p>
            <a:endParaRPr lang="en-US" dirty="0"/>
          </a:p>
          <a:p>
            <a:endParaRPr lang="en-DE" dirty="0"/>
          </a:p>
        </p:txBody>
      </p:sp>
    </p:spTree>
    <p:extLst>
      <p:ext uri="{BB962C8B-B14F-4D97-AF65-F5344CB8AC3E}">
        <p14:creationId xmlns:p14="http://schemas.microsoft.com/office/powerpoint/2010/main" val="221068697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Clumping = P-value aware LD pruning</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3 variants in picture: green, blue, orange</a:t>
            </a:r>
          </a:p>
          <a:p>
            <a:endParaRPr lang="en-DE" dirty="0"/>
          </a:p>
        </p:txBody>
      </p:sp>
    </p:spTree>
    <p:extLst>
      <p:ext uri="{BB962C8B-B14F-4D97-AF65-F5344CB8AC3E}">
        <p14:creationId xmlns:p14="http://schemas.microsoft.com/office/powerpoint/2010/main" val="13578258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C9ADA4-BF19-55E4-B5AC-2AF26FE764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F1147C-6204-0467-9D7A-776A8CB3B1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262752-2C47-1302-6298-053039395FF4}"/>
              </a:ext>
            </a:extLst>
          </p:cNvPr>
          <p:cNvSpPr>
            <a:spLocks noGrp="1"/>
          </p:cNvSpPr>
          <p:nvPr>
            <p:ph type="body" idx="1"/>
          </p:nvPr>
        </p:nvSpPr>
        <p:spPr/>
        <p:txBody>
          <a:bodyPr/>
          <a:lstStyle/>
          <a:p>
            <a:r>
              <a:rPr lang="en-US" dirty="0"/>
              <a:t>Clumping = P-value aware LD pruning</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3 variants in picture: green, blue, orange</a:t>
            </a:r>
          </a:p>
          <a:p>
            <a:endParaRPr lang="en-DE" dirty="0"/>
          </a:p>
        </p:txBody>
      </p:sp>
    </p:spTree>
    <p:extLst>
      <p:ext uri="{BB962C8B-B14F-4D97-AF65-F5344CB8AC3E}">
        <p14:creationId xmlns:p14="http://schemas.microsoft.com/office/powerpoint/2010/main" val="284461037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P-value: trait not very polygenic </a:t>
            </a:r>
            <a:r>
              <a:rPr lang="en-US" dirty="0">
                <a:sym typeface="Wingdings" panose="05000000000000000000" pitchFamily="2" charset="2"/>
              </a:rPr>
              <a:t> stringent threshold (e.g. even 5e-8)</a:t>
            </a:r>
          </a:p>
          <a:p>
            <a:r>
              <a:rPr lang="en-US" dirty="0">
                <a:sym typeface="Wingdings" panose="05000000000000000000" pitchFamily="2" charset="2"/>
              </a:rPr>
              <a:t>More polygenic trait  less stringent threshold (e.g. 0.05)</a:t>
            </a:r>
            <a:endParaRPr lang="en-DE" dirty="0"/>
          </a:p>
        </p:txBody>
      </p:sp>
    </p:spTree>
    <p:extLst>
      <p:ext uri="{BB962C8B-B14F-4D97-AF65-F5344CB8AC3E}">
        <p14:creationId xmlns:p14="http://schemas.microsoft.com/office/powerpoint/2010/main" val="106042826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sym typeface="Wingdings" panose="05000000000000000000" pitchFamily="2" charset="2"/>
              </a:rPr>
              <a:t>Ideal model = ‘whole-genome’ model</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à"/>
              <a:tabLst/>
              <a:defRPr/>
            </a:pPr>
            <a:r>
              <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sym typeface="Wingdings" panose="05000000000000000000" pitchFamily="2" charset="2"/>
              </a:rPr>
              <a:t>Account for LD</a:t>
            </a:r>
          </a:p>
          <a:p>
            <a:endParaRPr lang="en-DE" dirty="0"/>
          </a:p>
        </p:txBody>
      </p:sp>
    </p:spTree>
    <p:extLst>
      <p:ext uri="{BB962C8B-B14F-4D97-AF65-F5344CB8AC3E}">
        <p14:creationId xmlns:p14="http://schemas.microsoft.com/office/powerpoint/2010/main" val="37271121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C+T: find optimal set of variants to construct score</a:t>
            </a:r>
          </a:p>
          <a:p>
            <a:r>
              <a:rPr lang="en-US" dirty="0"/>
              <a:t>Bayesian sparse regression: find optimal transformation of the vector of effect sizes coming from GWAS to best represent the trait </a:t>
            </a:r>
          </a:p>
        </p:txBody>
      </p:sp>
    </p:spTree>
    <p:extLst>
      <p:ext uri="{BB962C8B-B14F-4D97-AF65-F5344CB8AC3E}">
        <p14:creationId xmlns:p14="http://schemas.microsoft.com/office/powerpoint/2010/main" val="64060312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à"/>
              <a:tabLst/>
              <a:defRPr/>
            </a:pPr>
            <a:r>
              <a:rPr lang="en-US" dirty="0">
                <a:sym typeface="Wingdings" panose="05000000000000000000" pitchFamily="2" charset="2"/>
              </a:rPr>
              <a:t>Models the distribution of re-weighted effect sizes</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à"/>
              <a:tabLst/>
              <a:defRPr/>
            </a:pPr>
            <a:r>
              <a:rPr lang="en-US" dirty="0">
                <a:sym typeface="Wingdings" panose="05000000000000000000" pitchFamily="2" charset="2"/>
              </a:rPr>
              <a:t>E.g. weigh down variants in an LD block based on LD block size</a:t>
            </a:r>
            <a:endParaRPr lang="en-DE" dirty="0"/>
          </a:p>
          <a:p>
            <a:endParaRPr lang="en-DE" dirty="0"/>
          </a:p>
        </p:txBody>
      </p:sp>
    </p:spTree>
    <p:extLst>
      <p:ext uri="{BB962C8B-B14F-4D97-AF65-F5344CB8AC3E}">
        <p14:creationId xmlns:p14="http://schemas.microsoft.com/office/powerpoint/2010/main" val="423313753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E" dirty="0"/>
          </a:p>
        </p:txBody>
      </p:sp>
    </p:spTree>
    <p:extLst>
      <p:ext uri="{BB962C8B-B14F-4D97-AF65-F5344CB8AC3E}">
        <p14:creationId xmlns:p14="http://schemas.microsoft.com/office/powerpoint/2010/main" val="241164239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predictive power of PGS</a:t>
            </a:r>
          </a:p>
          <a:p>
            <a:r>
              <a:rPr lang="en-US" dirty="0"/>
              <a:t>OR</a:t>
            </a:r>
          </a:p>
          <a:p>
            <a:r>
              <a:rPr lang="en-US" dirty="0"/>
              <a:t>Apply on real-world patients</a:t>
            </a:r>
          </a:p>
          <a:p>
            <a:endParaRPr lang="en-US" dirty="0"/>
          </a:p>
          <a:p>
            <a:r>
              <a:rPr lang="en-US" dirty="0"/>
              <a:t>Mismatched allele: multiply effect by -1</a:t>
            </a:r>
          </a:p>
        </p:txBody>
      </p:sp>
    </p:spTree>
    <p:extLst>
      <p:ext uri="{BB962C8B-B14F-4D97-AF65-F5344CB8AC3E}">
        <p14:creationId xmlns:p14="http://schemas.microsoft.com/office/powerpoint/2010/main" val="204036233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E" dirty="0"/>
          </a:p>
        </p:txBody>
      </p:sp>
    </p:spTree>
    <p:extLst>
      <p:ext uri="{BB962C8B-B14F-4D97-AF65-F5344CB8AC3E}">
        <p14:creationId xmlns:p14="http://schemas.microsoft.com/office/powerpoint/2010/main" val="17942804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R2: </a:t>
            </a:r>
            <a:r>
              <a:rPr lang="de-DE" sz="1200" b="0" i="0" kern="1200" dirty="0" err="1">
                <a:solidFill>
                  <a:schemeClr val="tx1"/>
                </a:solidFill>
                <a:effectLst/>
                <a:latin typeface="+mn-lt"/>
                <a:ea typeface="+mn-ea"/>
                <a:cs typeface="+mn-cs"/>
              </a:rPr>
              <a:t>goodness</a:t>
            </a:r>
            <a:r>
              <a:rPr lang="de-DE" sz="1200" b="0" i="0" kern="1200" dirty="0">
                <a:solidFill>
                  <a:schemeClr val="tx1"/>
                </a:solidFill>
                <a:effectLst/>
                <a:latin typeface="+mn-lt"/>
                <a:ea typeface="+mn-ea"/>
                <a:cs typeface="+mn-cs"/>
              </a:rPr>
              <a:t>-</a:t>
            </a:r>
            <a:r>
              <a:rPr lang="de-DE" sz="1200" b="0" i="0" kern="1200" dirty="0" err="1">
                <a:solidFill>
                  <a:schemeClr val="tx1"/>
                </a:solidFill>
                <a:effectLst/>
                <a:latin typeface="+mn-lt"/>
                <a:ea typeface="+mn-ea"/>
                <a:cs typeface="+mn-cs"/>
              </a:rPr>
              <a:t>of</a:t>
            </a:r>
            <a:r>
              <a:rPr lang="de-DE" sz="1200" b="0" i="0" kern="1200" dirty="0">
                <a:solidFill>
                  <a:schemeClr val="tx1"/>
                </a:solidFill>
                <a:effectLst/>
                <a:latin typeface="+mn-lt"/>
                <a:ea typeface="+mn-ea"/>
                <a:cs typeface="+mn-cs"/>
              </a:rPr>
              <a:t>-fit </a:t>
            </a:r>
            <a:r>
              <a:rPr lang="de-DE" sz="1200" b="0" i="0" kern="1200" dirty="0" err="1">
                <a:solidFill>
                  <a:schemeClr val="tx1"/>
                </a:solidFill>
                <a:effectLst/>
                <a:latin typeface="+mn-lt"/>
                <a:ea typeface="+mn-ea"/>
                <a:cs typeface="+mn-cs"/>
              </a:rPr>
              <a:t>measure</a:t>
            </a:r>
            <a:endParaRPr lang="de-DE"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N</a:t>
            </a:r>
            <a:r>
              <a:rPr lang="de-DE" sz="1200" b="0" i="0" kern="1200" dirty="0" err="1">
                <a:solidFill>
                  <a:schemeClr val="tx1"/>
                </a:solidFill>
                <a:effectLst/>
                <a:latin typeface="+mn-lt"/>
                <a:ea typeface="+mn-ea"/>
                <a:cs typeface="+mn-cs"/>
              </a:rPr>
              <a:t>umerator</a:t>
            </a:r>
            <a:r>
              <a:rPr lang="de-DE" sz="1200" b="0" i="0" kern="1200" dirty="0">
                <a:solidFill>
                  <a:schemeClr val="tx1"/>
                </a:solidFill>
                <a:effectLst/>
                <a:latin typeface="+mn-lt"/>
                <a:ea typeface="+mn-ea"/>
                <a:cs typeface="+mn-cs"/>
              </a:rPr>
              <a:t>: </a:t>
            </a:r>
          </a:p>
          <a:p>
            <a:r>
              <a:rPr lang="en-US" sz="1200" b="0" i="0" kern="1200" dirty="0">
                <a:solidFill>
                  <a:schemeClr val="tx1"/>
                </a:solidFill>
                <a:effectLst/>
                <a:latin typeface="+mn-lt"/>
                <a:ea typeface="+mn-ea"/>
                <a:cs typeface="+mn-cs"/>
              </a:rPr>
              <a:t>D</a:t>
            </a:r>
            <a:r>
              <a:rPr lang="de-DE" sz="1200" b="0" i="0" kern="1200" dirty="0" err="1">
                <a:solidFill>
                  <a:schemeClr val="tx1"/>
                </a:solidFill>
                <a:effectLst/>
                <a:latin typeface="+mn-lt"/>
                <a:ea typeface="+mn-ea"/>
                <a:cs typeface="+mn-cs"/>
              </a:rPr>
              <a:t>enominator</a:t>
            </a:r>
            <a:r>
              <a:rPr lang="de-DE" sz="1200" b="0" i="0"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how much </a:t>
            </a:r>
            <a:r>
              <a:rPr lang="en-US" sz="1200" b="0" i="1" kern="1200" dirty="0">
                <a:solidFill>
                  <a:schemeClr val="tx1"/>
                </a:solidFill>
                <a:effectLst/>
                <a:latin typeface="+mn-lt"/>
                <a:ea typeface="+mn-ea"/>
                <a:cs typeface="+mn-cs"/>
              </a:rPr>
              <a:t>y</a:t>
            </a:r>
            <a:r>
              <a:rPr lang="en-US" sz="1200" b="0" i="0" kern="1200" dirty="0">
                <a:solidFill>
                  <a:schemeClr val="tx1"/>
                </a:solidFill>
                <a:effectLst/>
                <a:latin typeface="+mn-lt"/>
                <a:ea typeface="+mn-ea"/>
                <a:cs typeface="+mn-cs"/>
              </a:rPr>
              <a:t> varies from its mean</a:t>
            </a:r>
          </a:p>
          <a:p>
            <a:r>
              <a:rPr lang="en-US" sz="1200" b="0" i="0" kern="1200" dirty="0">
                <a:solidFill>
                  <a:schemeClr val="tx1"/>
                </a:solidFill>
                <a:effectLst/>
                <a:latin typeface="+mn-lt"/>
                <a:ea typeface="+mn-ea"/>
                <a:cs typeface="+mn-cs"/>
                <a:sym typeface="Wingdings" panose="05000000000000000000" pitchFamily="2" charset="2"/>
              </a:rPr>
              <a:t> </a:t>
            </a:r>
            <a:r>
              <a:rPr lang="en-US" sz="1200" b="0" i="0" kern="1200" dirty="0">
                <a:solidFill>
                  <a:schemeClr val="tx1"/>
                </a:solidFill>
                <a:effectLst/>
                <a:latin typeface="+mn-lt"/>
                <a:ea typeface="+mn-ea"/>
                <a:cs typeface="+mn-cs"/>
              </a:rPr>
              <a:t>proportion of the total variability unexplained by the model. Subtracting this ratio from one results in the proportion of the total variability explained by the model.  </a:t>
            </a:r>
            <a:endParaRPr lang="de-DE" sz="1200" b="0" i="0" kern="1200" dirty="0">
              <a:solidFill>
                <a:schemeClr val="tx1"/>
              </a:solidFill>
              <a:effectLst/>
              <a:latin typeface="+mn-lt"/>
              <a:ea typeface="+mn-ea"/>
              <a:cs typeface="+mn-cs"/>
            </a:endParaRPr>
          </a:p>
          <a:p>
            <a:endParaRPr lang="de-DE" sz="1200" b="0" i="0" kern="1200" dirty="0">
              <a:solidFill>
                <a:schemeClr val="tx1"/>
              </a:solidFill>
              <a:effectLst/>
              <a:latin typeface="+mn-lt"/>
              <a:ea typeface="+mn-ea"/>
              <a:cs typeface="+mn-cs"/>
            </a:endParaRPr>
          </a:p>
          <a:p>
            <a:r>
              <a:rPr lang="en-US" dirty="0"/>
              <a:t>Pseudo R2: </a:t>
            </a:r>
          </a:p>
          <a:p>
            <a:r>
              <a:rPr lang="en-US" dirty="0">
                <a:hlinkClick r:id="rId3"/>
              </a:rPr>
              <a:t>https://onlinelibrary.wiley.com/doi/full/10.1002/gepi.21614</a:t>
            </a:r>
            <a:r>
              <a:rPr lang="en-US" dirty="0"/>
              <a:t> </a:t>
            </a:r>
          </a:p>
          <a:p>
            <a:r>
              <a:rPr lang="en-US" dirty="0">
                <a:hlinkClick r:id="rId4"/>
              </a:rPr>
              <a:t>https://stats.oarc.ucla.edu/other/mult-pkg/faq/general/faq-what-are-pseudo-r-squareds/</a:t>
            </a:r>
            <a:endParaRPr lang="en-US" dirty="0"/>
          </a:p>
          <a:p>
            <a:r>
              <a:rPr lang="en-US" dirty="0">
                <a:hlinkClick r:id="rId5"/>
              </a:rPr>
              <a:t>https://shiny.cnsgenomics.com/abc/</a:t>
            </a:r>
            <a:endParaRPr lang="en-US" dirty="0"/>
          </a:p>
          <a:p>
            <a:endParaRPr lang="en-US" dirty="0"/>
          </a:p>
          <a:p>
            <a:r>
              <a:rPr lang="en-GB" b="1" dirty="0"/>
              <a:t>ROC</a:t>
            </a:r>
            <a:r>
              <a:rPr lang="en-GB" dirty="0"/>
              <a:t> = the </a:t>
            </a:r>
            <a:r>
              <a:rPr lang="en-GB" i="1" dirty="0"/>
              <a:t>curve</a:t>
            </a:r>
            <a:r>
              <a:rPr lang="en-GB" dirty="0"/>
              <a:t> showing how sensitivity and specificity trade off.</a:t>
            </a:r>
          </a:p>
          <a:p>
            <a:r>
              <a:rPr lang="en-GB" b="1" dirty="0"/>
              <a:t>AUC</a:t>
            </a:r>
            <a:r>
              <a:rPr lang="en-GB" dirty="0"/>
              <a:t> = the </a:t>
            </a:r>
            <a:r>
              <a:rPr lang="en-GB" i="1" dirty="0"/>
              <a:t>area</a:t>
            </a:r>
            <a:r>
              <a:rPr lang="en-GB" dirty="0"/>
              <a:t> under that curve, summarizing overall performance.</a:t>
            </a:r>
          </a:p>
          <a:p>
            <a:r>
              <a:rPr lang="en-GB" dirty="0"/>
              <a:t>So, they’re related:</a:t>
            </a:r>
          </a:p>
          <a:p>
            <a:r>
              <a:rPr lang="en-GB" dirty="0"/>
              <a:t>The AUC is the numerical summary of the ROC curve’s shape.</a:t>
            </a:r>
          </a:p>
          <a:p>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More SNPs with larger effects </a:t>
            </a:r>
            <a:r>
              <a:rPr lang="en-US" dirty="0">
                <a:sym typeface="Wingdings" panose="05000000000000000000" pitchFamily="2" charset="2"/>
              </a:rPr>
              <a:t> larger AUC</a:t>
            </a:r>
            <a:endParaRPr lang="de-DE" dirty="0"/>
          </a:p>
          <a:p>
            <a:endParaRPr lang="en-US" dirty="0"/>
          </a:p>
          <a:p>
            <a:r>
              <a:rPr lang="en-GB" sz="1200" b="0" i="0" kern="1200" dirty="0">
                <a:solidFill>
                  <a:schemeClr val="tx1"/>
                </a:solidFill>
                <a:effectLst/>
                <a:latin typeface="+mn-lt"/>
                <a:ea typeface="+mn-ea"/>
                <a:cs typeface="+mn-cs"/>
              </a:rPr>
              <a:t>The AUC can take values between 0.5 and 1.0, ranging from completely random, clinically useless predictions to perfect classification. </a:t>
            </a:r>
            <a:endParaRPr lang="en-US" dirty="0"/>
          </a:p>
          <a:p>
            <a:endParaRPr lang="en-DE" dirty="0"/>
          </a:p>
        </p:txBody>
      </p:sp>
    </p:spTree>
    <p:extLst>
      <p:ext uri="{BB962C8B-B14F-4D97-AF65-F5344CB8AC3E}">
        <p14:creationId xmlns:p14="http://schemas.microsoft.com/office/powerpoint/2010/main" val="363555141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ROC</a:t>
            </a:r>
            <a:r>
              <a:rPr lang="en-GB" dirty="0"/>
              <a:t> = the </a:t>
            </a:r>
            <a:r>
              <a:rPr lang="en-GB" i="1" dirty="0"/>
              <a:t>curve</a:t>
            </a:r>
            <a:r>
              <a:rPr lang="en-GB" dirty="0"/>
              <a:t> showing how sensitivity and specificity trade off.</a:t>
            </a:r>
          </a:p>
          <a:p>
            <a:r>
              <a:rPr lang="en-GB" b="1" dirty="0"/>
              <a:t>AUC</a:t>
            </a:r>
            <a:r>
              <a:rPr lang="en-GB" dirty="0"/>
              <a:t> = the </a:t>
            </a:r>
            <a:r>
              <a:rPr lang="en-GB" i="1" dirty="0"/>
              <a:t>area</a:t>
            </a:r>
            <a:r>
              <a:rPr lang="en-GB" dirty="0"/>
              <a:t> under that curve, summarizing overall performance.</a:t>
            </a:r>
          </a:p>
          <a:p>
            <a:r>
              <a:rPr lang="en-GB" dirty="0"/>
              <a:t>So, they’re related:</a:t>
            </a:r>
          </a:p>
          <a:p>
            <a:r>
              <a:rPr lang="en-GB" dirty="0"/>
              <a:t>The AUC is the numerical summary of the ROC curve’s shape.</a:t>
            </a:r>
          </a:p>
          <a:p>
            <a:endParaRPr lang="en-DE" dirty="0"/>
          </a:p>
        </p:txBody>
      </p:sp>
    </p:spTree>
    <p:extLst>
      <p:ext uri="{BB962C8B-B14F-4D97-AF65-F5344CB8AC3E}">
        <p14:creationId xmlns:p14="http://schemas.microsoft.com/office/powerpoint/2010/main" val="363555141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BCF8CF-F05C-91E5-0047-78562AA272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84FA80-E196-7D7F-D127-CDDF6A74F5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C091AF-6F36-31C7-64D7-F78D8D822807}"/>
              </a:ext>
            </a:extLst>
          </p:cNvPr>
          <p:cNvSpPr>
            <a:spLocks noGrp="1"/>
          </p:cNvSpPr>
          <p:nvPr>
            <p:ph type="body" idx="1"/>
          </p:nvPr>
        </p:nvSpPr>
        <p:spPr/>
        <p:txBody>
          <a:bodyPr/>
          <a:lstStyle/>
          <a:p>
            <a:r>
              <a:rPr lang="en-GB" b="1" dirty="0"/>
              <a:t>ROC</a:t>
            </a:r>
            <a:r>
              <a:rPr lang="en-GB" dirty="0"/>
              <a:t> = the </a:t>
            </a:r>
            <a:r>
              <a:rPr lang="en-GB" i="1" dirty="0"/>
              <a:t>curve</a:t>
            </a:r>
            <a:r>
              <a:rPr lang="en-GB" dirty="0"/>
              <a:t> showing how sensitivity and specificity trade off.</a:t>
            </a:r>
          </a:p>
          <a:p>
            <a:r>
              <a:rPr lang="en-GB" b="1" dirty="0"/>
              <a:t>AUC</a:t>
            </a:r>
            <a:r>
              <a:rPr lang="en-GB" dirty="0"/>
              <a:t> = the </a:t>
            </a:r>
            <a:r>
              <a:rPr lang="en-GB" i="1" dirty="0"/>
              <a:t>area</a:t>
            </a:r>
            <a:r>
              <a:rPr lang="en-GB" dirty="0"/>
              <a:t> under that curve, summarizing overall performance.</a:t>
            </a:r>
          </a:p>
          <a:p>
            <a:r>
              <a:rPr lang="en-GB" dirty="0"/>
              <a:t>So, they’re related:</a:t>
            </a:r>
          </a:p>
          <a:p>
            <a:r>
              <a:rPr lang="en-GB" dirty="0"/>
              <a:t>The AUC is the numerical summary of the ROC curve’s shape.</a:t>
            </a:r>
          </a:p>
          <a:p>
            <a:endParaRPr lang="en-DE" dirty="0"/>
          </a:p>
        </p:txBody>
      </p:sp>
    </p:spTree>
    <p:extLst>
      <p:ext uri="{BB962C8B-B14F-4D97-AF65-F5344CB8AC3E}">
        <p14:creationId xmlns:p14="http://schemas.microsoft.com/office/powerpoint/2010/main" val="98923270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108A06-180D-6155-027F-6ED16E7022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5E8851-66E6-D60C-6F8A-108D8C1487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513B81-44F4-87CF-1744-B828C3725522}"/>
              </a:ext>
            </a:extLst>
          </p:cNvPr>
          <p:cNvSpPr>
            <a:spLocks noGrp="1"/>
          </p:cNvSpPr>
          <p:nvPr>
            <p:ph type="body" idx="1"/>
          </p:nvPr>
        </p:nvSpPr>
        <p:spPr/>
        <p:txBody>
          <a:bodyPr/>
          <a:lstStyle/>
          <a:p>
            <a:r>
              <a:rPr lang="en-GB" b="1" dirty="0"/>
              <a:t>ROC</a:t>
            </a:r>
            <a:r>
              <a:rPr lang="en-GB" dirty="0"/>
              <a:t> = the </a:t>
            </a:r>
            <a:r>
              <a:rPr lang="en-GB" i="1" dirty="0"/>
              <a:t>curve</a:t>
            </a:r>
            <a:r>
              <a:rPr lang="en-GB" dirty="0"/>
              <a:t> showing how sensitivity and specificity trade off.</a:t>
            </a:r>
          </a:p>
          <a:p>
            <a:r>
              <a:rPr lang="en-GB" b="1" dirty="0"/>
              <a:t>AUC</a:t>
            </a:r>
            <a:r>
              <a:rPr lang="en-GB" dirty="0"/>
              <a:t> = the </a:t>
            </a:r>
            <a:r>
              <a:rPr lang="en-GB" i="1" dirty="0"/>
              <a:t>area</a:t>
            </a:r>
            <a:r>
              <a:rPr lang="en-GB" dirty="0"/>
              <a:t> under that curve, summarizing overall performance.</a:t>
            </a:r>
          </a:p>
          <a:p>
            <a:r>
              <a:rPr lang="en-GB" dirty="0"/>
              <a:t>So, they’re related:</a:t>
            </a:r>
          </a:p>
          <a:p>
            <a:r>
              <a:rPr lang="en-GB" dirty="0"/>
              <a:t>The AUC is the numerical summary of the ROC curve’s shape.</a:t>
            </a:r>
          </a:p>
          <a:p>
            <a:endParaRPr lang="en-DE" dirty="0"/>
          </a:p>
        </p:txBody>
      </p:sp>
    </p:spTree>
    <p:extLst>
      <p:ext uri="{BB962C8B-B14F-4D97-AF65-F5344CB8AC3E}">
        <p14:creationId xmlns:p14="http://schemas.microsoft.com/office/powerpoint/2010/main" val="102526927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Raw PGS gives relative genetic liability. For clinical use, it must usually be combined with age, sex, family history, clinical risk factors, disease incidence and ancestry-appropriate calibration to estimate absolute risk.</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Clinical implementation still faces challenges including suboptimal precision, poor transferability across populations and limited familiarity among clinicians and patients.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endParaRPr lang="en-US" dirty="0"/>
          </a:p>
        </p:txBody>
      </p:sp>
      <p:sp>
        <p:nvSpPr>
          <p:cNvPr id="4" name="Slide Number Placeholder 3"/>
          <p:cNvSpPr>
            <a:spLocks noGrp="1"/>
          </p:cNvSpPr>
          <p:nvPr>
            <p:ph type="sldNum" sz="quarter" idx="5"/>
          </p:nvPr>
        </p:nvSpPr>
        <p:spPr/>
        <p:txBody>
          <a:bodyPr/>
          <a:lstStyle/>
          <a:p>
            <a:fld id="{645CBDCA-5A62-41F3-9112-4AF0288C360D}" type="slidenum">
              <a:rPr lang="de-DE" smtClean="0"/>
              <a:t>53</a:t>
            </a:fld>
            <a:endParaRPr lang="de-DE"/>
          </a:p>
        </p:txBody>
      </p:sp>
    </p:spTree>
    <p:extLst>
      <p:ext uri="{BB962C8B-B14F-4D97-AF65-F5344CB8AC3E}">
        <p14:creationId xmlns:p14="http://schemas.microsoft.com/office/powerpoint/2010/main" val="71678222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Trusted research environment (TRE or ‘cloud’)</a:t>
            </a:r>
          </a:p>
          <a:p>
            <a:r>
              <a:rPr lang="en-GB" sz="1200" b="0" i="0" kern="1200" dirty="0">
                <a:solidFill>
                  <a:schemeClr val="tx1"/>
                </a:solidFill>
                <a:effectLst/>
                <a:latin typeface="+mn-lt"/>
                <a:ea typeface="+mn-ea"/>
                <a:cs typeface="+mn-cs"/>
              </a:rPr>
              <a:t>Integrated disease risk scores are calculated using PRSs plus clinical variables, family history and social determinants of health (SDOH) obtained from the electronic health record (EHR) data warehouse</a:t>
            </a:r>
          </a:p>
          <a:p>
            <a:r>
              <a:rPr lang="en-GB" sz="1200" b="0" i="0" kern="1200" dirty="0">
                <a:solidFill>
                  <a:schemeClr val="tx1"/>
                </a:solidFill>
                <a:effectLst/>
                <a:latin typeface="+mn-lt"/>
                <a:ea typeface="+mn-ea"/>
                <a:cs typeface="+mn-cs"/>
              </a:rPr>
              <a:t>Absolute risk estimates are made available to the clinician with linkage to a clinical decision support (CDS) tool and relevant knowledge sources</a:t>
            </a:r>
          </a:p>
          <a:p>
            <a:r>
              <a:rPr lang="en-GB" sz="1200" b="0" i="0" kern="1200" dirty="0">
                <a:solidFill>
                  <a:schemeClr val="tx1"/>
                </a:solidFill>
                <a:effectLst/>
                <a:latin typeface="+mn-lt"/>
                <a:ea typeface="+mn-ea"/>
                <a:cs typeface="+mn-cs"/>
              </a:rPr>
              <a:t>Fast Healthcare Interoperability Resources (FHIR) specifications facilitate the exchange of genomic data between different domains.</a:t>
            </a:r>
            <a:endParaRPr lang="en-DE" dirty="0"/>
          </a:p>
        </p:txBody>
      </p:sp>
      <p:sp>
        <p:nvSpPr>
          <p:cNvPr id="4" name="Slide Number Placeholder 3"/>
          <p:cNvSpPr>
            <a:spLocks noGrp="1"/>
          </p:cNvSpPr>
          <p:nvPr>
            <p:ph type="sldNum" sz="quarter" idx="5"/>
          </p:nvPr>
        </p:nvSpPr>
        <p:spPr/>
        <p:txBody>
          <a:bodyPr/>
          <a:lstStyle/>
          <a:p>
            <a:fld id="{645CBDCA-5A62-41F3-9112-4AF0288C360D}" type="slidenum">
              <a:rPr lang="de-DE" smtClean="0"/>
              <a:t>54</a:t>
            </a:fld>
            <a:endParaRPr lang="de-DE"/>
          </a:p>
        </p:txBody>
      </p:sp>
    </p:spTree>
    <p:extLst>
      <p:ext uri="{BB962C8B-B14F-4D97-AF65-F5344CB8AC3E}">
        <p14:creationId xmlns:p14="http://schemas.microsoft.com/office/powerpoint/2010/main" val="91476830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Low predictive power for human traits (because no environmental factors included)</a:t>
            </a:r>
          </a:p>
          <a:p>
            <a:endParaRPr lang="en-US" dirty="0"/>
          </a:p>
          <a:p>
            <a:pPr marL="742950" lvl="1" indent="-285750">
              <a:buFont typeface="Arial" panose="020B0604020202020204" pitchFamily="34" charset="0"/>
              <a:buChar char="•"/>
            </a:pPr>
            <a:r>
              <a:rPr lang="en-US" sz="2000" dirty="0"/>
              <a:t>Heritability of PRS: best PRS that could be created for the set of SNPs (no estimation and measurement error)</a:t>
            </a:r>
          </a:p>
          <a:p>
            <a:pPr marL="742950" lvl="1" indent="-285750">
              <a:buFont typeface="Arial" panose="020B0604020202020204" pitchFamily="34" charset="0"/>
              <a:buChar char="•"/>
            </a:pPr>
            <a:r>
              <a:rPr lang="en-US" sz="2000" dirty="0"/>
              <a:t>GWAS heritability: allow to estimate maximum potential for PRS associated with common variants</a:t>
            </a:r>
          </a:p>
          <a:p>
            <a:pPr marL="742950" lvl="1" indent="-285750">
              <a:buFont typeface="Arial" panose="020B0604020202020204" pitchFamily="34" charset="0"/>
              <a:buChar char="•"/>
            </a:pPr>
            <a:r>
              <a:rPr lang="en-US" sz="2000" dirty="0"/>
              <a:t>As sample sizes increase we approach the maximum</a:t>
            </a:r>
          </a:p>
          <a:p>
            <a:endParaRPr lang="en-DE" dirty="0"/>
          </a:p>
        </p:txBody>
      </p:sp>
    </p:spTree>
    <p:extLst>
      <p:ext uri="{BB962C8B-B14F-4D97-AF65-F5344CB8AC3E}">
        <p14:creationId xmlns:p14="http://schemas.microsoft.com/office/powerpoint/2010/main" val="132081457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504F38-68A2-6967-9E17-FD88FFB218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34C1DA-05D1-3026-D710-4FA2D4F134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EC08D9-FFF0-8758-2EA9-CE5F4BBB260A}"/>
              </a:ext>
            </a:extLst>
          </p:cNvPr>
          <p:cNvSpPr>
            <a:spLocks noGrp="1"/>
          </p:cNvSpPr>
          <p:nvPr>
            <p:ph type="body" idx="1"/>
          </p:nvPr>
        </p:nvSpPr>
        <p:spPr/>
        <p:txBody>
          <a:bodyPr/>
          <a:lstStyle/>
          <a:p>
            <a:endParaRPr lang="en-DE" dirty="0"/>
          </a:p>
        </p:txBody>
      </p:sp>
    </p:spTree>
    <p:extLst>
      <p:ext uri="{BB962C8B-B14F-4D97-AF65-F5344CB8AC3E}">
        <p14:creationId xmlns:p14="http://schemas.microsoft.com/office/powerpoint/2010/main" val="120679945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European derived PRS predict 2.0 fold less in East Asians</a:t>
            </a:r>
          </a:p>
          <a:p>
            <a:r>
              <a:rPr lang="en-GB" sz="1200" b="0" i="0" kern="1200" dirty="0">
                <a:solidFill>
                  <a:schemeClr val="tx1"/>
                </a:solidFill>
                <a:effectLst/>
                <a:latin typeface="+mn-lt"/>
                <a:ea typeface="+mn-ea"/>
                <a:cs typeface="+mn-cs"/>
              </a:rPr>
              <a:t>A simplified depiction of how human population genetics and evolutionary history underly differences in polygenic risk score (PRS) distributions across continental groups. Both neutral and non-neutral phenomena influence allele frequencies in such groups. The former includes genetic drift and gene flow facilitated by population migration, and the latter includes forces of natural selection</a:t>
            </a:r>
            <a:r>
              <a:rPr lang="en-GB" sz="1200" b="0" i="0" kern="1200" baseline="30000" dirty="0">
                <a:solidFill>
                  <a:schemeClr val="tx1"/>
                </a:solidFill>
                <a:effectLst/>
                <a:latin typeface="+mn-lt"/>
                <a:ea typeface="+mn-ea"/>
                <a:cs typeface="+mn-cs"/>
                <a:hlinkClick r:id="rId3" tooltip="Benton, M. L. et al. The influence of evolutionary history on human health and disease. Nat. Rev. Genet. 22, 269–283 (2021)."/>
              </a:rPr>
              <a:t>172</a:t>
            </a:r>
            <a:r>
              <a:rPr lang="en-GB" sz="1200" b="0" i="0" kern="1200" dirty="0">
                <a:solidFill>
                  <a:schemeClr val="tx1"/>
                </a:solidFill>
                <a:effectLst/>
                <a:latin typeface="+mn-lt"/>
                <a:ea typeface="+mn-ea"/>
                <a:cs typeface="+mn-cs"/>
              </a:rPr>
              <a:t>. </a:t>
            </a:r>
            <a:r>
              <a:rPr lang="en-GB" sz="1200" b="1" i="0" kern="1200" dirty="0">
                <a:solidFill>
                  <a:schemeClr val="tx1"/>
                </a:solidFill>
                <a:effectLst/>
                <a:latin typeface="+mn-lt"/>
                <a:ea typeface="+mn-ea"/>
                <a:cs typeface="+mn-cs"/>
              </a:rPr>
              <a:t>a</a:t>
            </a:r>
            <a:r>
              <a:rPr lang="en-GB" sz="1200" b="0" i="0" kern="1200" dirty="0">
                <a:solidFill>
                  <a:schemeClr val="tx1"/>
                </a:solidFill>
                <a:effectLst/>
                <a:latin typeface="+mn-lt"/>
                <a:ea typeface="+mn-ea"/>
                <a:cs typeface="+mn-cs"/>
              </a:rPr>
              <a:t>, After their origin in Africa around 300,000 years ago, anatomically modern humans were exposed to diverse environments, pathogens and nutrients, resulting in their genetic adaptation through natural selection. </a:t>
            </a:r>
            <a:r>
              <a:rPr lang="en-GB" sz="1200" b="1" i="0" kern="1200" dirty="0">
                <a:solidFill>
                  <a:schemeClr val="tx1"/>
                </a:solidFill>
                <a:effectLst/>
                <a:latin typeface="+mn-lt"/>
                <a:ea typeface="+mn-ea"/>
                <a:cs typeface="+mn-cs"/>
              </a:rPr>
              <a:t>b</a:t>
            </a:r>
            <a:r>
              <a:rPr lang="en-GB" sz="1200" b="0" i="0" kern="1200" dirty="0">
                <a:solidFill>
                  <a:schemeClr val="tx1"/>
                </a:solidFill>
                <a:effectLst/>
                <a:latin typeface="+mn-lt"/>
                <a:ea typeface="+mn-ea"/>
                <a:cs typeface="+mn-cs"/>
              </a:rPr>
              <a:t>, The subsequent migration(s) of humans out of Africa 50,000 years ago was characterized by a population bottleneck, which increased the effect of genetic drift, followed by explosive population growth and migration</a:t>
            </a:r>
            <a:r>
              <a:rPr lang="en-GB" sz="1200" b="0" i="0" kern="1200" baseline="30000" dirty="0">
                <a:solidFill>
                  <a:schemeClr val="tx1"/>
                </a:solidFill>
                <a:effectLst/>
                <a:latin typeface="+mn-lt"/>
                <a:ea typeface="+mn-ea"/>
                <a:cs typeface="+mn-cs"/>
                <a:hlinkClick r:id="rId4" tooltip="Pereira, L., Mutesa, L., Tindana, P. &amp; Ramsay, M. African genetic diversity and adaptation inform a precision medicine agenda. Nat. Rev. Genet. 22, 284–306 (2021)."/>
              </a:rPr>
              <a:t>173</a:t>
            </a:r>
            <a:r>
              <a:rPr lang="en-GB" sz="1200" b="0" i="0" kern="1200" dirty="0">
                <a:solidFill>
                  <a:schemeClr val="tx1"/>
                </a:solidFill>
                <a:effectLst/>
                <a:latin typeface="+mn-lt"/>
                <a:ea typeface="+mn-ea"/>
                <a:cs typeface="+mn-cs"/>
              </a:rPr>
              <a:t>. Again, exposure to diverse environments, pathogens and nutrients led to the selection of certain genetic variants in different populations</a:t>
            </a:r>
            <a:r>
              <a:rPr lang="en-GB" sz="1200" b="0" i="0" kern="1200" baseline="30000" dirty="0">
                <a:solidFill>
                  <a:schemeClr val="tx1"/>
                </a:solidFill>
                <a:effectLst/>
                <a:latin typeface="+mn-lt"/>
                <a:ea typeface="+mn-ea"/>
                <a:cs typeface="+mn-cs"/>
                <a:hlinkClick r:id="rId3" tooltip="Benton, M. L. et al. The influence of evolutionary history on human health and disease. Nat. Rev. Genet. 22, 269–283 (2021)."/>
              </a:rPr>
              <a:t>172</a:t>
            </a:r>
            <a:r>
              <a:rPr lang="en-GB" sz="1200" b="0" i="0" kern="1200" dirty="0">
                <a:solidFill>
                  <a:schemeClr val="tx1"/>
                </a:solidFill>
                <a:effectLst/>
                <a:latin typeface="+mn-lt"/>
                <a:ea typeface="+mn-ea"/>
                <a:cs typeface="+mn-cs"/>
              </a:rPr>
              <a:t>. </a:t>
            </a:r>
            <a:r>
              <a:rPr lang="en-GB" sz="1200" b="1" i="0" kern="1200" dirty="0">
                <a:solidFill>
                  <a:schemeClr val="tx1"/>
                </a:solidFill>
                <a:effectLst/>
                <a:latin typeface="+mn-lt"/>
                <a:ea typeface="+mn-ea"/>
                <a:cs typeface="+mn-cs"/>
              </a:rPr>
              <a:t>c</a:t>
            </a:r>
            <a:r>
              <a:rPr lang="en-GB" sz="1200" b="0" i="0" kern="1200" dirty="0">
                <a:solidFill>
                  <a:schemeClr val="tx1"/>
                </a:solidFill>
                <a:effectLst/>
                <a:latin typeface="+mn-lt"/>
                <a:ea typeface="+mn-ea"/>
                <a:cs typeface="+mn-cs"/>
              </a:rPr>
              <a:t>, Differences in allele frequencies and linkage disequilibrium between populations that have been geographically and culturally separated lead to differences in genetic architecture and in the distribution of PRSs. Although causal variants (represented by larger dots within the PRS distributions) may be shared, the frequency and effect sizes differ between groups. This leads to variable transferability of a PRS that is based on data from one genetic ancestry group to other groups. </a:t>
            </a:r>
            <a:r>
              <a:rPr lang="en-GB" sz="1200" b="1" i="0" kern="1200" dirty="0">
                <a:solidFill>
                  <a:schemeClr val="tx1"/>
                </a:solidFill>
                <a:effectLst/>
                <a:latin typeface="+mn-lt"/>
                <a:ea typeface="+mn-ea"/>
                <a:cs typeface="+mn-cs"/>
              </a:rPr>
              <a:t>d</a:t>
            </a:r>
            <a:r>
              <a:rPr lang="en-GB" sz="1200" b="0" i="0" kern="1200" dirty="0">
                <a:solidFill>
                  <a:schemeClr val="tx1"/>
                </a:solidFill>
                <a:effectLst/>
                <a:latin typeface="+mn-lt"/>
                <a:ea typeface="+mn-ea"/>
                <a:cs typeface="+mn-cs"/>
              </a:rPr>
              <a:t>, To compare effect sizes across different PRSs, traits, cohorts or studies, when the raw score ranges differ, PRSs from different groups are standardized to a mean of zero and a standard deviation (</a:t>
            </a:r>
            <a:r>
              <a:rPr lang="en-GB" sz="1200" b="0" i="0" kern="1200" dirty="0" err="1">
                <a:solidFill>
                  <a:schemeClr val="tx1"/>
                </a:solidFill>
                <a:effectLst/>
                <a:latin typeface="+mn-lt"/>
                <a:ea typeface="+mn-ea"/>
                <a:cs typeface="+mn-cs"/>
              </a:rPr>
              <a:t>s.d.</a:t>
            </a:r>
            <a:r>
              <a:rPr lang="en-GB" sz="1200" b="0" i="0" kern="1200" dirty="0">
                <a:solidFill>
                  <a:schemeClr val="tx1"/>
                </a:solidFill>
                <a:effectLst/>
                <a:latin typeface="+mn-lt"/>
                <a:ea typeface="+mn-ea"/>
                <a:cs typeface="+mn-cs"/>
              </a:rPr>
              <a:t>) of 1.</a:t>
            </a:r>
            <a:endParaRPr lang="en-DE" dirty="0"/>
          </a:p>
        </p:txBody>
      </p:sp>
    </p:spTree>
    <p:extLst>
      <p:ext uri="{BB962C8B-B14F-4D97-AF65-F5344CB8AC3E}">
        <p14:creationId xmlns:p14="http://schemas.microsoft.com/office/powerpoint/2010/main" val="385393763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5889B-384F-BD71-B0D5-85D57535F0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9D98C9-AFB3-5FD2-A309-254E817C15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F8003A-46C8-0586-FEDC-1FCFE4E5EE1E}"/>
              </a:ext>
            </a:extLst>
          </p:cNvPr>
          <p:cNvSpPr>
            <a:spLocks noGrp="1"/>
          </p:cNvSpPr>
          <p:nvPr>
            <p:ph type="body" idx="1"/>
          </p:nvPr>
        </p:nvSpPr>
        <p:spPr/>
        <p:txBody>
          <a:bodyPr/>
          <a:lstStyle/>
          <a:p>
            <a:endParaRPr lang="en-DE" dirty="0"/>
          </a:p>
        </p:txBody>
      </p:sp>
    </p:spTree>
    <p:extLst>
      <p:ext uri="{BB962C8B-B14F-4D97-AF65-F5344CB8AC3E}">
        <p14:creationId xmlns:p14="http://schemas.microsoft.com/office/powerpoint/2010/main" val="215446836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269E5C-9E53-2A31-1834-324721F7B7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BCA170-794E-D61E-243D-5C91FB5BF2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77308B-0D4D-E348-C5E4-76EAE7F7BFB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The important point is that ancestry is not only a genetic variable. Because of demographic and social history, ancestry can be correlated with environmental exposures and social determinants of health. For asthma, people with different ancestry backgrounds may also differ in average exposure to air pollution, housing quality, healthcare access or socioeconomic conditions. If we do not model these factors carefully, the PGS may capture part of these environmental differences. PCA adjustment helps correct genetic population structure, but it does not automatically solve confounding from social or environmental variables.</a:t>
            </a:r>
          </a:p>
          <a:p>
            <a:endParaRPr lang="en-DE" dirty="0"/>
          </a:p>
        </p:txBody>
      </p:sp>
    </p:spTree>
    <p:extLst>
      <p:ext uri="{BB962C8B-B14F-4D97-AF65-F5344CB8AC3E}">
        <p14:creationId xmlns:p14="http://schemas.microsoft.com/office/powerpoint/2010/main" val="176357757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7F5018-C11F-7F01-EE13-C0D94857E5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5F0197-F9E5-CB83-F899-D06985B399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9CA509-943D-3ADB-CAEF-34F5F6926BA5}"/>
              </a:ext>
            </a:extLst>
          </p:cNvPr>
          <p:cNvSpPr>
            <a:spLocks noGrp="1"/>
          </p:cNvSpPr>
          <p:nvPr>
            <p:ph type="body" idx="1"/>
          </p:nvPr>
        </p:nvSpPr>
        <p:spPr/>
        <p:txBody>
          <a:bodyPr/>
          <a:lstStyle/>
          <a:p>
            <a:endParaRPr lang="en-DE" dirty="0"/>
          </a:p>
        </p:txBody>
      </p:sp>
    </p:spTree>
    <p:extLst>
      <p:ext uri="{BB962C8B-B14F-4D97-AF65-F5344CB8AC3E}">
        <p14:creationId xmlns:p14="http://schemas.microsoft.com/office/powerpoint/2010/main" val="95579754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7A1336-FD16-2FD5-E74F-56BAC61EEA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9450E7-6D64-0868-9234-A9FFE9084F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113173-C88F-4B9D-C3A0-A8628626772C}"/>
              </a:ext>
            </a:extLst>
          </p:cNvPr>
          <p:cNvSpPr>
            <a:spLocks noGrp="1"/>
          </p:cNvSpPr>
          <p:nvPr>
            <p:ph type="body" idx="1"/>
          </p:nvPr>
        </p:nvSpPr>
        <p:spPr/>
        <p:txBody>
          <a:bodyPr/>
          <a:lstStyle/>
          <a:p>
            <a:endParaRPr lang="en-DE" dirty="0"/>
          </a:p>
        </p:txBody>
      </p:sp>
    </p:spTree>
    <p:extLst>
      <p:ext uri="{BB962C8B-B14F-4D97-AF65-F5344CB8AC3E}">
        <p14:creationId xmlns:p14="http://schemas.microsoft.com/office/powerpoint/2010/main" val="30127914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5.svg"/><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svg"/><Relationship Id="rId1" Type="http://schemas.openxmlformats.org/officeDocument/2006/relationships/slideMaster" Target="../slideMasters/slideMaster5.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5.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5.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5.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5.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5.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5.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5.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5.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5.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6.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8B110-843A-4753-83BB-4C8EA286EFE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de-DE"/>
          </a:p>
        </p:txBody>
      </p:sp>
      <p:sp>
        <p:nvSpPr>
          <p:cNvPr id="3" name="Subtitle 2">
            <a:extLst>
              <a:ext uri="{FF2B5EF4-FFF2-40B4-BE49-F238E27FC236}">
                <a16:creationId xmlns:a16="http://schemas.microsoft.com/office/drawing/2014/main" id="{8B9451FB-5B3D-4D4D-88EA-22E5AE6C179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de-DE"/>
          </a:p>
        </p:txBody>
      </p:sp>
      <p:sp>
        <p:nvSpPr>
          <p:cNvPr id="4" name="Date Placeholder 3">
            <a:extLst>
              <a:ext uri="{FF2B5EF4-FFF2-40B4-BE49-F238E27FC236}">
                <a16:creationId xmlns:a16="http://schemas.microsoft.com/office/drawing/2014/main" id="{1C5632FF-704C-4739-997F-4D4A5B6DEB76}"/>
              </a:ext>
            </a:extLst>
          </p:cNvPr>
          <p:cNvSpPr>
            <a:spLocks noGrp="1"/>
          </p:cNvSpPr>
          <p:nvPr>
            <p:ph type="dt" sz="half" idx="10"/>
          </p:nvPr>
        </p:nvSpPr>
        <p:spPr/>
        <p:txBody>
          <a:bodyPr/>
          <a:lstStyle/>
          <a:p>
            <a:fld id="{1C0A380A-5CE3-4869-9B21-A99286A636E7}" type="datetimeFigureOut">
              <a:rPr lang="de-DE" smtClean="0"/>
              <a:t>12.05.26</a:t>
            </a:fld>
            <a:endParaRPr lang="de-DE"/>
          </a:p>
        </p:txBody>
      </p:sp>
      <p:sp>
        <p:nvSpPr>
          <p:cNvPr id="5" name="Footer Placeholder 4">
            <a:extLst>
              <a:ext uri="{FF2B5EF4-FFF2-40B4-BE49-F238E27FC236}">
                <a16:creationId xmlns:a16="http://schemas.microsoft.com/office/drawing/2014/main" id="{1FC6C80B-E936-4140-ACDC-7F07CB72891F}"/>
              </a:ext>
            </a:extLst>
          </p:cNvPr>
          <p:cNvSpPr>
            <a:spLocks noGrp="1"/>
          </p:cNvSpPr>
          <p:nvPr>
            <p:ph type="ftr" sz="quarter" idx="11"/>
          </p:nvPr>
        </p:nvSpPr>
        <p:spPr/>
        <p:txBody>
          <a:bodyPr/>
          <a:lstStyle/>
          <a:p>
            <a:endParaRPr lang="de-DE"/>
          </a:p>
        </p:txBody>
      </p:sp>
      <p:sp>
        <p:nvSpPr>
          <p:cNvPr id="6" name="Slide Number Placeholder 5">
            <a:extLst>
              <a:ext uri="{FF2B5EF4-FFF2-40B4-BE49-F238E27FC236}">
                <a16:creationId xmlns:a16="http://schemas.microsoft.com/office/drawing/2014/main" id="{37B7019C-9EFF-4C36-9F04-E708CDCC1875}"/>
              </a:ext>
            </a:extLst>
          </p:cNvPr>
          <p:cNvSpPr>
            <a:spLocks noGrp="1"/>
          </p:cNvSpPr>
          <p:nvPr>
            <p:ph type="sldNum" sz="quarter" idx="12"/>
          </p:nvPr>
        </p:nvSpPr>
        <p:spPr/>
        <p:txBody>
          <a:bodyPr/>
          <a:lstStyle/>
          <a:p>
            <a:fld id="{F49447DA-CF3F-434C-A651-BB3C29452E17}" type="slidenum">
              <a:rPr lang="de-DE" smtClean="0"/>
              <a:t>‹#›</a:t>
            </a:fld>
            <a:endParaRPr lang="de-DE"/>
          </a:p>
        </p:txBody>
      </p:sp>
    </p:spTree>
    <p:extLst>
      <p:ext uri="{BB962C8B-B14F-4D97-AF65-F5344CB8AC3E}">
        <p14:creationId xmlns:p14="http://schemas.microsoft.com/office/powerpoint/2010/main" val="10732560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BF432E-0CCF-4940-96A4-F1B933B63F76}"/>
              </a:ext>
            </a:extLst>
          </p:cNvPr>
          <p:cNvSpPr>
            <a:spLocks noGrp="1"/>
          </p:cNvSpPr>
          <p:nvPr>
            <p:ph type="title"/>
          </p:nvPr>
        </p:nvSpPr>
        <p:spPr/>
        <p:txBody>
          <a:bodyPr/>
          <a:lstStyle/>
          <a:p>
            <a:r>
              <a:rPr lang="en-US"/>
              <a:t>Click to edit Master title style</a:t>
            </a:r>
            <a:endParaRPr lang="de-DE"/>
          </a:p>
        </p:txBody>
      </p:sp>
      <p:sp>
        <p:nvSpPr>
          <p:cNvPr id="3" name="Content Placeholder 2">
            <a:extLst>
              <a:ext uri="{FF2B5EF4-FFF2-40B4-BE49-F238E27FC236}">
                <a16:creationId xmlns:a16="http://schemas.microsoft.com/office/drawing/2014/main" id="{7D6CE99F-803B-42CB-9118-E68DC1C0E2EF}"/>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Date Placeholder 3">
            <a:extLst>
              <a:ext uri="{FF2B5EF4-FFF2-40B4-BE49-F238E27FC236}">
                <a16:creationId xmlns:a16="http://schemas.microsoft.com/office/drawing/2014/main" id="{720DE266-349E-4C78-84BF-DFADEBEAF339}"/>
              </a:ext>
            </a:extLst>
          </p:cNvPr>
          <p:cNvSpPr>
            <a:spLocks noGrp="1"/>
          </p:cNvSpPr>
          <p:nvPr>
            <p:ph type="dt" sz="half" idx="10"/>
          </p:nvPr>
        </p:nvSpPr>
        <p:spPr/>
        <p:txBody>
          <a:bodyPr/>
          <a:lstStyle/>
          <a:p>
            <a:fld id="{1C0A380A-5CE3-4869-9B21-A99286A636E7}" type="datetimeFigureOut">
              <a:rPr lang="de-DE" smtClean="0"/>
              <a:t>12.05.26</a:t>
            </a:fld>
            <a:endParaRPr lang="de-DE"/>
          </a:p>
        </p:txBody>
      </p:sp>
      <p:sp>
        <p:nvSpPr>
          <p:cNvPr id="5" name="Footer Placeholder 4">
            <a:extLst>
              <a:ext uri="{FF2B5EF4-FFF2-40B4-BE49-F238E27FC236}">
                <a16:creationId xmlns:a16="http://schemas.microsoft.com/office/drawing/2014/main" id="{74DF1C85-10E6-447F-A66F-4BF5A9F8F401}"/>
              </a:ext>
            </a:extLst>
          </p:cNvPr>
          <p:cNvSpPr>
            <a:spLocks noGrp="1"/>
          </p:cNvSpPr>
          <p:nvPr>
            <p:ph type="ftr" sz="quarter" idx="11"/>
          </p:nvPr>
        </p:nvSpPr>
        <p:spPr/>
        <p:txBody>
          <a:bodyPr/>
          <a:lstStyle/>
          <a:p>
            <a:endParaRPr lang="de-DE"/>
          </a:p>
        </p:txBody>
      </p:sp>
      <p:sp>
        <p:nvSpPr>
          <p:cNvPr id="6" name="Slide Number Placeholder 5">
            <a:extLst>
              <a:ext uri="{FF2B5EF4-FFF2-40B4-BE49-F238E27FC236}">
                <a16:creationId xmlns:a16="http://schemas.microsoft.com/office/drawing/2014/main" id="{DB161F2A-9C7C-49AF-AF8E-1479E804F49F}"/>
              </a:ext>
            </a:extLst>
          </p:cNvPr>
          <p:cNvSpPr>
            <a:spLocks noGrp="1"/>
          </p:cNvSpPr>
          <p:nvPr>
            <p:ph type="sldNum" sz="quarter" idx="12"/>
          </p:nvPr>
        </p:nvSpPr>
        <p:spPr/>
        <p:txBody>
          <a:bodyPr/>
          <a:lstStyle/>
          <a:p>
            <a:fld id="{F49447DA-CF3F-434C-A651-BB3C29452E17}" type="slidenum">
              <a:rPr lang="de-DE" smtClean="0"/>
              <a:t>‹#›</a:t>
            </a:fld>
            <a:endParaRPr lang="de-DE"/>
          </a:p>
        </p:txBody>
      </p:sp>
    </p:spTree>
    <p:extLst>
      <p:ext uri="{BB962C8B-B14F-4D97-AF65-F5344CB8AC3E}">
        <p14:creationId xmlns:p14="http://schemas.microsoft.com/office/powerpoint/2010/main" val="5133020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5A5956-3187-49EF-8D1A-1A1C8672A19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de-DE"/>
          </a:p>
        </p:txBody>
      </p:sp>
      <p:sp>
        <p:nvSpPr>
          <p:cNvPr id="3" name="Text Placeholder 2">
            <a:extLst>
              <a:ext uri="{FF2B5EF4-FFF2-40B4-BE49-F238E27FC236}">
                <a16:creationId xmlns:a16="http://schemas.microsoft.com/office/drawing/2014/main" id="{D464B550-7EE6-4E76-BF33-0DF4FE9AD53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85BF8F1D-4CD0-4BD4-AD7B-E6B116A75D18}"/>
              </a:ext>
            </a:extLst>
          </p:cNvPr>
          <p:cNvSpPr>
            <a:spLocks noGrp="1"/>
          </p:cNvSpPr>
          <p:nvPr>
            <p:ph type="dt" sz="half" idx="10"/>
          </p:nvPr>
        </p:nvSpPr>
        <p:spPr/>
        <p:txBody>
          <a:bodyPr/>
          <a:lstStyle/>
          <a:p>
            <a:fld id="{1C0A380A-5CE3-4869-9B21-A99286A636E7}" type="datetimeFigureOut">
              <a:rPr lang="de-DE" smtClean="0"/>
              <a:t>12.05.26</a:t>
            </a:fld>
            <a:endParaRPr lang="de-DE"/>
          </a:p>
        </p:txBody>
      </p:sp>
      <p:sp>
        <p:nvSpPr>
          <p:cNvPr id="5" name="Footer Placeholder 4">
            <a:extLst>
              <a:ext uri="{FF2B5EF4-FFF2-40B4-BE49-F238E27FC236}">
                <a16:creationId xmlns:a16="http://schemas.microsoft.com/office/drawing/2014/main" id="{FE86108A-607C-40B1-8D23-304AACB28BBC}"/>
              </a:ext>
            </a:extLst>
          </p:cNvPr>
          <p:cNvSpPr>
            <a:spLocks noGrp="1"/>
          </p:cNvSpPr>
          <p:nvPr>
            <p:ph type="ftr" sz="quarter" idx="11"/>
          </p:nvPr>
        </p:nvSpPr>
        <p:spPr/>
        <p:txBody>
          <a:bodyPr/>
          <a:lstStyle/>
          <a:p>
            <a:endParaRPr lang="de-DE"/>
          </a:p>
        </p:txBody>
      </p:sp>
      <p:sp>
        <p:nvSpPr>
          <p:cNvPr id="6" name="Slide Number Placeholder 5">
            <a:extLst>
              <a:ext uri="{FF2B5EF4-FFF2-40B4-BE49-F238E27FC236}">
                <a16:creationId xmlns:a16="http://schemas.microsoft.com/office/drawing/2014/main" id="{3E8DAD66-63FF-441A-8A6D-56904EEE0A52}"/>
              </a:ext>
            </a:extLst>
          </p:cNvPr>
          <p:cNvSpPr>
            <a:spLocks noGrp="1"/>
          </p:cNvSpPr>
          <p:nvPr>
            <p:ph type="sldNum" sz="quarter" idx="12"/>
          </p:nvPr>
        </p:nvSpPr>
        <p:spPr/>
        <p:txBody>
          <a:bodyPr/>
          <a:lstStyle/>
          <a:p>
            <a:fld id="{F49447DA-CF3F-434C-A651-BB3C29452E17}" type="slidenum">
              <a:rPr lang="de-DE" smtClean="0"/>
              <a:t>‹#›</a:t>
            </a:fld>
            <a:endParaRPr lang="de-DE"/>
          </a:p>
        </p:txBody>
      </p:sp>
    </p:spTree>
    <p:extLst>
      <p:ext uri="{BB962C8B-B14F-4D97-AF65-F5344CB8AC3E}">
        <p14:creationId xmlns:p14="http://schemas.microsoft.com/office/powerpoint/2010/main" val="18297621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55BE57-B7D4-4B01-BA4B-FC94AE4F5D34}"/>
              </a:ext>
            </a:extLst>
          </p:cNvPr>
          <p:cNvSpPr>
            <a:spLocks noGrp="1"/>
          </p:cNvSpPr>
          <p:nvPr>
            <p:ph type="title"/>
          </p:nvPr>
        </p:nvSpPr>
        <p:spPr/>
        <p:txBody>
          <a:bodyPr/>
          <a:lstStyle/>
          <a:p>
            <a:r>
              <a:rPr lang="en-US"/>
              <a:t>Click to edit Master title style</a:t>
            </a:r>
            <a:endParaRPr lang="de-DE"/>
          </a:p>
        </p:txBody>
      </p:sp>
      <p:sp>
        <p:nvSpPr>
          <p:cNvPr id="3" name="Content Placeholder 2">
            <a:extLst>
              <a:ext uri="{FF2B5EF4-FFF2-40B4-BE49-F238E27FC236}">
                <a16:creationId xmlns:a16="http://schemas.microsoft.com/office/drawing/2014/main" id="{9368EF22-7CE2-43E8-8B75-0A9187E399D8}"/>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Content Placeholder 3">
            <a:extLst>
              <a:ext uri="{FF2B5EF4-FFF2-40B4-BE49-F238E27FC236}">
                <a16:creationId xmlns:a16="http://schemas.microsoft.com/office/drawing/2014/main" id="{1A7C0B76-850D-4CD0-95DB-A05015DC1779}"/>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5" name="Date Placeholder 4">
            <a:extLst>
              <a:ext uri="{FF2B5EF4-FFF2-40B4-BE49-F238E27FC236}">
                <a16:creationId xmlns:a16="http://schemas.microsoft.com/office/drawing/2014/main" id="{580111FC-6141-4C85-AAC5-D97B19FB7DB5}"/>
              </a:ext>
            </a:extLst>
          </p:cNvPr>
          <p:cNvSpPr>
            <a:spLocks noGrp="1"/>
          </p:cNvSpPr>
          <p:nvPr>
            <p:ph type="dt" sz="half" idx="10"/>
          </p:nvPr>
        </p:nvSpPr>
        <p:spPr/>
        <p:txBody>
          <a:bodyPr/>
          <a:lstStyle/>
          <a:p>
            <a:fld id="{1C0A380A-5CE3-4869-9B21-A99286A636E7}" type="datetimeFigureOut">
              <a:rPr lang="de-DE" smtClean="0"/>
              <a:t>12.05.26</a:t>
            </a:fld>
            <a:endParaRPr lang="de-DE"/>
          </a:p>
        </p:txBody>
      </p:sp>
      <p:sp>
        <p:nvSpPr>
          <p:cNvPr id="6" name="Footer Placeholder 5">
            <a:extLst>
              <a:ext uri="{FF2B5EF4-FFF2-40B4-BE49-F238E27FC236}">
                <a16:creationId xmlns:a16="http://schemas.microsoft.com/office/drawing/2014/main" id="{8141E3A3-BA67-46D6-BB28-5FED84ACAD36}"/>
              </a:ext>
            </a:extLst>
          </p:cNvPr>
          <p:cNvSpPr>
            <a:spLocks noGrp="1"/>
          </p:cNvSpPr>
          <p:nvPr>
            <p:ph type="ftr" sz="quarter" idx="11"/>
          </p:nvPr>
        </p:nvSpPr>
        <p:spPr/>
        <p:txBody>
          <a:bodyPr/>
          <a:lstStyle/>
          <a:p>
            <a:endParaRPr lang="de-DE"/>
          </a:p>
        </p:txBody>
      </p:sp>
      <p:sp>
        <p:nvSpPr>
          <p:cNvPr id="7" name="Slide Number Placeholder 6">
            <a:extLst>
              <a:ext uri="{FF2B5EF4-FFF2-40B4-BE49-F238E27FC236}">
                <a16:creationId xmlns:a16="http://schemas.microsoft.com/office/drawing/2014/main" id="{A61A7750-02DD-4CFB-9D7D-C18FCBAD5672}"/>
              </a:ext>
            </a:extLst>
          </p:cNvPr>
          <p:cNvSpPr>
            <a:spLocks noGrp="1"/>
          </p:cNvSpPr>
          <p:nvPr>
            <p:ph type="sldNum" sz="quarter" idx="12"/>
          </p:nvPr>
        </p:nvSpPr>
        <p:spPr/>
        <p:txBody>
          <a:bodyPr/>
          <a:lstStyle/>
          <a:p>
            <a:fld id="{F49447DA-CF3F-434C-A651-BB3C29452E17}" type="slidenum">
              <a:rPr lang="de-DE" smtClean="0"/>
              <a:t>‹#›</a:t>
            </a:fld>
            <a:endParaRPr lang="de-DE"/>
          </a:p>
        </p:txBody>
      </p:sp>
    </p:spTree>
    <p:extLst>
      <p:ext uri="{BB962C8B-B14F-4D97-AF65-F5344CB8AC3E}">
        <p14:creationId xmlns:p14="http://schemas.microsoft.com/office/powerpoint/2010/main" val="34465441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0CACE5-57AD-40C1-BC0F-A36535169C5E}"/>
              </a:ext>
            </a:extLst>
          </p:cNvPr>
          <p:cNvSpPr>
            <a:spLocks noGrp="1"/>
          </p:cNvSpPr>
          <p:nvPr>
            <p:ph type="title"/>
          </p:nvPr>
        </p:nvSpPr>
        <p:spPr>
          <a:xfrm>
            <a:off x="839788" y="365125"/>
            <a:ext cx="10515600" cy="1325563"/>
          </a:xfrm>
        </p:spPr>
        <p:txBody>
          <a:bodyPr/>
          <a:lstStyle/>
          <a:p>
            <a:r>
              <a:rPr lang="en-US"/>
              <a:t>Click to edit Master title style</a:t>
            </a:r>
            <a:endParaRPr lang="de-DE"/>
          </a:p>
        </p:txBody>
      </p:sp>
      <p:sp>
        <p:nvSpPr>
          <p:cNvPr id="3" name="Text Placeholder 2">
            <a:extLst>
              <a:ext uri="{FF2B5EF4-FFF2-40B4-BE49-F238E27FC236}">
                <a16:creationId xmlns:a16="http://schemas.microsoft.com/office/drawing/2014/main" id="{716E17A1-0916-44F2-B96D-1C79B20855E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685D5FCC-7CBC-49CA-BC0A-2B862DC69133}"/>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5" name="Text Placeholder 4">
            <a:extLst>
              <a:ext uri="{FF2B5EF4-FFF2-40B4-BE49-F238E27FC236}">
                <a16:creationId xmlns:a16="http://schemas.microsoft.com/office/drawing/2014/main" id="{D45FB0A0-2A3C-4C68-AFCA-13568339195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F93F93C5-C853-4B9D-AAF8-21E7805E0B45}"/>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7" name="Date Placeholder 6">
            <a:extLst>
              <a:ext uri="{FF2B5EF4-FFF2-40B4-BE49-F238E27FC236}">
                <a16:creationId xmlns:a16="http://schemas.microsoft.com/office/drawing/2014/main" id="{05331EB3-1528-4A39-A170-C1B87AE2EF4A}"/>
              </a:ext>
            </a:extLst>
          </p:cNvPr>
          <p:cNvSpPr>
            <a:spLocks noGrp="1"/>
          </p:cNvSpPr>
          <p:nvPr>
            <p:ph type="dt" sz="half" idx="10"/>
          </p:nvPr>
        </p:nvSpPr>
        <p:spPr/>
        <p:txBody>
          <a:bodyPr/>
          <a:lstStyle/>
          <a:p>
            <a:fld id="{1C0A380A-5CE3-4869-9B21-A99286A636E7}" type="datetimeFigureOut">
              <a:rPr lang="de-DE" smtClean="0"/>
              <a:t>12.05.26</a:t>
            </a:fld>
            <a:endParaRPr lang="de-DE"/>
          </a:p>
        </p:txBody>
      </p:sp>
      <p:sp>
        <p:nvSpPr>
          <p:cNvPr id="8" name="Footer Placeholder 7">
            <a:extLst>
              <a:ext uri="{FF2B5EF4-FFF2-40B4-BE49-F238E27FC236}">
                <a16:creationId xmlns:a16="http://schemas.microsoft.com/office/drawing/2014/main" id="{47852B07-CA1F-4C5C-8932-8248FD58D11E}"/>
              </a:ext>
            </a:extLst>
          </p:cNvPr>
          <p:cNvSpPr>
            <a:spLocks noGrp="1"/>
          </p:cNvSpPr>
          <p:nvPr>
            <p:ph type="ftr" sz="quarter" idx="11"/>
          </p:nvPr>
        </p:nvSpPr>
        <p:spPr/>
        <p:txBody>
          <a:bodyPr/>
          <a:lstStyle/>
          <a:p>
            <a:endParaRPr lang="de-DE"/>
          </a:p>
        </p:txBody>
      </p:sp>
      <p:sp>
        <p:nvSpPr>
          <p:cNvPr id="9" name="Slide Number Placeholder 8">
            <a:extLst>
              <a:ext uri="{FF2B5EF4-FFF2-40B4-BE49-F238E27FC236}">
                <a16:creationId xmlns:a16="http://schemas.microsoft.com/office/drawing/2014/main" id="{9E5DA93F-0E33-4FB4-94E9-6C7A4C45EB9F}"/>
              </a:ext>
            </a:extLst>
          </p:cNvPr>
          <p:cNvSpPr>
            <a:spLocks noGrp="1"/>
          </p:cNvSpPr>
          <p:nvPr>
            <p:ph type="sldNum" sz="quarter" idx="12"/>
          </p:nvPr>
        </p:nvSpPr>
        <p:spPr/>
        <p:txBody>
          <a:bodyPr/>
          <a:lstStyle/>
          <a:p>
            <a:fld id="{F49447DA-CF3F-434C-A651-BB3C29452E17}" type="slidenum">
              <a:rPr lang="de-DE" smtClean="0"/>
              <a:t>‹#›</a:t>
            </a:fld>
            <a:endParaRPr lang="de-DE"/>
          </a:p>
        </p:txBody>
      </p:sp>
    </p:spTree>
    <p:extLst>
      <p:ext uri="{BB962C8B-B14F-4D97-AF65-F5344CB8AC3E}">
        <p14:creationId xmlns:p14="http://schemas.microsoft.com/office/powerpoint/2010/main" val="2895536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96376-55B3-49D6-B2D3-1EA9F1B8643A}"/>
              </a:ext>
            </a:extLst>
          </p:cNvPr>
          <p:cNvSpPr>
            <a:spLocks noGrp="1"/>
          </p:cNvSpPr>
          <p:nvPr>
            <p:ph type="title"/>
          </p:nvPr>
        </p:nvSpPr>
        <p:spPr/>
        <p:txBody>
          <a:bodyPr/>
          <a:lstStyle/>
          <a:p>
            <a:r>
              <a:rPr lang="en-US"/>
              <a:t>Click to edit Master title style</a:t>
            </a:r>
            <a:endParaRPr lang="de-DE"/>
          </a:p>
        </p:txBody>
      </p:sp>
      <p:sp>
        <p:nvSpPr>
          <p:cNvPr id="3" name="Date Placeholder 2">
            <a:extLst>
              <a:ext uri="{FF2B5EF4-FFF2-40B4-BE49-F238E27FC236}">
                <a16:creationId xmlns:a16="http://schemas.microsoft.com/office/drawing/2014/main" id="{7D6980DE-DCFA-4469-8FEF-23418F540809}"/>
              </a:ext>
            </a:extLst>
          </p:cNvPr>
          <p:cNvSpPr>
            <a:spLocks noGrp="1"/>
          </p:cNvSpPr>
          <p:nvPr>
            <p:ph type="dt" sz="half" idx="10"/>
          </p:nvPr>
        </p:nvSpPr>
        <p:spPr/>
        <p:txBody>
          <a:bodyPr/>
          <a:lstStyle/>
          <a:p>
            <a:fld id="{1C0A380A-5CE3-4869-9B21-A99286A636E7}" type="datetimeFigureOut">
              <a:rPr lang="de-DE" smtClean="0"/>
              <a:t>12.05.26</a:t>
            </a:fld>
            <a:endParaRPr lang="de-DE"/>
          </a:p>
        </p:txBody>
      </p:sp>
      <p:sp>
        <p:nvSpPr>
          <p:cNvPr id="4" name="Footer Placeholder 3">
            <a:extLst>
              <a:ext uri="{FF2B5EF4-FFF2-40B4-BE49-F238E27FC236}">
                <a16:creationId xmlns:a16="http://schemas.microsoft.com/office/drawing/2014/main" id="{9C90F4BA-7428-404E-BDDE-8AEB678192E0}"/>
              </a:ext>
            </a:extLst>
          </p:cNvPr>
          <p:cNvSpPr>
            <a:spLocks noGrp="1"/>
          </p:cNvSpPr>
          <p:nvPr>
            <p:ph type="ftr" sz="quarter" idx="11"/>
          </p:nvPr>
        </p:nvSpPr>
        <p:spPr/>
        <p:txBody>
          <a:bodyPr/>
          <a:lstStyle/>
          <a:p>
            <a:endParaRPr lang="de-DE"/>
          </a:p>
        </p:txBody>
      </p:sp>
      <p:sp>
        <p:nvSpPr>
          <p:cNvPr id="5" name="Slide Number Placeholder 4">
            <a:extLst>
              <a:ext uri="{FF2B5EF4-FFF2-40B4-BE49-F238E27FC236}">
                <a16:creationId xmlns:a16="http://schemas.microsoft.com/office/drawing/2014/main" id="{B73ACBE6-D35A-4A81-A2D0-D8B578661045}"/>
              </a:ext>
            </a:extLst>
          </p:cNvPr>
          <p:cNvSpPr>
            <a:spLocks noGrp="1"/>
          </p:cNvSpPr>
          <p:nvPr>
            <p:ph type="sldNum" sz="quarter" idx="12"/>
          </p:nvPr>
        </p:nvSpPr>
        <p:spPr/>
        <p:txBody>
          <a:bodyPr/>
          <a:lstStyle/>
          <a:p>
            <a:fld id="{F49447DA-CF3F-434C-A651-BB3C29452E17}" type="slidenum">
              <a:rPr lang="de-DE" smtClean="0"/>
              <a:t>‹#›</a:t>
            </a:fld>
            <a:endParaRPr lang="de-DE"/>
          </a:p>
        </p:txBody>
      </p:sp>
    </p:spTree>
    <p:extLst>
      <p:ext uri="{BB962C8B-B14F-4D97-AF65-F5344CB8AC3E}">
        <p14:creationId xmlns:p14="http://schemas.microsoft.com/office/powerpoint/2010/main" val="22047786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87C925E-EDEC-4E57-9556-D8ADAC77BD69}"/>
              </a:ext>
            </a:extLst>
          </p:cNvPr>
          <p:cNvSpPr>
            <a:spLocks noGrp="1"/>
          </p:cNvSpPr>
          <p:nvPr>
            <p:ph type="dt" sz="half" idx="10"/>
          </p:nvPr>
        </p:nvSpPr>
        <p:spPr/>
        <p:txBody>
          <a:bodyPr/>
          <a:lstStyle/>
          <a:p>
            <a:fld id="{1C0A380A-5CE3-4869-9B21-A99286A636E7}" type="datetimeFigureOut">
              <a:rPr lang="de-DE" smtClean="0"/>
              <a:t>12.05.26</a:t>
            </a:fld>
            <a:endParaRPr lang="de-DE"/>
          </a:p>
        </p:txBody>
      </p:sp>
      <p:sp>
        <p:nvSpPr>
          <p:cNvPr id="3" name="Footer Placeholder 2">
            <a:extLst>
              <a:ext uri="{FF2B5EF4-FFF2-40B4-BE49-F238E27FC236}">
                <a16:creationId xmlns:a16="http://schemas.microsoft.com/office/drawing/2014/main" id="{4742BE2B-5320-4877-A70F-EF46F1CC5065}"/>
              </a:ext>
            </a:extLst>
          </p:cNvPr>
          <p:cNvSpPr>
            <a:spLocks noGrp="1"/>
          </p:cNvSpPr>
          <p:nvPr>
            <p:ph type="ftr" sz="quarter" idx="11"/>
          </p:nvPr>
        </p:nvSpPr>
        <p:spPr/>
        <p:txBody>
          <a:bodyPr/>
          <a:lstStyle/>
          <a:p>
            <a:endParaRPr lang="de-DE"/>
          </a:p>
        </p:txBody>
      </p:sp>
      <p:sp>
        <p:nvSpPr>
          <p:cNvPr id="4" name="Slide Number Placeholder 3">
            <a:extLst>
              <a:ext uri="{FF2B5EF4-FFF2-40B4-BE49-F238E27FC236}">
                <a16:creationId xmlns:a16="http://schemas.microsoft.com/office/drawing/2014/main" id="{400F87CC-EC76-42B2-A1AB-CF79AC634434}"/>
              </a:ext>
            </a:extLst>
          </p:cNvPr>
          <p:cNvSpPr>
            <a:spLocks noGrp="1"/>
          </p:cNvSpPr>
          <p:nvPr>
            <p:ph type="sldNum" sz="quarter" idx="12"/>
          </p:nvPr>
        </p:nvSpPr>
        <p:spPr/>
        <p:txBody>
          <a:bodyPr/>
          <a:lstStyle/>
          <a:p>
            <a:fld id="{F49447DA-CF3F-434C-A651-BB3C29452E17}" type="slidenum">
              <a:rPr lang="de-DE" smtClean="0"/>
              <a:t>‹#›</a:t>
            </a:fld>
            <a:endParaRPr lang="de-DE"/>
          </a:p>
        </p:txBody>
      </p:sp>
    </p:spTree>
    <p:extLst>
      <p:ext uri="{BB962C8B-B14F-4D97-AF65-F5344CB8AC3E}">
        <p14:creationId xmlns:p14="http://schemas.microsoft.com/office/powerpoint/2010/main" val="25916055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AF192D-1AF6-4358-A211-CBD12DFEDD3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de-DE"/>
          </a:p>
        </p:txBody>
      </p:sp>
      <p:sp>
        <p:nvSpPr>
          <p:cNvPr id="3" name="Content Placeholder 2">
            <a:extLst>
              <a:ext uri="{FF2B5EF4-FFF2-40B4-BE49-F238E27FC236}">
                <a16:creationId xmlns:a16="http://schemas.microsoft.com/office/drawing/2014/main" id="{F836F896-27A5-4928-B2BC-9EB41ACE822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Text Placeholder 3">
            <a:extLst>
              <a:ext uri="{FF2B5EF4-FFF2-40B4-BE49-F238E27FC236}">
                <a16:creationId xmlns:a16="http://schemas.microsoft.com/office/drawing/2014/main" id="{C5162447-C7DF-4C2F-A12A-7F66818E59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11A544FE-ABD0-4471-8E4F-3B2DA14F8DAF}"/>
              </a:ext>
            </a:extLst>
          </p:cNvPr>
          <p:cNvSpPr>
            <a:spLocks noGrp="1"/>
          </p:cNvSpPr>
          <p:nvPr>
            <p:ph type="dt" sz="half" idx="10"/>
          </p:nvPr>
        </p:nvSpPr>
        <p:spPr/>
        <p:txBody>
          <a:bodyPr/>
          <a:lstStyle/>
          <a:p>
            <a:fld id="{1C0A380A-5CE3-4869-9B21-A99286A636E7}" type="datetimeFigureOut">
              <a:rPr lang="de-DE" smtClean="0"/>
              <a:t>12.05.26</a:t>
            </a:fld>
            <a:endParaRPr lang="de-DE"/>
          </a:p>
        </p:txBody>
      </p:sp>
      <p:sp>
        <p:nvSpPr>
          <p:cNvPr id="6" name="Footer Placeholder 5">
            <a:extLst>
              <a:ext uri="{FF2B5EF4-FFF2-40B4-BE49-F238E27FC236}">
                <a16:creationId xmlns:a16="http://schemas.microsoft.com/office/drawing/2014/main" id="{196ED934-9997-4252-AC18-13A93C3EA693}"/>
              </a:ext>
            </a:extLst>
          </p:cNvPr>
          <p:cNvSpPr>
            <a:spLocks noGrp="1"/>
          </p:cNvSpPr>
          <p:nvPr>
            <p:ph type="ftr" sz="quarter" idx="11"/>
          </p:nvPr>
        </p:nvSpPr>
        <p:spPr/>
        <p:txBody>
          <a:bodyPr/>
          <a:lstStyle/>
          <a:p>
            <a:endParaRPr lang="de-DE"/>
          </a:p>
        </p:txBody>
      </p:sp>
      <p:sp>
        <p:nvSpPr>
          <p:cNvPr id="7" name="Slide Number Placeholder 6">
            <a:extLst>
              <a:ext uri="{FF2B5EF4-FFF2-40B4-BE49-F238E27FC236}">
                <a16:creationId xmlns:a16="http://schemas.microsoft.com/office/drawing/2014/main" id="{B184978D-893F-47AA-B58A-5A3078FDD33C}"/>
              </a:ext>
            </a:extLst>
          </p:cNvPr>
          <p:cNvSpPr>
            <a:spLocks noGrp="1"/>
          </p:cNvSpPr>
          <p:nvPr>
            <p:ph type="sldNum" sz="quarter" idx="12"/>
          </p:nvPr>
        </p:nvSpPr>
        <p:spPr/>
        <p:txBody>
          <a:bodyPr/>
          <a:lstStyle/>
          <a:p>
            <a:fld id="{F49447DA-CF3F-434C-A651-BB3C29452E17}" type="slidenum">
              <a:rPr lang="de-DE" smtClean="0"/>
              <a:t>‹#›</a:t>
            </a:fld>
            <a:endParaRPr lang="de-DE"/>
          </a:p>
        </p:txBody>
      </p:sp>
    </p:spTree>
    <p:extLst>
      <p:ext uri="{BB962C8B-B14F-4D97-AF65-F5344CB8AC3E}">
        <p14:creationId xmlns:p14="http://schemas.microsoft.com/office/powerpoint/2010/main" val="33651573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D9B8DE-CE6E-48AC-AD03-F313A2F3DC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de-DE"/>
          </a:p>
        </p:txBody>
      </p:sp>
      <p:sp>
        <p:nvSpPr>
          <p:cNvPr id="3" name="Picture Placeholder 2">
            <a:extLst>
              <a:ext uri="{FF2B5EF4-FFF2-40B4-BE49-F238E27FC236}">
                <a16:creationId xmlns:a16="http://schemas.microsoft.com/office/drawing/2014/main" id="{EB944D55-5D08-4B66-975B-2E9019C0681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 Placeholder 3">
            <a:extLst>
              <a:ext uri="{FF2B5EF4-FFF2-40B4-BE49-F238E27FC236}">
                <a16:creationId xmlns:a16="http://schemas.microsoft.com/office/drawing/2014/main" id="{9559958F-4859-4E4B-BF51-21ED3FC732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04FF9352-41F1-43A9-AAB0-FA3C789EDAB2}"/>
              </a:ext>
            </a:extLst>
          </p:cNvPr>
          <p:cNvSpPr>
            <a:spLocks noGrp="1"/>
          </p:cNvSpPr>
          <p:nvPr>
            <p:ph type="dt" sz="half" idx="10"/>
          </p:nvPr>
        </p:nvSpPr>
        <p:spPr/>
        <p:txBody>
          <a:bodyPr/>
          <a:lstStyle/>
          <a:p>
            <a:fld id="{1C0A380A-5CE3-4869-9B21-A99286A636E7}" type="datetimeFigureOut">
              <a:rPr lang="de-DE" smtClean="0"/>
              <a:t>12.05.26</a:t>
            </a:fld>
            <a:endParaRPr lang="de-DE"/>
          </a:p>
        </p:txBody>
      </p:sp>
      <p:sp>
        <p:nvSpPr>
          <p:cNvPr id="6" name="Footer Placeholder 5">
            <a:extLst>
              <a:ext uri="{FF2B5EF4-FFF2-40B4-BE49-F238E27FC236}">
                <a16:creationId xmlns:a16="http://schemas.microsoft.com/office/drawing/2014/main" id="{64DE74E0-179C-437E-B72E-88C58E061315}"/>
              </a:ext>
            </a:extLst>
          </p:cNvPr>
          <p:cNvSpPr>
            <a:spLocks noGrp="1"/>
          </p:cNvSpPr>
          <p:nvPr>
            <p:ph type="ftr" sz="quarter" idx="11"/>
          </p:nvPr>
        </p:nvSpPr>
        <p:spPr/>
        <p:txBody>
          <a:bodyPr/>
          <a:lstStyle/>
          <a:p>
            <a:endParaRPr lang="de-DE"/>
          </a:p>
        </p:txBody>
      </p:sp>
      <p:sp>
        <p:nvSpPr>
          <p:cNvPr id="7" name="Slide Number Placeholder 6">
            <a:extLst>
              <a:ext uri="{FF2B5EF4-FFF2-40B4-BE49-F238E27FC236}">
                <a16:creationId xmlns:a16="http://schemas.microsoft.com/office/drawing/2014/main" id="{55379224-78EB-4B41-9FD1-A861928DD7D2}"/>
              </a:ext>
            </a:extLst>
          </p:cNvPr>
          <p:cNvSpPr>
            <a:spLocks noGrp="1"/>
          </p:cNvSpPr>
          <p:nvPr>
            <p:ph type="sldNum" sz="quarter" idx="12"/>
          </p:nvPr>
        </p:nvSpPr>
        <p:spPr/>
        <p:txBody>
          <a:bodyPr/>
          <a:lstStyle/>
          <a:p>
            <a:fld id="{F49447DA-CF3F-434C-A651-BB3C29452E17}" type="slidenum">
              <a:rPr lang="de-DE" smtClean="0"/>
              <a:t>‹#›</a:t>
            </a:fld>
            <a:endParaRPr lang="de-DE"/>
          </a:p>
        </p:txBody>
      </p:sp>
    </p:spTree>
    <p:extLst>
      <p:ext uri="{BB962C8B-B14F-4D97-AF65-F5344CB8AC3E}">
        <p14:creationId xmlns:p14="http://schemas.microsoft.com/office/powerpoint/2010/main" val="26380559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E760D6-DB48-4AAC-B0FE-ABD935F5D239}"/>
              </a:ext>
            </a:extLst>
          </p:cNvPr>
          <p:cNvSpPr>
            <a:spLocks noGrp="1"/>
          </p:cNvSpPr>
          <p:nvPr>
            <p:ph type="title"/>
          </p:nvPr>
        </p:nvSpPr>
        <p:spPr/>
        <p:txBody>
          <a:bodyPr/>
          <a:lstStyle/>
          <a:p>
            <a:r>
              <a:rPr lang="en-US"/>
              <a:t>Click to edit Master title style</a:t>
            </a:r>
            <a:endParaRPr lang="de-DE"/>
          </a:p>
        </p:txBody>
      </p:sp>
      <p:sp>
        <p:nvSpPr>
          <p:cNvPr id="3" name="Vertical Text Placeholder 2">
            <a:extLst>
              <a:ext uri="{FF2B5EF4-FFF2-40B4-BE49-F238E27FC236}">
                <a16:creationId xmlns:a16="http://schemas.microsoft.com/office/drawing/2014/main" id="{99379AF9-10C9-4E7F-971F-FBE8655D7518}"/>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Date Placeholder 3">
            <a:extLst>
              <a:ext uri="{FF2B5EF4-FFF2-40B4-BE49-F238E27FC236}">
                <a16:creationId xmlns:a16="http://schemas.microsoft.com/office/drawing/2014/main" id="{7F902C7C-C17E-44AE-BC59-E88FE4E639D7}"/>
              </a:ext>
            </a:extLst>
          </p:cNvPr>
          <p:cNvSpPr>
            <a:spLocks noGrp="1"/>
          </p:cNvSpPr>
          <p:nvPr>
            <p:ph type="dt" sz="half" idx="10"/>
          </p:nvPr>
        </p:nvSpPr>
        <p:spPr/>
        <p:txBody>
          <a:bodyPr/>
          <a:lstStyle/>
          <a:p>
            <a:fld id="{1C0A380A-5CE3-4869-9B21-A99286A636E7}" type="datetimeFigureOut">
              <a:rPr lang="de-DE" smtClean="0"/>
              <a:t>12.05.26</a:t>
            </a:fld>
            <a:endParaRPr lang="de-DE"/>
          </a:p>
        </p:txBody>
      </p:sp>
      <p:sp>
        <p:nvSpPr>
          <p:cNvPr id="5" name="Footer Placeholder 4">
            <a:extLst>
              <a:ext uri="{FF2B5EF4-FFF2-40B4-BE49-F238E27FC236}">
                <a16:creationId xmlns:a16="http://schemas.microsoft.com/office/drawing/2014/main" id="{B2C2DAF6-4101-4989-9F1C-9762E110356D}"/>
              </a:ext>
            </a:extLst>
          </p:cNvPr>
          <p:cNvSpPr>
            <a:spLocks noGrp="1"/>
          </p:cNvSpPr>
          <p:nvPr>
            <p:ph type="ftr" sz="quarter" idx="11"/>
          </p:nvPr>
        </p:nvSpPr>
        <p:spPr/>
        <p:txBody>
          <a:bodyPr/>
          <a:lstStyle/>
          <a:p>
            <a:endParaRPr lang="de-DE"/>
          </a:p>
        </p:txBody>
      </p:sp>
      <p:sp>
        <p:nvSpPr>
          <p:cNvPr id="6" name="Slide Number Placeholder 5">
            <a:extLst>
              <a:ext uri="{FF2B5EF4-FFF2-40B4-BE49-F238E27FC236}">
                <a16:creationId xmlns:a16="http://schemas.microsoft.com/office/drawing/2014/main" id="{AE07E5AC-DD21-4B81-896B-20C77653BBBF}"/>
              </a:ext>
            </a:extLst>
          </p:cNvPr>
          <p:cNvSpPr>
            <a:spLocks noGrp="1"/>
          </p:cNvSpPr>
          <p:nvPr>
            <p:ph type="sldNum" sz="quarter" idx="12"/>
          </p:nvPr>
        </p:nvSpPr>
        <p:spPr/>
        <p:txBody>
          <a:bodyPr/>
          <a:lstStyle/>
          <a:p>
            <a:fld id="{F49447DA-CF3F-434C-A651-BB3C29452E17}" type="slidenum">
              <a:rPr lang="de-DE" smtClean="0"/>
              <a:t>‹#›</a:t>
            </a:fld>
            <a:endParaRPr lang="de-DE"/>
          </a:p>
        </p:txBody>
      </p:sp>
    </p:spTree>
    <p:extLst>
      <p:ext uri="{BB962C8B-B14F-4D97-AF65-F5344CB8AC3E}">
        <p14:creationId xmlns:p14="http://schemas.microsoft.com/office/powerpoint/2010/main" val="6698865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23E1846-6CE0-4901-8DDA-042C6F54A02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de-DE"/>
          </a:p>
        </p:txBody>
      </p:sp>
      <p:sp>
        <p:nvSpPr>
          <p:cNvPr id="3" name="Vertical Text Placeholder 2">
            <a:extLst>
              <a:ext uri="{FF2B5EF4-FFF2-40B4-BE49-F238E27FC236}">
                <a16:creationId xmlns:a16="http://schemas.microsoft.com/office/drawing/2014/main" id="{F75BBD13-9F29-463D-BFA3-A7C48546DC13}"/>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Date Placeholder 3">
            <a:extLst>
              <a:ext uri="{FF2B5EF4-FFF2-40B4-BE49-F238E27FC236}">
                <a16:creationId xmlns:a16="http://schemas.microsoft.com/office/drawing/2014/main" id="{1375A4B4-BA5E-448B-8282-6DCA2C16154C}"/>
              </a:ext>
            </a:extLst>
          </p:cNvPr>
          <p:cNvSpPr>
            <a:spLocks noGrp="1"/>
          </p:cNvSpPr>
          <p:nvPr>
            <p:ph type="dt" sz="half" idx="10"/>
          </p:nvPr>
        </p:nvSpPr>
        <p:spPr/>
        <p:txBody>
          <a:bodyPr/>
          <a:lstStyle/>
          <a:p>
            <a:fld id="{1C0A380A-5CE3-4869-9B21-A99286A636E7}" type="datetimeFigureOut">
              <a:rPr lang="de-DE" smtClean="0"/>
              <a:t>12.05.26</a:t>
            </a:fld>
            <a:endParaRPr lang="de-DE"/>
          </a:p>
        </p:txBody>
      </p:sp>
      <p:sp>
        <p:nvSpPr>
          <p:cNvPr id="5" name="Footer Placeholder 4">
            <a:extLst>
              <a:ext uri="{FF2B5EF4-FFF2-40B4-BE49-F238E27FC236}">
                <a16:creationId xmlns:a16="http://schemas.microsoft.com/office/drawing/2014/main" id="{B100FBE9-4A8C-46AE-984A-8885E906130E}"/>
              </a:ext>
            </a:extLst>
          </p:cNvPr>
          <p:cNvSpPr>
            <a:spLocks noGrp="1"/>
          </p:cNvSpPr>
          <p:nvPr>
            <p:ph type="ftr" sz="quarter" idx="11"/>
          </p:nvPr>
        </p:nvSpPr>
        <p:spPr/>
        <p:txBody>
          <a:bodyPr/>
          <a:lstStyle/>
          <a:p>
            <a:endParaRPr lang="de-DE"/>
          </a:p>
        </p:txBody>
      </p:sp>
      <p:sp>
        <p:nvSpPr>
          <p:cNvPr id="6" name="Slide Number Placeholder 5">
            <a:extLst>
              <a:ext uri="{FF2B5EF4-FFF2-40B4-BE49-F238E27FC236}">
                <a16:creationId xmlns:a16="http://schemas.microsoft.com/office/drawing/2014/main" id="{896D6CDB-46C6-46C3-9D03-4B711BAA8F33}"/>
              </a:ext>
            </a:extLst>
          </p:cNvPr>
          <p:cNvSpPr>
            <a:spLocks noGrp="1"/>
          </p:cNvSpPr>
          <p:nvPr>
            <p:ph type="sldNum" sz="quarter" idx="12"/>
          </p:nvPr>
        </p:nvSpPr>
        <p:spPr/>
        <p:txBody>
          <a:bodyPr/>
          <a:lstStyle/>
          <a:p>
            <a:fld id="{F49447DA-CF3F-434C-A651-BB3C29452E17}" type="slidenum">
              <a:rPr lang="de-DE" smtClean="0"/>
              <a:t>‹#›</a:t>
            </a:fld>
            <a:endParaRPr lang="de-DE"/>
          </a:p>
        </p:txBody>
      </p:sp>
    </p:spTree>
    <p:extLst>
      <p:ext uri="{BB962C8B-B14F-4D97-AF65-F5344CB8AC3E}">
        <p14:creationId xmlns:p14="http://schemas.microsoft.com/office/powerpoint/2010/main" val="5467266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ntent slide #1">
    <p:spTree>
      <p:nvGrpSpPr>
        <p:cNvPr id="1" name=""/>
        <p:cNvGrpSpPr/>
        <p:nvPr/>
      </p:nvGrpSpPr>
      <p:grpSpPr>
        <a:xfrm>
          <a:off x="0" y="0"/>
          <a:ext cx="0" cy="0"/>
          <a:chOff x="0" y="0"/>
          <a:chExt cx="0" cy="0"/>
        </a:xfrm>
      </p:grpSpPr>
      <p:pic>
        <p:nvPicPr>
          <p:cNvPr id="42" name="Grafik 41">
            <a:extLst>
              <a:ext uri="{FF2B5EF4-FFF2-40B4-BE49-F238E27FC236}">
                <a16:creationId xmlns:a16="http://schemas.microsoft.com/office/drawing/2014/main" id="{7F1627A7-9073-AA4B-B5CF-AA39DC1CBBC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878134" y="6191238"/>
            <a:ext cx="1531988" cy="117365"/>
          </a:xfrm>
          <a:prstGeom prst="rect">
            <a:avLst/>
          </a:prstGeom>
        </p:spPr>
      </p:pic>
      <p:sp>
        <p:nvSpPr>
          <p:cNvPr id="43" name="Textplatzhalter 4">
            <a:extLst>
              <a:ext uri="{FF2B5EF4-FFF2-40B4-BE49-F238E27FC236}">
                <a16:creationId xmlns:a16="http://schemas.microsoft.com/office/drawing/2014/main" id="{B533636E-8B53-8C40-A05D-8583880CEEF6}"/>
              </a:ext>
            </a:extLst>
          </p:cNvPr>
          <p:cNvSpPr>
            <a:spLocks noGrp="1"/>
          </p:cNvSpPr>
          <p:nvPr>
            <p:ph type="body" sz="quarter" idx="10" hasCustomPrompt="1"/>
          </p:nvPr>
        </p:nvSpPr>
        <p:spPr>
          <a:xfrm>
            <a:off x="713497" y="461098"/>
            <a:ext cx="10080000" cy="584775"/>
          </a:xfrm>
          <a:prstGeom prst="rect">
            <a:avLst/>
          </a:prstGeom>
        </p:spPr>
        <p:txBody>
          <a:bodyPr lIns="90000">
            <a:spAutoFit/>
          </a:bodyPr>
          <a:lstStyle>
            <a:lvl1pPr>
              <a:spcAft>
                <a:spcPts val="0"/>
              </a:spcAft>
              <a:defRPr sz="3200">
                <a:solidFill>
                  <a:schemeClr val="tx1"/>
                </a:solidFill>
              </a:defRPr>
            </a:lvl1pPr>
          </a:lstStyle>
          <a:p>
            <a:r>
              <a:rPr lang="en-US" sz="3200" noProof="0" dirty="0">
                <a:solidFill>
                  <a:srgbClr val="111111"/>
                </a:solidFill>
                <a:latin typeface="Arial" panose="020B0604020202020204" pitchFamily="34" charset="0"/>
                <a:cs typeface="Arial" panose="020B0604020202020204" pitchFamily="34" charset="0"/>
              </a:rPr>
              <a:t>One column text slide, 32 </a:t>
            </a:r>
            <a:r>
              <a:rPr lang="en-US" sz="3200" noProof="0" dirty="0" err="1">
                <a:solidFill>
                  <a:srgbClr val="111111"/>
                </a:solidFill>
                <a:latin typeface="Arial" panose="020B0604020202020204" pitchFamily="34" charset="0"/>
                <a:cs typeface="Arial" panose="020B0604020202020204" pitchFamily="34" charset="0"/>
              </a:rPr>
              <a:t>pt</a:t>
            </a:r>
            <a:r>
              <a:rPr lang="en-US" sz="3200" noProof="0" dirty="0">
                <a:solidFill>
                  <a:srgbClr val="111111"/>
                </a:solidFill>
                <a:latin typeface="Arial" panose="020B0604020202020204" pitchFamily="34" charset="0"/>
                <a:cs typeface="Arial" panose="020B0604020202020204" pitchFamily="34" charset="0"/>
              </a:rPr>
              <a:t> headline</a:t>
            </a:r>
          </a:p>
        </p:txBody>
      </p:sp>
      <p:sp>
        <p:nvSpPr>
          <p:cNvPr id="10" name="Textplatzhalter 2">
            <a:extLst>
              <a:ext uri="{FF2B5EF4-FFF2-40B4-BE49-F238E27FC236}">
                <a16:creationId xmlns:a16="http://schemas.microsoft.com/office/drawing/2014/main" id="{45107FF4-EA8E-2045-9EF5-861096AA0DCA}"/>
              </a:ext>
            </a:extLst>
          </p:cNvPr>
          <p:cNvSpPr>
            <a:spLocks noGrp="1"/>
          </p:cNvSpPr>
          <p:nvPr>
            <p:ph type="body" sz="quarter" idx="15" hasCustomPrompt="1"/>
          </p:nvPr>
        </p:nvSpPr>
        <p:spPr>
          <a:xfrm>
            <a:off x="713497" y="1104680"/>
            <a:ext cx="9360000" cy="402291"/>
          </a:xfrm>
          <a:prstGeom prst="rect">
            <a:avLst/>
          </a:prstGeom>
        </p:spPr>
        <p:txBody>
          <a:bodyPr tIns="46800" rIns="90000" bIns="46800">
            <a:spAutoFit/>
          </a:bodyPr>
          <a:lstStyle>
            <a:lvl1pPr>
              <a:defRPr sz="2000"/>
            </a:lvl1pPr>
          </a:lstStyle>
          <a:p>
            <a:pPr lvl="0"/>
            <a:r>
              <a:rPr lang="en-US" noProof="0" dirty="0" err="1"/>
              <a:t>Subheadline</a:t>
            </a:r>
            <a:r>
              <a:rPr lang="en-US" noProof="0" dirty="0"/>
              <a:t> 20 </a:t>
            </a:r>
            <a:r>
              <a:rPr lang="en-US" noProof="0" dirty="0" err="1"/>
              <a:t>pt</a:t>
            </a:r>
            <a:r>
              <a:rPr lang="en-US" noProof="0" dirty="0"/>
              <a:t> Arial</a:t>
            </a:r>
          </a:p>
        </p:txBody>
      </p:sp>
      <p:sp>
        <p:nvSpPr>
          <p:cNvPr id="5" name="Textplatzhalter 3">
            <a:extLst>
              <a:ext uri="{FF2B5EF4-FFF2-40B4-BE49-F238E27FC236}">
                <a16:creationId xmlns:a16="http://schemas.microsoft.com/office/drawing/2014/main" id="{28087EA1-6D43-9244-8139-C3B6A834AC8A}"/>
              </a:ext>
            </a:extLst>
          </p:cNvPr>
          <p:cNvSpPr>
            <a:spLocks noGrp="1"/>
          </p:cNvSpPr>
          <p:nvPr>
            <p:ph type="body" sz="quarter" idx="16" hasCustomPrompt="1"/>
          </p:nvPr>
        </p:nvSpPr>
        <p:spPr>
          <a:xfrm>
            <a:off x="738000" y="2828835"/>
            <a:ext cx="4140000" cy="1384995"/>
          </a:xfrm>
          <a:prstGeom prst="rect">
            <a:avLst/>
          </a:prstGeom>
        </p:spPr>
        <p:txBody>
          <a:bodyPr lIns="90000">
            <a:spAutoFit/>
          </a:bodyPr>
          <a:lstStyle>
            <a:lvl1pPr marL="0" indent="0">
              <a:lnSpc>
                <a:spcPct val="100000"/>
              </a:lnSpc>
              <a:spcBef>
                <a:spcPts val="0"/>
              </a:spcBef>
              <a:spcAft>
                <a:spcPts val="0"/>
              </a:spcAft>
              <a:buFontTx/>
              <a:buNone/>
              <a:defRPr sz="1400">
                <a:solidFill>
                  <a:schemeClr val="tx1"/>
                </a:solidFill>
              </a:defRPr>
            </a:lvl1pPr>
            <a:lvl2pPr marL="115200" indent="-115200">
              <a:lnSpc>
                <a:spcPct val="110000"/>
              </a:lnSpc>
              <a:spcBef>
                <a:spcPts val="0"/>
              </a:spcBef>
              <a:spcAft>
                <a:spcPts val="600"/>
              </a:spcAft>
              <a:defRPr/>
            </a:lvl2pPr>
          </a:lstStyle>
          <a:p>
            <a:pPr lvl="0"/>
            <a:r>
              <a:rPr lang="en-US" noProof="0" dirty="0"/>
              <a:t>Abstract 14 </a:t>
            </a:r>
            <a:r>
              <a:rPr lang="en-US" noProof="0" dirty="0" err="1"/>
              <a:t>pt</a:t>
            </a:r>
            <a:r>
              <a:rPr lang="en-US" noProof="0" dirty="0"/>
              <a:t> Lorem ipsum dolor sit </a:t>
            </a:r>
            <a:r>
              <a:rPr lang="en-US" noProof="0" dirty="0" err="1"/>
              <a:t>amet</a:t>
            </a:r>
            <a:r>
              <a:rPr lang="en-US" noProof="0" dirty="0"/>
              <a:t>, </a:t>
            </a:r>
            <a:r>
              <a:rPr lang="en-US" noProof="0" dirty="0" err="1"/>
              <a:t>consetetur</a:t>
            </a:r>
            <a:r>
              <a:rPr lang="en-US" noProof="0" dirty="0"/>
              <a:t> </a:t>
            </a:r>
            <a:r>
              <a:rPr lang="en-US" noProof="0" dirty="0" err="1"/>
              <a:t>sadipscing</a:t>
            </a:r>
            <a:r>
              <a:rPr lang="en-US" noProof="0" dirty="0"/>
              <a:t> </a:t>
            </a:r>
            <a:r>
              <a:rPr lang="en-US" noProof="0" dirty="0" err="1"/>
              <a:t>elitr</a:t>
            </a:r>
            <a:r>
              <a:rPr lang="en-US" noProof="0" dirty="0"/>
              <a:t>, sed diam </a:t>
            </a:r>
            <a:r>
              <a:rPr lang="en-US" noProof="0" dirty="0" err="1"/>
              <a:t>nonumy</a:t>
            </a:r>
            <a:r>
              <a:rPr lang="en-US" noProof="0" dirty="0"/>
              <a:t> </a:t>
            </a:r>
            <a:r>
              <a:rPr lang="en-US" noProof="0" dirty="0" err="1"/>
              <a:t>eirmod</a:t>
            </a:r>
            <a:r>
              <a:rPr lang="en-US" noProof="0" dirty="0"/>
              <a:t> </a:t>
            </a:r>
            <a:r>
              <a:rPr lang="en-US" noProof="0" dirty="0" err="1"/>
              <a:t>tempor</a:t>
            </a:r>
            <a:r>
              <a:rPr lang="en-US" noProof="0" dirty="0"/>
              <a:t> </a:t>
            </a:r>
            <a:r>
              <a:rPr lang="en-US" noProof="0" dirty="0" err="1"/>
              <a:t>invidunt</a:t>
            </a:r>
            <a:r>
              <a:rPr lang="en-US" noProof="0" dirty="0"/>
              <a:t> </a:t>
            </a:r>
            <a:r>
              <a:rPr lang="en-US" noProof="0" dirty="0" err="1"/>
              <a:t>ut</a:t>
            </a:r>
            <a:r>
              <a:rPr lang="en-US" noProof="0" dirty="0"/>
              <a:t> </a:t>
            </a:r>
            <a:r>
              <a:rPr lang="en-US" noProof="0" dirty="0" err="1"/>
              <a:t>labore</a:t>
            </a:r>
            <a:r>
              <a:rPr lang="en-US" noProof="0" dirty="0"/>
              <a:t> et dolore magna </a:t>
            </a:r>
            <a:r>
              <a:rPr lang="en-US" noProof="0" dirty="0" err="1"/>
              <a:t>aliquyam</a:t>
            </a:r>
            <a:r>
              <a:rPr lang="en-US" noProof="0" dirty="0"/>
              <a:t> </a:t>
            </a:r>
            <a:r>
              <a:rPr lang="en-US" noProof="0" dirty="0" err="1"/>
              <a:t>erat</a:t>
            </a:r>
            <a:r>
              <a:rPr lang="en-US" noProof="0" dirty="0"/>
              <a:t>, sed diam </a:t>
            </a:r>
            <a:r>
              <a:rPr lang="en-US" noProof="0" dirty="0" err="1"/>
              <a:t>voluptua</a:t>
            </a:r>
            <a:r>
              <a:rPr lang="en-US" noProof="0" dirty="0"/>
              <a:t>. At </a:t>
            </a:r>
            <a:r>
              <a:rPr lang="en-US" noProof="0" dirty="0" err="1"/>
              <a:t>vero</a:t>
            </a:r>
            <a:r>
              <a:rPr lang="en-US" noProof="0" dirty="0"/>
              <a:t> </a:t>
            </a:r>
            <a:r>
              <a:rPr lang="en-US" noProof="0" dirty="0" err="1"/>
              <a:t>eos</a:t>
            </a:r>
            <a:r>
              <a:rPr lang="en-US" noProof="0" dirty="0"/>
              <a:t> et </a:t>
            </a:r>
            <a:r>
              <a:rPr lang="en-US" noProof="0" dirty="0" err="1"/>
              <a:t>accusam</a:t>
            </a:r>
            <a:r>
              <a:rPr lang="en-US" noProof="0" dirty="0"/>
              <a:t> et </a:t>
            </a:r>
            <a:r>
              <a:rPr lang="en-US" noProof="0" dirty="0" err="1"/>
              <a:t>justo</a:t>
            </a:r>
            <a:r>
              <a:rPr lang="en-US" noProof="0" dirty="0"/>
              <a:t> duo </a:t>
            </a:r>
            <a:r>
              <a:rPr lang="en-US" noProof="0" dirty="0" err="1"/>
              <a:t>dolores</a:t>
            </a:r>
            <a:r>
              <a:rPr lang="en-US" noProof="0" dirty="0"/>
              <a:t> et </a:t>
            </a:r>
            <a:r>
              <a:rPr lang="en-US" noProof="0" dirty="0" err="1"/>
              <a:t>ea</a:t>
            </a:r>
            <a:r>
              <a:rPr lang="en-US" noProof="0" dirty="0"/>
              <a:t> </a:t>
            </a:r>
            <a:r>
              <a:rPr lang="en-US" noProof="0" dirty="0" err="1"/>
              <a:t>rebum</a:t>
            </a:r>
            <a:r>
              <a:rPr lang="en-US" noProof="0" dirty="0"/>
              <a:t>. Stet </a:t>
            </a:r>
            <a:r>
              <a:rPr lang="en-US" noProof="0" dirty="0" err="1"/>
              <a:t>clita</a:t>
            </a:r>
            <a:r>
              <a:rPr lang="en-US" noProof="0" dirty="0"/>
              <a:t> </a:t>
            </a:r>
            <a:r>
              <a:rPr lang="en-US" noProof="0" dirty="0" err="1"/>
              <a:t>kasd</a:t>
            </a:r>
            <a:r>
              <a:rPr lang="en-US" noProof="0" dirty="0"/>
              <a:t> </a:t>
            </a:r>
            <a:r>
              <a:rPr lang="en-US" noProof="0" dirty="0" err="1"/>
              <a:t>gubergren</a:t>
            </a:r>
            <a:r>
              <a:rPr lang="en-US" noProof="0" dirty="0"/>
              <a:t>, no sea </a:t>
            </a:r>
            <a:r>
              <a:rPr lang="en-US" noProof="0" dirty="0" err="1"/>
              <a:t>takimata</a:t>
            </a:r>
            <a:r>
              <a:rPr lang="en-US" noProof="0" dirty="0"/>
              <a:t> </a:t>
            </a:r>
            <a:r>
              <a:rPr lang="en-US" noProof="0" dirty="0" err="1"/>
              <a:t>sanctus</a:t>
            </a:r>
            <a:r>
              <a:rPr lang="en-US" noProof="0" dirty="0"/>
              <a:t>.</a:t>
            </a:r>
          </a:p>
        </p:txBody>
      </p:sp>
    </p:spTree>
    <p:extLst>
      <p:ext uri="{BB962C8B-B14F-4D97-AF65-F5344CB8AC3E}">
        <p14:creationId xmlns:p14="http://schemas.microsoft.com/office/powerpoint/2010/main" val="856219552"/>
      </p:ext>
    </p:extLst>
  </p:cSld>
  <p:clrMapOvr>
    <a:masterClrMapping/>
  </p:clrMapOvr>
  <p:extLst>
    <p:ext uri="{DCECCB84-F9BA-43D5-87BE-67443E8EF086}">
      <p15:sldGuideLst xmlns:p15="http://schemas.microsoft.com/office/powerpoint/2012/main">
        <p15:guide id="1" pos="3840">
          <p15:clr>
            <a:srgbClr val="FBAE40"/>
          </p15:clr>
        </p15:guide>
        <p15:guide id="2" pos="523">
          <p15:clr>
            <a:srgbClr val="FBAE40"/>
          </p15:clr>
        </p15:guide>
        <p15:guide id="3" pos="869">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1">
    <p:spTree>
      <p:nvGrpSpPr>
        <p:cNvPr id="1" name=""/>
        <p:cNvGrpSpPr/>
        <p:nvPr/>
      </p:nvGrpSpPr>
      <p:grpSpPr>
        <a:xfrm>
          <a:off x="0" y="0"/>
          <a:ext cx="0" cy="0"/>
          <a:chOff x="0" y="0"/>
          <a:chExt cx="0" cy="0"/>
        </a:xfrm>
      </p:grpSpPr>
      <p:sp>
        <p:nvSpPr>
          <p:cNvPr id="9" name="Rechteck 2">
            <a:extLst>
              <a:ext uri="{FF2B5EF4-FFF2-40B4-BE49-F238E27FC236}">
                <a16:creationId xmlns:a16="http://schemas.microsoft.com/office/drawing/2014/main" id="{359C6863-AE85-9E4E-9846-6FFC93F6649C}"/>
              </a:ext>
            </a:extLst>
          </p:cNvPr>
          <p:cNvSpPr/>
          <p:nvPr userDrawn="1"/>
        </p:nvSpPr>
        <p:spPr>
          <a:xfrm>
            <a:off x="0" y="0"/>
            <a:ext cx="12192000" cy="6858000"/>
          </a:xfrm>
          <a:prstGeom prst="rect">
            <a:avLst/>
          </a:prstGeom>
          <a:solidFill>
            <a:srgbClr val="69005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8" name="Rechteck 1">
            <a:extLst>
              <a:ext uri="{FF2B5EF4-FFF2-40B4-BE49-F238E27FC236}">
                <a16:creationId xmlns:a16="http://schemas.microsoft.com/office/drawing/2014/main" id="{00B71A7A-2253-CB44-BCC2-373B1693E92D}"/>
              </a:ext>
            </a:extLst>
          </p:cNvPr>
          <p:cNvSpPr/>
          <p:nvPr userDrawn="1"/>
        </p:nvSpPr>
        <p:spPr>
          <a:xfrm>
            <a:off x="832028" y="2723417"/>
            <a:ext cx="10578093" cy="413458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latin typeface="Arial" panose="020B0604020202020204" pitchFamily="34" charset="0"/>
            </a:endParaRPr>
          </a:p>
        </p:txBody>
      </p:sp>
      <p:pic>
        <p:nvPicPr>
          <p:cNvPr id="22" name="Logo WR">
            <a:extLst>
              <a:ext uri="{FF2B5EF4-FFF2-40B4-BE49-F238E27FC236}">
                <a16:creationId xmlns:a16="http://schemas.microsoft.com/office/drawing/2014/main" id="{2213ACBE-2A3C-564A-BE27-C3F0B656402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32029" y="459149"/>
            <a:ext cx="2060749" cy="698760"/>
          </a:xfrm>
          <a:prstGeom prst="rect">
            <a:avLst/>
          </a:prstGeom>
        </p:spPr>
      </p:pic>
      <p:sp>
        <p:nvSpPr>
          <p:cNvPr id="39" name="Textplatzhalter 1">
            <a:extLst>
              <a:ext uri="{FF2B5EF4-FFF2-40B4-BE49-F238E27FC236}">
                <a16:creationId xmlns:a16="http://schemas.microsoft.com/office/drawing/2014/main" id="{356A218B-D456-2E4D-BF53-09D390E2DA89}"/>
              </a:ext>
            </a:extLst>
          </p:cNvPr>
          <p:cNvSpPr>
            <a:spLocks noGrp="1"/>
          </p:cNvSpPr>
          <p:nvPr>
            <p:ph type="body" sz="quarter" idx="10" hasCustomPrompt="1"/>
          </p:nvPr>
        </p:nvSpPr>
        <p:spPr>
          <a:xfrm>
            <a:off x="1270800" y="4996800"/>
            <a:ext cx="5400000" cy="523220"/>
          </a:xfrm>
          <a:prstGeom prst="rect">
            <a:avLst/>
          </a:prstGeom>
        </p:spPr>
        <p:txBody>
          <a:bodyPr>
            <a:spAutoFit/>
          </a:bodyPr>
          <a:lstStyle>
            <a:lvl1pPr>
              <a:spcAft>
                <a:spcPts val="0"/>
              </a:spcAft>
              <a:defRPr>
                <a:solidFill>
                  <a:schemeClr val="bg1"/>
                </a:solidFill>
              </a:defRPr>
            </a:lvl1pPr>
          </a:lstStyle>
          <a:p>
            <a:r>
              <a:rPr lang="en-US" sz="1400" noProof="0" dirty="0">
                <a:solidFill>
                  <a:schemeClr val="bg1"/>
                </a:solidFill>
                <a:latin typeface="Arial" panose="020B0604020202020204" pitchFamily="34" charset="0"/>
                <a:cs typeface="Arial" panose="020B0604020202020204" pitchFamily="34" charset="0"/>
              </a:rPr>
              <a:t>Subtitle or specification of subject</a:t>
            </a:r>
          </a:p>
          <a:p>
            <a:fld id="{65FA27FA-8BAF-834A-9736-5F1D1A9AA41F}" type="datetime4">
              <a:rPr lang="en-US" sz="1400" noProof="0" smtClean="0">
                <a:solidFill>
                  <a:schemeClr val="bg1"/>
                </a:solidFill>
                <a:latin typeface="Arial" panose="020B0604020202020204" pitchFamily="34" charset="0"/>
                <a:cs typeface="Arial" panose="020B0604020202020204" pitchFamily="34" charset="0"/>
              </a:rPr>
              <a:pPr/>
              <a:t>November 4, 2021</a:t>
            </a:fld>
            <a:endParaRPr lang="en-US" sz="1400" noProof="0" dirty="0">
              <a:solidFill>
                <a:schemeClr val="bg1"/>
              </a:solidFill>
              <a:latin typeface="Arial" panose="020B0604020202020204" pitchFamily="34" charset="0"/>
              <a:cs typeface="Arial" panose="020B0604020202020204" pitchFamily="34" charset="0"/>
            </a:endParaRPr>
          </a:p>
        </p:txBody>
      </p:sp>
      <p:sp>
        <p:nvSpPr>
          <p:cNvPr id="37" name="Titel 1">
            <a:extLst>
              <a:ext uri="{FF2B5EF4-FFF2-40B4-BE49-F238E27FC236}">
                <a16:creationId xmlns:a16="http://schemas.microsoft.com/office/drawing/2014/main" id="{2788C1DE-FE53-4445-BAB0-AE0A1EDF884B}"/>
              </a:ext>
            </a:extLst>
          </p:cNvPr>
          <p:cNvSpPr>
            <a:spLocks noGrp="1"/>
          </p:cNvSpPr>
          <p:nvPr>
            <p:ph type="title" hasCustomPrompt="1"/>
          </p:nvPr>
        </p:nvSpPr>
        <p:spPr>
          <a:xfrm>
            <a:off x="1270800" y="3042000"/>
            <a:ext cx="9360000" cy="1590308"/>
          </a:xfrm>
          <a:prstGeom prst="rect">
            <a:avLst/>
          </a:prstGeom>
        </p:spPr>
        <p:txBody>
          <a:bodyPr lIns="90000" tIns="46800" rIns="90000" bIns="46800"/>
          <a:lstStyle>
            <a:lvl1pPr>
              <a:defRPr>
                <a:solidFill>
                  <a:schemeClr val="bg1"/>
                </a:solidFill>
              </a:defRPr>
            </a:lvl1pPr>
          </a:lstStyle>
          <a:p>
            <a:r>
              <a:rPr lang="en-US" sz="5400" noProof="0" dirty="0">
                <a:solidFill>
                  <a:schemeClr val="bg1"/>
                </a:solidFill>
                <a:latin typeface="Arial" panose="020B0604020202020204" pitchFamily="34" charset="0"/>
                <a:cs typeface="Arial" panose="020B0604020202020204" pitchFamily="34" charset="0"/>
              </a:rPr>
              <a:t>Presentation title</a:t>
            </a:r>
            <a:br>
              <a:rPr lang="en-US" sz="5400" noProof="0" dirty="0">
                <a:solidFill>
                  <a:schemeClr val="bg1"/>
                </a:solidFill>
                <a:latin typeface="Arial" panose="020B0604020202020204" pitchFamily="34" charset="0"/>
                <a:cs typeface="Arial" panose="020B0604020202020204" pitchFamily="34" charset="0"/>
              </a:rPr>
            </a:br>
            <a:r>
              <a:rPr lang="en-US" sz="5400" noProof="0" dirty="0">
                <a:solidFill>
                  <a:schemeClr val="bg1"/>
                </a:solidFill>
                <a:latin typeface="Arial" panose="020B0604020202020204" pitchFamily="34" charset="0"/>
                <a:cs typeface="Arial" panose="020B0604020202020204" pitchFamily="34" charset="0"/>
              </a:rPr>
              <a:t>Arial Regular, 54 </a:t>
            </a:r>
            <a:r>
              <a:rPr lang="en-US" sz="5400" noProof="0" dirty="0" err="1">
                <a:solidFill>
                  <a:schemeClr val="bg1"/>
                </a:solidFill>
                <a:latin typeface="Arial" panose="020B0604020202020204" pitchFamily="34" charset="0"/>
                <a:cs typeface="Arial" panose="020B0604020202020204" pitchFamily="34" charset="0"/>
              </a:rPr>
              <a:t>pt</a:t>
            </a:r>
            <a:endParaRPr lang="en-US" sz="5400" noProof="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5327360"/>
      </p:ext>
    </p:extLst>
  </p:cSld>
  <p:clrMapOvr>
    <a:masterClrMapping/>
  </p:clrMapOvr>
  <p:extLst>
    <p:ext uri="{DCECCB84-F9BA-43D5-87BE-67443E8EF086}">
      <p15:sldGuideLst xmlns:p15="http://schemas.microsoft.com/office/powerpoint/2012/main">
        <p15:guide id="1" pos="3840">
          <p15:clr>
            <a:srgbClr val="FBAE40"/>
          </p15:clr>
        </p15:guide>
        <p15:guide id="2" pos="523">
          <p15:clr>
            <a:srgbClr val="FBAE40"/>
          </p15:clr>
        </p15:guide>
        <p15:guide id="3" pos="869">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40601E0-7893-9F4E-B51C-441B00B1791E}"/>
              </a:ext>
            </a:extLst>
          </p:cNvPr>
          <p:cNvSpPr>
            <a:spLocks noGrp="1"/>
          </p:cNvSpPr>
          <p:nvPr>
            <p:ph type="title" hasCustomPrompt="1"/>
          </p:nvPr>
        </p:nvSpPr>
        <p:spPr>
          <a:xfrm>
            <a:off x="831599" y="2725199"/>
            <a:ext cx="10576799" cy="4132801"/>
          </a:xfrm>
          <a:prstGeom prst="rect">
            <a:avLst/>
          </a:prstGeom>
          <a:solidFill>
            <a:schemeClr val="accent2"/>
          </a:solidFill>
        </p:spPr>
        <p:txBody>
          <a:bodyPr lIns="529200" tIns="360000" rIns="90000" bIns="46800"/>
          <a:lstStyle>
            <a:lvl1pPr marL="0" marR="0" indent="0" algn="l" defTabSz="914400" rtl="0" eaLnBrk="1" fontAlgn="auto" latinLnBrk="0" hangingPunct="1">
              <a:lnSpc>
                <a:spcPct val="90000"/>
              </a:lnSpc>
              <a:spcBef>
                <a:spcPct val="0"/>
              </a:spcBef>
              <a:spcAft>
                <a:spcPts val="0"/>
              </a:spcAft>
              <a:buClrTx/>
              <a:buSzTx/>
              <a:buFontTx/>
              <a:buNone/>
              <a:tabLst/>
              <a:defRPr>
                <a:solidFill>
                  <a:schemeClr val="bg1"/>
                </a:solidFill>
              </a:defRPr>
            </a:lvl1pPr>
          </a:lstStyle>
          <a:p>
            <a:r>
              <a:rPr lang="en-US" dirty="0">
                <a:cs typeface="Arial" panose="020B0604020202020204" pitchFamily="34" charset="0"/>
              </a:rPr>
              <a:t>Presentation title</a:t>
            </a:r>
            <a:br>
              <a:rPr lang="en-US" dirty="0">
                <a:cs typeface="Arial" panose="020B0604020202020204" pitchFamily="34" charset="0"/>
              </a:rPr>
            </a:br>
            <a:r>
              <a:rPr lang="en-US" dirty="0">
                <a:cs typeface="Arial" panose="020B0604020202020204" pitchFamily="34" charset="0"/>
              </a:rPr>
              <a:t>Arial Regular, 54 </a:t>
            </a:r>
            <a:r>
              <a:rPr lang="en-US" dirty="0" err="1">
                <a:cs typeface="Arial" panose="020B0604020202020204" pitchFamily="34" charset="0"/>
              </a:rPr>
              <a:t>pt</a:t>
            </a:r>
            <a:endParaRPr lang="en-US" dirty="0">
              <a:cs typeface="Arial" panose="020B0604020202020204" pitchFamily="34" charset="0"/>
            </a:endParaRPr>
          </a:p>
        </p:txBody>
      </p:sp>
      <p:sp>
        <p:nvSpPr>
          <p:cNvPr id="39" name="Textplatzhalter 1">
            <a:extLst>
              <a:ext uri="{FF2B5EF4-FFF2-40B4-BE49-F238E27FC236}">
                <a16:creationId xmlns:a16="http://schemas.microsoft.com/office/drawing/2014/main" id="{356A218B-D456-2E4D-BF53-09D390E2DA89}"/>
              </a:ext>
            </a:extLst>
          </p:cNvPr>
          <p:cNvSpPr>
            <a:spLocks noGrp="1"/>
          </p:cNvSpPr>
          <p:nvPr>
            <p:ph type="body" sz="quarter" idx="10" hasCustomPrompt="1"/>
          </p:nvPr>
        </p:nvSpPr>
        <p:spPr>
          <a:xfrm>
            <a:off x="1270800" y="4996800"/>
            <a:ext cx="5400000" cy="523220"/>
          </a:xfrm>
          <a:prstGeom prst="rect">
            <a:avLst/>
          </a:prstGeom>
        </p:spPr>
        <p:txBody>
          <a:bodyPr>
            <a:spAutoFit/>
          </a:bodyPr>
          <a:lstStyle>
            <a:lvl1pPr>
              <a:spcAft>
                <a:spcPts val="0"/>
              </a:spcAft>
              <a:defRPr>
                <a:solidFill>
                  <a:schemeClr val="bg1"/>
                </a:solidFill>
              </a:defRPr>
            </a:lvl1pPr>
          </a:lstStyle>
          <a:p>
            <a:r>
              <a:rPr lang="en-US" sz="1400" noProof="0" dirty="0">
                <a:solidFill>
                  <a:schemeClr val="bg1"/>
                </a:solidFill>
                <a:latin typeface="Arial" panose="020B0604020202020204" pitchFamily="34" charset="0"/>
                <a:cs typeface="Arial" panose="020B0604020202020204" pitchFamily="34" charset="0"/>
              </a:rPr>
              <a:t>Subtitle or specification of subject</a:t>
            </a:r>
          </a:p>
          <a:p>
            <a:fld id="{65FA27FA-8BAF-834A-9736-5F1D1A9AA41F}" type="datetime4">
              <a:rPr lang="en-US" sz="1400" noProof="0" smtClean="0">
                <a:solidFill>
                  <a:schemeClr val="bg1"/>
                </a:solidFill>
                <a:latin typeface="Arial" panose="020B0604020202020204" pitchFamily="34" charset="0"/>
                <a:cs typeface="Arial" panose="020B0604020202020204" pitchFamily="34" charset="0"/>
              </a:rPr>
              <a:pPr/>
              <a:t>November 4, 2021</a:t>
            </a:fld>
            <a:endParaRPr lang="en-US" sz="1400" noProof="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70853673"/>
      </p:ext>
    </p:extLst>
  </p:cSld>
  <p:clrMapOvr>
    <a:masterClrMapping/>
  </p:clrMapOvr>
  <p:extLst>
    <p:ext uri="{DCECCB84-F9BA-43D5-87BE-67443E8EF086}">
      <p15:sldGuideLst xmlns:p15="http://schemas.microsoft.com/office/powerpoint/2012/main">
        <p15:guide id="1" pos="3840">
          <p15:clr>
            <a:srgbClr val="FBAE40"/>
          </p15:clr>
        </p15:guide>
        <p15:guide id="2" pos="523">
          <p15:clr>
            <a:srgbClr val="FBAE40"/>
          </p15:clr>
        </p15:guide>
        <p15:guide id="3" pos="869">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3">
    <p:spTree>
      <p:nvGrpSpPr>
        <p:cNvPr id="1" name=""/>
        <p:cNvGrpSpPr/>
        <p:nvPr/>
      </p:nvGrpSpPr>
      <p:grpSpPr>
        <a:xfrm>
          <a:off x="0" y="0"/>
          <a:ext cx="0" cy="0"/>
          <a:chOff x="0" y="0"/>
          <a:chExt cx="0" cy="0"/>
        </a:xfrm>
      </p:grpSpPr>
      <p:sp>
        <p:nvSpPr>
          <p:cNvPr id="11" name="Rechteck 1">
            <a:extLst>
              <a:ext uri="{FF2B5EF4-FFF2-40B4-BE49-F238E27FC236}">
                <a16:creationId xmlns:a16="http://schemas.microsoft.com/office/drawing/2014/main" id="{FB4CB80F-34C1-AB4C-A8E5-7543ACEDA890}"/>
              </a:ext>
            </a:extLst>
          </p:cNvPr>
          <p:cNvSpPr/>
          <p:nvPr userDrawn="1"/>
        </p:nvSpPr>
        <p:spPr>
          <a:xfrm>
            <a:off x="0" y="5776"/>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latin typeface="Arial" panose="020B0604020202020204" pitchFamily="34" charset="0"/>
            </a:endParaRPr>
          </a:p>
        </p:txBody>
      </p:sp>
      <p:sp>
        <p:nvSpPr>
          <p:cNvPr id="32" name="Bildplatzhalter 1">
            <a:extLst>
              <a:ext uri="{FF2B5EF4-FFF2-40B4-BE49-F238E27FC236}">
                <a16:creationId xmlns:a16="http://schemas.microsoft.com/office/drawing/2014/main" id="{9D49BAFE-FF4A-864F-872E-79DF8BB685DA}"/>
              </a:ext>
            </a:extLst>
          </p:cNvPr>
          <p:cNvSpPr>
            <a:spLocks noGrp="1"/>
          </p:cNvSpPr>
          <p:nvPr>
            <p:ph type="pic" sz="quarter" idx="17" hasCustomPrompt="1"/>
          </p:nvPr>
        </p:nvSpPr>
        <p:spPr>
          <a:xfrm>
            <a:off x="4592638" y="457200"/>
            <a:ext cx="7599362" cy="6399212"/>
          </a:xfrm>
          <a:prstGeom prst="rect">
            <a:avLst/>
          </a:prstGeom>
          <a:pattFill prst="ltUpDiag">
            <a:fgClr>
              <a:schemeClr val="accent1"/>
            </a:fgClr>
            <a:bgClr>
              <a:schemeClr val="bg1"/>
            </a:bgClr>
          </a:pattFill>
        </p:spPr>
        <p:txBody>
          <a:bodyPr/>
          <a:lstStyle>
            <a:lvl1pPr marL="0" marR="0" indent="0" algn="l" defTabSz="914400" rtl="0" eaLnBrk="1" fontAlgn="auto" latinLnBrk="0" hangingPunct="1">
              <a:lnSpc>
                <a:spcPct val="100000"/>
              </a:lnSpc>
              <a:spcBef>
                <a:spcPts val="0"/>
              </a:spcBef>
              <a:spcAft>
                <a:spcPts val="2200"/>
              </a:spcAft>
              <a:buClrTx/>
              <a:buSzTx/>
              <a:buFont typeface="Arial" panose="020B0604020202020204" pitchFamily="34" charset="0"/>
              <a:buNone/>
              <a:tabLst/>
              <a:defRPr/>
            </a:lvl1pPr>
          </a:lstStyle>
          <a:p>
            <a:pPr marL="0" marR="0" lvl="0" indent="0" algn="l" defTabSz="914400" rtl="0" eaLnBrk="1" fontAlgn="auto" latinLnBrk="0" hangingPunct="1">
              <a:lnSpc>
                <a:spcPct val="100000"/>
              </a:lnSpc>
              <a:spcBef>
                <a:spcPts val="0"/>
              </a:spcBef>
              <a:spcAft>
                <a:spcPts val="2200"/>
              </a:spcAft>
              <a:buClrTx/>
              <a:buSzTx/>
              <a:buFont typeface="Arial" panose="020B0604020202020204" pitchFamily="34" charset="0"/>
              <a:buNone/>
              <a:tabLst/>
              <a:defRPr/>
            </a:pPr>
            <a:r>
              <a:rPr lang="en-US" noProof="0" dirty="0"/>
              <a:t>Placeholder</a:t>
            </a:r>
          </a:p>
        </p:txBody>
      </p:sp>
      <p:sp>
        <p:nvSpPr>
          <p:cNvPr id="24" name="Textplatzhalter 1">
            <a:extLst>
              <a:ext uri="{FF2B5EF4-FFF2-40B4-BE49-F238E27FC236}">
                <a16:creationId xmlns:a16="http://schemas.microsoft.com/office/drawing/2014/main" id="{9A72939E-4C1A-2A49-B8FD-765E64173B26}"/>
              </a:ext>
            </a:extLst>
          </p:cNvPr>
          <p:cNvSpPr>
            <a:spLocks noGrp="1"/>
          </p:cNvSpPr>
          <p:nvPr>
            <p:ph type="body" sz="quarter" idx="10" hasCustomPrompt="1"/>
          </p:nvPr>
        </p:nvSpPr>
        <p:spPr>
          <a:xfrm>
            <a:off x="741600" y="4064400"/>
            <a:ext cx="5400000" cy="523220"/>
          </a:xfrm>
          <a:prstGeom prst="rect">
            <a:avLst/>
          </a:prstGeom>
        </p:spPr>
        <p:txBody>
          <a:bodyPr lIns="90000">
            <a:spAutoFit/>
          </a:bodyPr>
          <a:lstStyle>
            <a:lvl1pPr>
              <a:spcAft>
                <a:spcPts val="0"/>
              </a:spcAft>
              <a:defRPr>
                <a:solidFill>
                  <a:schemeClr val="bg1"/>
                </a:solidFill>
              </a:defRPr>
            </a:lvl1pPr>
          </a:lstStyle>
          <a:p>
            <a:r>
              <a:rPr lang="en-US" sz="1400" noProof="0" dirty="0">
                <a:solidFill>
                  <a:schemeClr val="bg1"/>
                </a:solidFill>
                <a:latin typeface="Arial" panose="020B0604020202020204" pitchFamily="34" charset="0"/>
                <a:cs typeface="Arial" panose="020B0604020202020204" pitchFamily="34" charset="0"/>
              </a:rPr>
              <a:t>Subtitle or specification of subject</a:t>
            </a:r>
          </a:p>
          <a:p>
            <a:fld id="{65FA27FA-8BAF-834A-9736-5F1D1A9AA41F}" type="datetime4">
              <a:rPr lang="en-US" sz="1400" noProof="0" smtClean="0">
                <a:solidFill>
                  <a:schemeClr val="bg1"/>
                </a:solidFill>
                <a:latin typeface="Arial" panose="020B0604020202020204" pitchFamily="34" charset="0"/>
                <a:cs typeface="Arial" panose="020B0604020202020204" pitchFamily="34" charset="0"/>
              </a:rPr>
              <a:pPr/>
              <a:t>November 4, 2021</a:t>
            </a:fld>
            <a:endParaRPr lang="en-US" sz="1400" noProof="0" dirty="0">
              <a:solidFill>
                <a:schemeClr val="bg1"/>
              </a:solidFill>
              <a:latin typeface="Arial" panose="020B0604020202020204" pitchFamily="34" charset="0"/>
              <a:cs typeface="Arial" panose="020B0604020202020204" pitchFamily="34" charset="0"/>
            </a:endParaRPr>
          </a:p>
        </p:txBody>
      </p:sp>
      <p:sp>
        <p:nvSpPr>
          <p:cNvPr id="23" name="Titel 1">
            <a:extLst>
              <a:ext uri="{FF2B5EF4-FFF2-40B4-BE49-F238E27FC236}">
                <a16:creationId xmlns:a16="http://schemas.microsoft.com/office/drawing/2014/main" id="{2EDA41EE-9D90-E34B-8B92-2847EBECD66C}"/>
              </a:ext>
            </a:extLst>
          </p:cNvPr>
          <p:cNvSpPr>
            <a:spLocks noGrp="1"/>
          </p:cNvSpPr>
          <p:nvPr>
            <p:ph type="title" hasCustomPrompt="1"/>
          </p:nvPr>
        </p:nvSpPr>
        <p:spPr>
          <a:xfrm>
            <a:off x="741600" y="2109600"/>
            <a:ext cx="6480000" cy="1590308"/>
          </a:xfrm>
          <a:prstGeom prst="rect">
            <a:avLst/>
          </a:prstGeom>
        </p:spPr>
        <p:txBody>
          <a:bodyPr lIns="90000" tIns="46800" rIns="90000" bIns="46800"/>
          <a:lstStyle>
            <a:lvl1pPr>
              <a:defRPr>
                <a:solidFill>
                  <a:schemeClr val="bg1"/>
                </a:solidFill>
              </a:defRPr>
            </a:lvl1pPr>
          </a:lstStyle>
          <a:p>
            <a:r>
              <a:rPr lang="en-US" sz="5400" noProof="0" dirty="0">
                <a:solidFill>
                  <a:schemeClr val="bg1"/>
                </a:solidFill>
                <a:latin typeface="Arial" panose="020B0604020202020204" pitchFamily="34" charset="0"/>
                <a:cs typeface="Arial" panose="020B0604020202020204" pitchFamily="34" charset="0"/>
              </a:rPr>
              <a:t>Presentation title</a:t>
            </a:r>
            <a:br>
              <a:rPr lang="en-US" sz="5400" noProof="0" dirty="0">
                <a:solidFill>
                  <a:schemeClr val="bg1"/>
                </a:solidFill>
                <a:latin typeface="Arial" panose="020B0604020202020204" pitchFamily="34" charset="0"/>
                <a:cs typeface="Arial" panose="020B0604020202020204" pitchFamily="34" charset="0"/>
              </a:rPr>
            </a:br>
            <a:r>
              <a:rPr lang="en-US" sz="5400" noProof="0" dirty="0">
                <a:solidFill>
                  <a:schemeClr val="bg1"/>
                </a:solidFill>
                <a:latin typeface="Arial" panose="020B0604020202020204" pitchFamily="34" charset="0"/>
                <a:cs typeface="Arial" panose="020B0604020202020204" pitchFamily="34" charset="0"/>
              </a:rPr>
              <a:t>Arial Regular, 54 </a:t>
            </a:r>
            <a:r>
              <a:rPr lang="en-US" sz="5400" noProof="0" dirty="0" err="1">
                <a:solidFill>
                  <a:schemeClr val="bg1"/>
                </a:solidFill>
                <a:latin typeface="Arial" panose="020B0604020202020204" pitchFamily="34" charset="0"/>
                <a:cs typeface="Arial" panose="020B0604020202020204" pitchFamily="34" charset="0"/>
              </a:rPr>
              <a:t>pt</a:t>
            </a:r>
            <a:endParaRPr lang="en-US" sz="5400" noProof="0" dirty="0">
              <a:solidFill>
                <a:schemeClr val="bg1"/>
              </a:solidFill>
              <a:latin typeface="Arial" panose="020B0604020202020204" pitchFamily="34" charset="0"/>
              <a:cs typeface="Arial" panose="020B0604020202020204" pitchFamily="34" charset="0"/>
            </a:endParaRPr>
          </a:p>
        </p:txBody>
      </p:sp>
      <p:pic>
        <p:nvPicPr>
          <p:cNvPr id="7" name="Logo WR">
            <a:extLst>
              <a:ext uri="{FF2B5EF4-FFF2-40B4-BE49-F238E27FC236}">
                <a16:creationId xmlns:a16="http://schemas.microsoft.com/office/drawing/2014/main" id="{FD612993-EA79-0E4D-9AD6-0A93EC6B9BD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32029" y="459149"/>
            <a:ext cx="2060749" cy="698760"/>
          </a:xfrm>
          <a:prstGeom prst="rect">
            <a:avLst/>
          </a:prstGeom>
        </p:spPr>
      </p:pic>
    </p:spTree>
    <p:extLst>
      <p:ext uri="{BB962C8B-B14F-4D97-AF65-F5344CB8AC3E}">
        <p14:creationId xmlns:p14="http://schemas.microsoft.com/office/powerpoint/2010/main" val="38946631"/>
      </p:ext>
    </p:extLst>
  </p:cSld>
  <p:clrMapOvr>
    <a:masterClrMapping/>
  </p:clrMapOvr>
  <p:extLst>
    <p:ext uri="{DCECCB84-F9BA-43D5-87BE-67443E8EF086}">
      <p15:sldGuideLst xmlns:p15="http://schemas.microsoft.com/office/powerpoint/2012/main">
        <p15:guide id="1" pos="3840">
          <p15:clr>
            <a:srgbClr val="FBAE40"/>
          </p15:clr>
        </p15:guide>
        <p15:guide id="2" pos="523">
          <p15:clr>
            <a:srgbClr val="FBAE40"/>
          </p15:clr>
        </p15:guide>
        <p15:guide id="3" pos="869">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lide #4">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3AA3B1A7-AEA9-B34D-A071-A2CE9B3A7C33}"/>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latin typeface="Arial" panose="020B0604020202020204" pitchFamily="34" charset="0"/>
            </a:endParaRPr>
          </a:p>
        </p:txBody>
      </p:sp>
      <p:sp>
        <p:nvSpPr>
          <p:cNvPr id="36" name="Bildplatzhalter 35">
            <a:extLst>
              <a:ext uri="{FF2B5EF4-FFF2-40B4-BE49-F238E27FC236}">
                <a16:creationId xmlns:a16="http://schemas.microsoft.com/office/drawing/2014/main" id="{CD74E278-1F78-2647-B2E9-96E68DCBBAF2}"/>
              </a:ext>
            </a:extLst>
          </p:cNvPr>
          <p:cNvSpPr>
            <a:spLocks noGrp="1"/>
          </p:cNvSpPr>
          <p:nvPr>
            <p:ph type="pic" sz="quarter" idx="18" hasCustomPrompt="1"/>
          </p:nvPr>
        </p:nvSpPr>
        <p:spPr>
          <a:xfrm>
            <a:off x="5763600" y="630000"/>
            <a:ext cx="6429600" cy="6228000"/>
          </a:xfrm>
          <a:prstGeom prst="rect">
            <a:avLst/>
          </a:prstGeom>
          <a:pattFill prst="ltUpDiag">
            <a:fgClr>
              <a:schemeClr val="accent1"/>
            </a:fgClr>
            <a:bgClr>
              <a:schemeClr val="bg1"/>
            </a:bgClr>
          </a:pattFill>
        </p:spPr>
        <p:txBody>
          <a:bodyPr/>
          <a:lstStyle/>
          <a:p>
            <a:r>
              <a:rPr lang="en-US" noProof="0" dirty="0"/>
              <a:t>Placeholder</a:t>
            </a:r>
          </a:p>
        </p:txBody>
      </p:sp>
      <p:pic>
        <p:nvPicPr>
          <p:cNvPr id="11" name="Grafik 10">
            <a:extLst>
              <a:ext uri="{FF2B5EF4-FFF2-40B4-BE49-F238E27FC236}">
                <a16:creationId xmlns:a16="http://schemas.microsoft.com/office/drawing/2014/main" id="{7C453A86-8CA5-5847-820D-156EF03D05E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32029" y="459149"/>
            <a:ext cx="2060749" cy="698760"/>
          </a:xfrm>
          <a:prstGeom prst="rect">
            <a:avLst/>
          </a:prstGeom>
        </p:spPr>
      </p:pic>
      <p:sp>
        <p:nvSpPr>
          <p:cNvPr id="31" name="Textplatzhalter 38">
            <a:extLst>
              <a:ext uri="{FF2B5EF4-FFF2-40B4-BE49-F238E27FC236}">
                <a16:creationId xmlns:a16="http://schemas.microsoft.com/office/drawing/2014/main" id="{8520A916-33E0-9542-93A5-FD88CD73DF47}"/>
              </a:ext>
            </a:extLst>
          </p:cNvPr>
          <p:cNvSpPr>
            <a:spLocks noGrp="1"/>
          </p:cNvSpPr>
          <p:nvPr>
            <p:ph type="body" sz="quarter" idx="10" hasCustomPrompt="1"/>
          </p:nvPr>
        </p:nvSpPr>
        <p:spPr>
          <a:xfrm>
            <a:off x="741027" y="4457483"/>
            <a:ext cx="4679999" cy="523220"/>
          </a:xfrm>
          <a:prstGeom prst="rect">
            <a:avLst/>
          </a:prstGeom>
        </p:spPr>
        <p:txBody>
          <a:bodyPr wrap="square">
            <a:spAutoFit/>
          </a:bodyPr>
          <a:lstStyle>
            <a:lvl1pPr>
              <a:spcAft>
                <a:spcPts val="0"/>
              </a:spcAft>
              <a:defRPr>
                <a:solidFill>
                  <a:schemeClr val="bg1"/>
                </a:solidFill>
              </a:defRPr>
            </a:lvl1pPr>
          </a:lstStyle>
          <a:p>
            <a:r>
              <a:rPr lang="en-US" sz="1400" noProof="0" dirty="0">
                <a:solidFill>
                  <a:schemeClr val="bg1"/>
                </a:solidFill>
                <a:latin typeface="Arial" panose="020B0604020202020204" pitchFamily="34" charset="0"/>
                <a:cs typeface="Arial" panose="020B0604020202020204" pitchFamily="34" charset="0"/>
              </a:rPr>
              <a:t>Subtitle or specification of subject</a:t>
            </a:r>
          </a:p>
          <a:p>
            <a:fld id="{65FA27FA-8BAF-834A-9736-5F1D1A9AA41F}" type="datetime4">
              <a:rPr lang="en-US" sz="1400" noProof="0" smtClean="0">
                <a:solidFill>
                  <a:schemeClr val="bg1"/>
                </a:solidFill>
                <a:latin typeface="Arial" panose="020B0604020202020204" pitchFamily="34" charset="0"/>
                <a:cs typeface="Arial" panose="020B0604020202020204" pitchFamily="34" charset="0"/>
              </a:rPr>
              <a:pPr/>
              <a:t>November 4, 2021</a:t>
            </a:fld>
            <a:endParaRPr lang="en-US" sz="1400" noProof="0" dirty="0">
              <a:solidFill>
                <a:schemeClr val="bg1"/>
              </a:solidFill>
              <a:latin typeface="Arial" panose="020B0604020202020204" pitchFamily="34" charset="0"/>
              <a:cs typeface="Arial" panose="020B0604020202020204" pitchFamily="34" charset="0"/>
            </a:endParaRPr>
          </a:p>
        </p:txBody>
      </p:sp>
      <p:sp>
        <p:nvSpPr>
          <p:cNvPr id="33" name="Textplatzhalter 31">
            <a:extLst>
              <a:ext uri="{FF2B5EF4-FFF2-40B4-BE49-F238E27FC236}">
                <a16:creationId xmlns:a16="http://schemas.microsoft.com/office/drawing/2014/main" id="{5C55BD8A-F13E-1944-BBF8-62D7858C8B28}"/>
              </a:ext>
            </a:extLst>
          </p:cNvPr>
          <p:cNvSpPr>
            <a:spLocks noGrp="1"/>
          </p:cNvSpPr>
          <p:nvPr>
            <p:ph type="body" sz="quarter" idx="17" hasCustomPrompt="1"/>
          </p:nvPr>
        </p:nvSpPr>
        <p:spPr>
          <a:xfrm>
            <a:off x="741026" y="2320953"/>
            <a:ext cx="4680000" cy="1938992"/>
          </a:xfrm>
          <a:prstGeom prst="rect">
            <a:avLst/>
          </a:prstGeom>
        </p:spPr>
        <p:txBody>
          <a:bodyPr>
            <a:spAutoFit/>
          </a:bodyPr>
          <a:lstStyle>
            <a:lvl1pPr>
              <a:defRPr sz="4000">
                <a:solidFill>
                  <a:schemeClr val="bg1"/>
                </a:solidFill>
              </a:defRPr>
            </a:lvl1pPr>
          </a:lstStyle>
          <a:p>
            <a:pPr lvl="0"/>
            <a:r>
              <a:rPr lang="en-US" noProof="0" dirty="0"/>
              <a:t>Presentation title longer text Arial Regular, 40 </a:t>
            </a:r>
            <a:r>
              <a:rPr lang="en-US" noProof="0" dirty="0" err="1"/>
              <a:t>pt</a:t>
            </a:r>
            <a:endParaRPr lang="en-US" noProof="0" dirty="0"/>
          </a:p>
        </p:txBody>
      </p:sp>
    </p:spTree>
    <p:extLst>
      <p:ext uri="{BB962C8B-B14F-4D97-AF65-F5344CB8AC3E}">
        <p14:creationId xmlns:p14="http://schemas.microsoft.com/office/powerpoint/2010/main" val="2179898275"/>
      </p:ext>
    </p:extLst>
  </p:cSld>
  <p:clrMapOvr>
    <a:masterClrMapping/>
  </p:clrMapOvr>
  <p:extLst>
    <p:ext uri="{DCECCB84-F9BA-43D5-87BE-67443E8EF086}">
      <p15:sldGuideLst xmlns:p15="http://schemas.microsoft.com/office/powerpoint/2012/main">
        <p15:guide id="1" pos="3840">
          <p15:clr>
            <a:srgbClr val="FBAE40"/>
          </p15:clr>
        </p15:guide>
        <p15:guide id="2" pos="869">
          <p15:clr>
            <a:srgbClr val="FBAE40"/>
          </p15:clr>
        </p15:guide>
        <p15:guide id="4" pos="523">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lide #5">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3AA3B1A7-AEA9-B34D-A071-A2CE9B3A7C33}"/>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latin typeface="Arial" panose="020B0604020202020204" pitchFamily="34" charset="0"/>
            </a:endParaRPr>
          </a:p>
        </p:txBody>
      </p:sp>
      <p:sp>
        <p:nvSpPr>
          <p:cNvPr id="9" name="Rechteck 8">
            <a:extLst>
              <a:ext uri="{FF2B5EF4-FFF2-40B4-BE49-F238E27FC236}">
                <a16:creationId xmlns:a16="http://schemas.microsoft.com/office/drawing/2014/main" id="{C63CB717-39C0-1D41-AE00-553BCD38CB20}"/>
              </a:ext>
            </a:extLst>
          </p:cNvPr>
          <p:cNvSpPr/>
          <p:nvPr userDrawn="1"/>
        </p:nvSpPr>
        <p:spPr>
          <a:xfrm>
            <a:off x="4426227" y="0"/>
            <a:ext cx="7765773" cy="634779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latin typeface="Arial" panose="020B0604020202020204" pitchFamily="34" charset="0"/>
            </a:endParaRPr>
          </a:p>
        </p:txBody>
      </p:sp>
      <p:pic>
        <p:nvPicPr>
          <p:cNvPr id="14" name="Grafik 13">
            <a:extLst>
              <a:ext uri="{FF2B5EF4-FFF2-40B4-BE49-F238E27FC236}">
                <a16:creationId xmlns:a16="http://schemas.microsoft.com/office/drawing/2014/main" id="{76EEC924-10C4-7242-8BC3-61C6D9AE4B0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32029" y="5648045"/>
            <a:ext cx="2060749" cy="698760"/>
          </a:xfrm>
          <a:prstGeom prst="rect">
            <a:avLst/>
          </a:prstGeom>
        </p:spPr>
      </p:pic>
      <p:sp>
        <p:nvSpPr>
          <p:cNvPr id="27" name="Textplatzhalter 31">
            <a:extLst>
              <a:ext uri="{FF2B5EF4-FFF2-40B4-BE49-F238E27FC236}">
                <a16:creationId xmlns:a16="http://schemas.microsoft.com/office/drawing/2014/main" id="{6EFCBD50-4D26-1144-AFDC-4E85A23984AC}"/>
              </a:ext>
            </a:extLst>
          </p:cNvPr>
          <p:cNvSpPr>
            <a:spLocks noGrp="1"/>
          </p:cNvSpPr>
          <p:nvPr>
            <p:ph type="body" sz="quarter" idx="17" hasCustomPrompt="1"/>
          </p:nvPr>
        </p:nvSpPr>
        <p:spPr>
          <a:xfrm>
            <a:off x="4851662" y="2386800"/>
            <a:ext cx="6840000" cy="1938992"/>
          </a:xfrm>
          <a:prstGeom prst="rect">
            <a:avLst/>
          </a:prstGeom>
        </p:spPr>
        <p:txBody>
          <a:bodyPr>
            <a:spAutoFit/>
          </a:bodyPr>
          <a:lstStyle>
            <a:lvl1pPr>
              <a:defRPr sz="4000">
                <a:solidFill>
                  <a:schemeClr val="bg1"/>
                </a:solidFill>
              </a:defRPr>
            </a:lvl1pPr>
          </a:lstStyle>
          <a:p>
            <a:pPr lvl="0"/>
            <a:r>
              <a:rPr lang="en-US" noProof="0" dirty="0"/>
              <a:t>Presentation title for longer headlines in font style Arial Regular, 40 </a:t>
            </a:r>
            <a:r>
              <a:rPr lang="en-US" noProof="0" dirty="0" err="1"/>
              <a:t>pt</a:t>
            </a:r>
            <a:endParaRPr lang="en-US" noProof="0" dirty="0"/>
          </a:p>
        </p:txBody>
      </p:sp>
      <p:sp>
        <p:nvSpPr>
          <p:cNvPr id="28" name="Textplatzhalter 38">
            <a:extLst>
              <a:ext uri="{FF2B5EF4-FFF2-40B4-BE49-F238E27FC236}">
                <a16:creationId xmlns:a16="http://schemas.microsoft.com/office/drawing/2014/main" id="{C8733A41-3995-2748-BD23-16465CCA5BDC}"/>
              </a:ext>
            </a:extLst>
          </p:cNvPr>
          <p:cNvSpPr>
            <a:spLocks noGrp="1"/>
          </p:cNvSpPr>
          <p:nvPr>
            <p:ph type="body" sz="quarter" idx="10" hasCustomPrompt="1"/>
          </p:nvPr>
        </p:nvSpPr>
        <p:spPr>
          <a:xfrm>
            <a:off x="4851662" y="4504681"/>
            <a:ext cx="5400000" cy="523220"/>
          </a:xfrm>
          <a:prstGeom prst="rect">
            <a:avLst/>
          </a:prstGeom>
        </p:spPr>
        <p:txBody>
          <a:bodyPr wrap="square">
            <a:spAutoFit/>
          </a:bodyPr>
          <a:lstStyle>
            <a:lvl1pPr>
              <a:spcAft>
                <a:spcPts val="0"/>
              </a:spcAft>
              <a:defRPr>
                <a:solidFill>
                  <a:schemeClr val="bg1"/>
                </a:solidFill>
              </a:defRPr>
            </a:lvl1pPr>
          </a:lstStyle>
          <a:p>
            <a:r>
              <a:rPr lang="en-US" sz="1400" noProof="0" dirty="0">
                <a:solidFill>
                  <a:schemeClr val="bg1"/>
                </a:solidFill>
                <a:latin typeface="Arial" panose="020B0604020202020204" pitchFamily="34" charset="0"/>
                <a:cs typeface="Arial" panose="020B0604020202020204" pitchFamily="34" charset="0"/>
              </a:rPr>
              <a:t>Subtitle or specification of subject</a:t>
            </a:r>
          </a:p>
          <a:p>
            <a:fld id="{65FA27FA-8BAF-834A-9736-5F1D1A9AA41F}" type="datetime4">
              <a:rPr lang="en-US" sz="1400" noProof="0" smtClean="0">
                <a:solidFill>
                  <a:schemeClr val="bg1"/>
                </a:solidFill>
                <a:latin typeface="Arial" panose="020B0604020202020204" pitchFamily="34" charset="0"/>
                <a:cs typeface="Arial" panose="020B0604020202020204" pitchFamily="34" charset="0"/>
              </a:rPr>
              <a:pPr/>
              <a:t>November 4, 2021</a:t>
            </a:fld>
            <a:endParaRPr lang="en-US" sz="1400" noProof="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73678600"/>
      </p:ext>
    </p:extLst>
  </p:cSld>
  <p:clrMapOvr>
    <a:masterClrMapping/>
  </p:clrMapOvr>
  <p:extLst>
    <p:ext uri="{DCECCB84-F9BA-43D5-87BE-67443E8EF086}">
      <p15:sldGuideLst xmlns:p15="http://schemas.microsoft.com/office/powerpoint/2012/main">
        <p15:guide id="1" pos="3840">
          <p15:clr>
            <a:srgbClr val="FBAE40"/>
          </p15:clr>
        </p15:guide>
        <p15:guide id="2" pos="869">
          <p15:clr>
            <a:srgbClr val="FBAE40"/>
          </p15:clr>
        </p15:guide>
        <p15:guide id="4" pos="523">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genda slide #1">
    <p:spTree>
      <p:nvGrpSpPr>
        <p:cNvPr id="1" name=""/>
        <p:cNvGrpSpPr/>
        <p:nvPr/>
      </p:nvGrpSpPr>
      <p:grpSpPr>
        <a:xfrm>
          <a:off x="0" y="0"/>
          <a:ext cx="0" cy="0"/>
          <a:chOff x="0" y="0"/>
          <a:chExt cx="0" cy="0"/>
        </a:xfrm>
      </p:grpSpPr>
      <p:sp>
        <p:nvSpPr>
          <p:cNvPr id="11" name="Rechteck 10">
            <a:extLst>
              <a:ext uri="{FF2B5EF4-FFF2-40B4-BE49-F238E27FC236}">
                <a16:creationId xmlns:a16="http://schemas.microsoft.com/office/drawing/2014/main" id="{272B5876-6884-F248-9219-C942C0A16EAD}"/>
              </a:ext>
            </a:extLst>
          </p:cNvPr>
          <p:cNvSpPr/>
          <p:nvPr userDrawn="1"/>
        </p:nvSpPr>
        <p:spPr>
          <a:xfrm>
            <a:off x="832028" y="0"/>
            <a:ext cx="10578093" cy="520262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noProof="0">
              <a:latin typeface="Arial" panose="020B0604020202020204" pitchFamily="34" charset="0"/>
            </a:endParaRPr>
          </a:p>
        </p:txBody>
      </p:sp>
      <p:pic>
        <p:nvPicPr>
          <p:cNvPr id="15" name="Grafik 14">
            <a:extLst>
              <a:ext uri="{FF2B5EF4-FFF2-40B4-BE49-F238E27FC236}">
                <a16:creationId xmlns:a16="http://schemas.microsoft.com/office/drawing/2014/main" id="{575907EB-5D3E-1141-936D-CF4541CC42B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878134" y="6191238"/>
            <a:ext cx="1531988" cy="117365"/>
          </a:xfrm>
          <a:prstGeom prst="rect">
            <a:avLst/>
          </a:prstGeom>
        </p:spPr>
      </p:pic>
      <p:sp>
        <p:nvSpPr>
          <p:cNvPr id="20" name="Textplatzhalter 4">
            <a:extLst>
              <a:ext uri="{FF2B5EF4-FFF2-40B4-BE49-F238E27FC236}">
                <a16:creationId xmlns:a16="http://schemas.microsoft.com/office/drawing/2014/main" id="{905C31DF-0932-0547-B552-3EF3A7AC4A1A}"/>
              </a:ext>
            </a:extLst>
          </p:cNvPr>
          <p:cNvSpPr>
            <a:spLocks noGrp="1"/>
          </p:cNvSpPr>
          <p:nvPr>
            <p:ph type="body" sz="quarter" idx="10" hasCustomPrompt="1"/>
          </p:nvPr>
        </p:nvSpPr>
        <p:spPr>
          <a:xfrm>
            <a:off x="1306800" y="1209600"/>
            <a:ext cx="3600000" cy="584775"/>
          </a:xfrm>
          <a:prstGeom prst="rect">
            <a:avLst/>
          </a:prstGeom>
        </p:spPr>
        <p:txBody>
          <a:bodyPr lIns="90000" rIns="90000">
            <a:spAutoFit/>
          </a:bodyPr>
          <a:lstStyle>
            <a:lvl1pPr>
              <a:spcAft>
                <a:spcPts val="0"/>
              </a:spcAft>
              <a:defRPr sz="3200">
                <a:solidFill>
                  <a:schemeClr val="bg1"/>
                </a:solidFill>
              </a:defRPr>
            </a:lvl1pPr>
          </a:lstStyle>
          <a:p>
            <a:pPr lvl="0"/>
            <a:r>
              <a:rPr lang="en-US" noProof="0"/>
              <a:t>Agenda</a:t>
            </a:r>
          </a:p>
        </p:txBody>
      </p:sp>
      <p:sp>
        <p:nvSpPr>
          <p:cNvPr id="21" name="Textplatzhalter 4">
            <a:extLst>
              <a:ext uri="{FF2B5EF4-FFF2-40B4-BE49-F238E27FC236}">
                <a16:creationId xmlns:a16="http://schemas.microsoft.com/office/drawing/2014/main" id="{D8315971-DE7B-8B44-97DB-9DDF8D753DFB}"/>
              </a:ext>
            </a:extLst>
          </p:cNvPr>
          <p:cNvSpPr>
            <a:spLocks noGrp="1"/>
          </p:cNvSpPr>
          <p:nvPr>
            <p:ph type="body" sz="quarter" idx="11" hasCustomPrompt="1"/>
          </p:nvPr>
        </p:nvSpPr>
        <p:spPr>
          <a:xfrm>
            <a:off x="1306800" y="2196000"/>
            <a:ext cx="3600000" cy="1836400"/>
          </a:xfrm>
          <a:prstGeom prst="rect">
            <a:avLst/>
          </a:prstGeom>
        </p:spPr>
        <p:txBody>
          <a:bodyPr lIns="90000" rIns="90000">
            <a:spAutoFit/>
          </a:bodyPr>
          <a:lstStyle>
            <a:lvl1pPr marL="230400" indent="-230400">
              <a:spcBef>
                <a:spcPts val="1000"/>
              </a:spcBef>
              <a:spcAft>
                <a:spcPts val="0"/>
              </a:spcAft>
              <a:buFont typeface="+mj-lt"/>
              <a:buAutoNum type="arabicPeriod"/>
              <a:defRPr sz="1600">
                <a:solidFill>
                  <a:schemeClr val="bg1"/>
                </a:solidFill>
              </a:defRPr>
            </a:lvl1pPr>
          </a:lstStyle>
          <a:p>
            <a:pPr lvl="0"/>
            <a:r>
              <a:rPr lang="en-US" noProof="0"/>
              <a:t>First chapter</a:t>
            </a:r>
          </a:p>
          <a:p>
            <a:pPr lvl="0"/>
            <a:r>
              <a:rPr lang="en-US" noProof="0"/>
              <a:t>Second chapter</a:t>
            </a:r>
          </a:p>
          <a:p>
            <a:pPr lvl="0"/>
            <a:r>
              <a:rPr lang="en-US" noProof="0"/>
              <a:t>Third chapter</a:t>
            </a:r>
          </a:p>
          <a:p>
            <a:pPr lvl="0"/>
            <a:r>
              <a:rPr lang="en-US" noProof="0"/>
              <a:t>Fourth chapter</a:t>
            </a:r>
          </a:p>
          <a:p>
            <a:pPr lvl="0"/>
            <a:r>
              <a:rPr lang="en-US" noProof="0"/>
              <a:t>Fifth chapter</a:t>
            </a:r>
          </a:p>
        </p:txBody>
      </p:sp>
    </p:spTree>
    <p:extLst>
      <p:ext uri="{BB962C8B-B14F-4D97-AF65-F5344CB8AC3E}">
        <p14:creationId xmlns:p14="http://schemas.microsoft.com/office/powerpoint/2010/main" val="1019116600"/>
      </p:ext>
    </p:extLst>
  </p:cSld>
  <p:clrMapOvr>
    <a:masterClrMapping/>
  </p:clrMapOvr>
  <p:extLst>
    <p:ext uri="{DCECCB84-F9BA-43D5-87BE-67443E8EF086}">
      <p15:sldGuideLst xmlns:p15="http://schemas.microsoft.com/office/powerpoint/2012/main">
        <p15:guide id="1" pos="3840">
          <p15:clr>
            <a:srgbClr val="FBAE40"/>
          </p15:clr>
        </p15:guide>
        <p15:guide id="2" pos="523">
          <p15:clr>
            <a:srgbClr val="FBAE40"/>
          </p15:clr>
        </p15:guide>
        <p15:guide id="3" pos="869">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genda slide #2">
    <p:spTree>
      <p:nvGrpSpPr>
        <p:cNvPr id="1" name=""/>
        <p:cNvGrpSpPr/>
        <p:nvPr/>
      </p:nvGrpSpPr>
      <p:grpSpPr>
        <a:xfrm>
          <a:off x="0" y="0"/>
          <a:ext cx="0" cy="0"/>
          <a:chOff x="0" y="0"/>
          <a:chExt cx="0" cy="0"/>
        </a:xfrm>
      </p:grpSpPr>
      <p:sp>
        <p:nvSpPr>
          <p:cNvPr id="11" name="Rechteck 10">
            <a:extLst>
              <a:ext uri="{FF2B5EF4-FFF2-40B4-BE49-F238E27FC236}">
                <a16:creationId xmlns:a16="http://schemas.microsoft.com/office/drawing/2014/main" id="{272B5876-6884-F248-9219-C942C0A16EAD}"/>
              </a:ext>
            </a:extLst>
          </p:cNvPr>
          <p:cNvSpPr/>
          <p:nvPr userDrawn="1"/>
        </p:nvSpPr>
        <p:spPr>
          <a:xfrm>
            <a:off x="832028" y="0"/>
            <a:ext cx="10578093" cy="520262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noProof="0">
              <a:latin typeface="Arial" panose="020B0604020202020204" pitchFamily="34" charset="0"/>
            </a:endParaRPr>
          </a:p>
        </p:txBody>
      </p:sp>
      <p:pic>
        <p:nvPicPr>
          <p:cNvPr id="15" name="Grafik 14">
            <a:extLst>
              <a:ext uri="{FF2B5EF4-FFF2-40B4-BE49-F238E27FC236}">
                <a16:creationId xmlns:a16="http://schemas.microsoft.com/office/drawing/2014/main" id="{575907EB-5D3E-1141-936D-CF4541CC42B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878134" y="6191238"/>
            <a:ext cx="1531988" cy="117365"/>
          </a:xfrm>
          <a:prstGeom prst="rect">
            <a:avLst/>
          </a:prstGeom>
        </p:spPr>
      </p:pic>
      <p:sp>
        <p:nvSpPr>
          <p:cNvPr id="20" name="Textplatzhalter 4">
            <a:extLst>
              <a:ext uri="{FF2B5EF4-FFF2-40B4-BE49-F238E27FC236}">
                <a16:creationId xmlns:a16="http://schemas.microsoft.com/office/drawing/2014/main" id="{905C31DF-0932-0547-B552-3EF3A7AC4A1A}"/>
              </a:ext>
            </a:extLst>
          </p:cNvPr>
          <p:cNvSpPr>
            <a:spLocks noGrp="1"/>
          </p:cNvSpPr>
          <p:nvPr>
            <p:ph type="body" sz="quarter" idx="10" hasCustomPrompt="1"/>
          </p:nvPr>
        </p:nvSpPr>
        <p:spPr>
          <a:xfrm>
            <a:off x="1306800" y="1209600"/>
            <a:ext cx="3600000" cy="584775"/>
          </a:xfrm>
          <a:prstGeom prst="rect">
            <a:avLst/>
          </a:prstGeom>
        </p:spPr>
        <p:txBody>
          <a:bodyPr lIns="90000" rIns="90000">
            <a:spAutoFit/>
          </a:bodyPr>
          <a:lstStyle>
            <a:lvl1pPr>
              <a:spcAft>
                <a:spcPts val="0"/>
              </a:spcAft>
              <a:defRPr sz="3200">
                <a:solidFill>
                  <a:schemeClr val="bg1"/>
                </a:solidFill>
              </a:defRPr>
            </a:lvl1pPr>
          </a:lstStyle>
          <a:p>
            <a:pPr lvl="0"/>
            <a:r>
              <a:rPr lang="en-US" noProof="0"/>
              <a:t>Agenda</a:t>
            </a:r>
          </a:p>
        </p:txBody>
      </p:sp>
      <p:sp>
        <p:nvSpPr>
          <p:cNvPr id="21" name="Textplatzhalter 4">
            <a:extLst>
              <a:ext uri="{FF2B5EF4-FFF2-40B4-BE49-F238E27FC236}">
                <a16:creationId xmlns:a16="http://schemas.microsoft.com/office/drawing/2014/main" id="{D8315971-DE7B-8B44-97DB-9DDF8D753DFB}"/>
              </a:ext>
            </a:extLst>
          </p:cNvPr>
          <p:cNvSpPr>
            <a:spLocks noGrp="1"/>
          </p:cNvSpPr>
          <p:nvPr>
            <p:ph type="body" sz="quarter" idx="11" hasCustomPrompt="1"/>
          </p:nvPr>
        </p:nvSpPr>
        <p:spPr>
          <a:xfrm>
            <a:off x="1306800" y="2196000"/>
            <a:ext cx="3600000" cy="1836400"/>
          </a:xfrm>
          <a:prstGeom prst="rect">
            <a:avLst/>
          </a:prstGeom>
        </p:spPr>
        <p:txBody>
          <a:bodyPr lIns="90000" rIns="90000">
            <a:spAutoFit/>
          </a:bodyPr>
          <a:lstStyle>
            <a:lvl1pPr marL="230400" indent="-230400">
              <a:spcBef>
                <a:spcPts val="1000"/>
              </a:spcBef>
              <a:spcAft>
                <a:spcPts val="0"/>
              </a:spcAft>
              <a:buFont typeface="+mj-lt"/>
              <a:buAutoNum type="arabicPeriod"/>
              <a:defRPr sz="1600">
                <a:solidFill>
                  <a:schemeClr val="bg1"/>
                </a:solidFill>
              </a:defRPr>
            </a:lvl1pPr>
          </a:lstStyle>
          <a:p>
            <a:pPr lvl="0"/>
            <a:r>
              <a:rPr lang="en-US" noProof="0"/>
              <a:t>First chapter</a:t>
            </a:r>
          </a:p>
          <a:p>
            <a:pPr lvl="0"/>
            <a:r>
              <a:rPr lang="en-US" noProof="0"/>
              <a:t>Second chapter</a:t>
            </a:r>
          </a:p>
          <a:p>
            <a:pPr lvl="0"/>
            <a:r>
              <a:rPr lang="en-US" noProof="0"/>
              <a:t>Third chapter</a:t>
            </a:r>
          </a:p>
          <a:p>
            <a:pPr lvl="0"/>
            <a:r>
              <a:rPr lang="en-US" noProof="0"/>
              <a:t>Fourth chapter</a:t>
            </a:r>
          </a:p>
          <a:p>
            <a:pPr lvl="0"/>
            <a:r>
              <a:rPr lang="en-US" noProof="0"/>
              <a:t>Fifth chapter</a:t>
            </a:r>
          </a:p>
        </p:txBody>
      </p:sp>
    </p:spTree>
    <p:extLst>
      <p:ext uri="{BB962C8B-B14F-4D97-AF65-F5344CB8AC3E}">
        <p14:creationId xmlns:p14="http://schemas.microsoft.com/office/powerpoint/2010/main" val="1453761165"/>
      </p:ext>
    </p:extLst>
  </p:cSld>
  <p:clrMapOvr>
    <a:masterClrMapping/>
  </p:clrMapOvr>
  <p:extLst>
    <p:ext uri="{DCECCB84-F9BA-43D5-87BE-67443E8EF086}">
      <p15:sldGuideLst xmlns:p15="http://schemas.microsoft.com/office/powerpoint/2012/main">
        <p15:guide id="1" pos="3840">
          <p15:clr>
            <a:srgbClr val="FBAE40"/>
          </p15:clr>
        </p15:guide>
        <p15:guide id="2" pos="523">
          <p15:clr>
            <a:srgbClr val="FBAE40"/>
          </p15:clr>
        </p15:guide>
        <p15:guide id="3" pos="869">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hapter divider slide #1">
    <p:spTree>
      <p:nvGrpSpPr>
        <p:cNvPr id="1" name=""/>
        <p:cNvGrpSpPr/>
        <p:nvPr/>
      </p:nvGrpSpPr>
      <p:grpSpPr>
        <a:xfrm>
          <a:off x="0" y="0"/>
          <a:ext cx="0" cy="0"/>
          <a:chOff x="0" y="0"/>
          <a:chExt cx="0" cy="0"/>
        </a:xfrm>
      </p:grpSpPr>
      <p:sp>
        <p:nvSpPr>
          <p:cNvPr id="9" name="Rechteck 8">
            <a:extLst>
              <a:ext uri="{FF2B5EF4-FFF2-40B4-BE49-F238E27FC236}">
                <a16:creationId xmlns:a16="http://schemas.microsoft.com/office/drawing/2014/main" id="{9F813D65-20B8-5E4E-9DDC-046EA40C9733}"/>
              </a:ext>
            </a:extLst>
          </p:cNvPr>
          <p:cNvSpPr/>
          <p:nvPr userDrawn="1"/>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latin typeface="Arial" panose="020B0604020202020204" pitchFamily="34" charset="0"/>
            </a:endParaRPr>
          </a:p>
        </p:txBody>
      </p:sp>
      <p:sp>
        <p:nvSpPr>
          <p:cNvPr id="10" name="Rechteck 9">
            <a:extLst>
              <a:ext uri="{FF2B5EF4-FFF2-40B4-BE49-F238E27FC236}">
                <a16:creationId xmlns:a16="http://schemas.microsoft.com/office/drawing/2014/main" id="{59D99544-BD79-8545-982C-8AE56902F01F}"/>
              </a:ext>
            </a:extLst>
          </p:cNvPr>
          <p:cNvSpPr/>
          <p:nvPr userDrawn="1"/>
        </p:nvSpPr>
        <p:spPr>
          <a:xfrm>
            <a:off x="832028" y="0"/>
            <a:ext cx="10578093" cy="595042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latin typeface="Arial" panose="020B0604020202020204" pitchFamily="34" charset="0"/>
            </a:endParaRPr>
          </a:p>
        </p:txBody>
      </p:sp>
      <p:pic>
        <p:nvPicPr>
          <p:cNvPr id="13" name="Grafik 12">
            <a:extLst>
              <a:ext uri="{FF2B5EF4-FFF2-40B4-BE49-F238E27FC236}">
                <a16:creationId xmlns:a16="http://schemas.microsoft.com/office/drawing/2014/main" id="{1988A3A5-1AA1-734E-A36E-2795C364C0F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554161" y="4957087"/>
            <a:ext cx="427980" cy="496668"/>
          </a:xfrm>
          <a:prstGeom prst="rect">
            <a:avLst/>
          </a:prstGeom>
        </p:spPr>
      </p:pic>
      <p:sp>
        <p:nvSpPr>
          <p:cNvPr id="5" name="Textplatzhalter 4">
            <a:extLst>
              <a:ext uri="{FF2B5EF4-FFF2-40B4-BE49-F238E27FC236}">
                <a16:creationId xmlns:a16="http://schemas.microsoft.com/office/drawing/2014/main" id="{E7085D41-CFF5-7C47-AF7F-2289396EFF4A}"/>
              </a:ext>
            </a:extLst>
          </p:cNvPr>
          <p:cNvSpPr>
            <a:spLocks noGrp="1"/>
          </p:cNvSpPr>
          <p:nvPr>
            <p:ph type="body" sz="quarter" idx="10" hasCustomPrompt="1"/>
          </p:nvPr>
        </p:nvSpPr>
        <p:spPr>
          <a:xfrm>
            <a:off x="1256400" y="1126800"/>
            <a:ext cx="7200000" cy="707886"/>
          </a:xfrm>
          <a:prstGeom prst="rect">
            <a:avLst/>
          </a:prstGeom>
        </p:spPr>
        <p:txBody>
          <a:bodyPr lIns="90000" rIns="90000">
            <a:spAutoFit/>
          </a:bodyPr>
          <a:lstStyle>
            <a:lvl1pPr>
              <a:defRPr sz="4000">
                <a:solidFill>
                  <a:schemeClr val="bg1"/>
                </a:solidFill>
              </a:defRPr>
            </a:lvl1pPr>
          </a:lstStyle>
          <a:p>
            <a:pPr lvl="0"/>
            <a:r>
              <a:rPr lang="en-US" noProof="0"/>
              <a:t>1</a:t>
            </a:r>
          </a:p>
        </p:txBody>
      </p:sp>
      <p:sp>
        <p:nvSpPr>
          <p:cNvPr id="18" name="Textplatzhalter 4">
            <a:extLst>
              <a:ext uri="{FF2B5EF4-FFF2-40B4-BE49-F238E27FC236}">
                <a16:creationId xmlns:a16="http://schemas.microsoft.com/office/drawing/2014/main" id="{35D0FB7F-14EE-C642-8A0F-83915F833960}"/>
              </a:ext>
            </a:extLst>
          </p:cNvPr>
          <p:cNvSpPr>
            <a:spLocks noGrp="1"/>
          </p:cNvSpPr>
          <p:nvPr>
            <p:ph type="body" sz="quarter" idx="11" hasCustomPrompt="1"/>
          </p:nvPr>
        </p:nvSpPr>
        <p:spPr>
          <a:xfrm>
            <a:off x="1257463" y="2066400"/>
            <a:ext cx="7200000" cy="1938992"/>
          </a:xfrm>
          <a:prstGeom prst="rect">
            <a:avLst/>
          </a:prstGeom>
        </p:spPr>
        <p:txBody>
          <a:bodyPr lIns="90000" rIns="90000">
            <a:spAutoFit/>
          </a:bodyPr>
          <a:lstStyle>
            <a:lvl1pPr>
              <a:defRPr sz="4000">
                <a:solidFill>
                  <a:schemeClr val="bg1"/>
                </a:solidFill>
              </a:defRPr>
            </a:lvl1pPr>
          </a:lstStyle>
          <a:p>
            <a:pPr lvl="0"/>
            <a:r>
              <a:rPr lang="en-US" noProof="0"/>
              <a:t>Chapter divider text across three lines in font </a:t>
            </a:r>
            <a:br>
              <a:rPr lang="en-US" noProof="0"/>
            </a:br>
            <a:r>
              <a:rPr lang="en-US" noProof="0"/>
              <a:t>Arial regular, 40 pt</a:t>
            </a:r>
          </a:p>
        </p:txBody>
      </p:sp>
    </p:spTree>
    <p:extLst>
      <p:ext uri="{BB962C8B-B14F-4D97-AF65-F5344CB8AC3E}">
        <p14:creationId xmlns:p14="http://schemas.microsoft.com/office/powerpoint/2010/main" val="826141120"/>
      </p:ext>
    </p:extLst>
  </p:cSld>
  <p:clrMapOvr>
    <a:masterClrMapping/>
  </p:clrMapOvr>
  <p:extLst>
    <p:ext uri="{DCECCB84-F9BA-43D5-87BE-67443E8EF086}">
      <p15:sldGuideLst xmlns:p15="http://schemas.microsoft.com/office/powerpoint/2012/main">
        <p15:guide id="1" pos="3840">
          <p15:clr>
            <a:srgbClr val="FBAE40"/>
          </p15:clr>
        </p15:guide>
        <p15:guide id="2" pos="523">
          <p15:clr>
            <a:srgbClr val="FBAE40"/>
          </p15:clr>
        </p15:guide>
        <p15:guide id="3" pos="869">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hapter divider slide #2">
    <p:spTree>
      <p:nvGrpSpPr>
        <p:cNvPr id="1" name=""/>
        <p:cNvGrpSpPr/>
        <p:nvPr/>
      </p:nvGrpSpPr>
      <p:grpSpPr>
        <a:xfrm>
          <a:off x="0" y="0"/>
          <a:ext cx="0" cy="0"/>
          <a:chOff x="0" y="0"/>
          <a:chExt cx="0" cy="0"/>
        </a:xfrm>
      </p:grpSpPr>
      <p:sp>
        <p:nvSpPr>
          <p:cNvPr id="9" name="Rechteck 8">
            <a:extLst>
              <a:ext uri="{FF2B5EF4-FFF2-40B4-BE49-F238E27FC236}">
                <a16:creationId xmlns:a16="http://schemas.microsoft.com/office/drawing/2014/main" id="{BF56D23C-3D90-A547-A0C0-00DC604EC797}"/>
              </a:ext>
            </a:extLst>
          </p:cNvPr>
          <p:cNvSpPr/>
          <p:nvPr userDrawn="1"/>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noProof="0">
              <a:latin typeface="Arial" panose="020B0604020202020204" pitchFamily="34" charset="0"/>
            </a:endParaRPr>
          </a:p>
        </p:txBody>
      </p:sp>
      <p:sp>
        <p:nvSpPr>
          <p:cNvPr id="10" name="Rechteck 9">
            <a:extLst>
              <a:ext uri="{FF2B5EF4-FFF2-40B4-BE49-F238E27FC236}">
                <a16:creationId xmlns:a16="http://schemas.microsoft.com/office/drawing/2014/main" id="{3C7DD23E-741D-8749-AAE5-0BB9260FE7D9}"/>
              </a:ext>
            </a:extLst>
          </p:cNvPr>
          <p:cNvSpPr/>
          <p:nvPr userDrawn="1"/>
        </p:nvSpPr>
        <p:spPr>
          <a:xfrm>
            <a:off x="717453" y="998806"/>
            <a:ext cx="8792308" cy="585919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noProof="0">
              <a:latin typeface="Arial" panose="020B0604020202020204" pitchFamily="34" charset="0"/>
            </a:endParaRPr>
          </a:p>
        </p:txBody>
      </p:sp>
      <p:pic>
        <p:nvPicPr>
          <p:cNvPr id="12" name="Grafik 11">
            <a:extLst>
              <a:ext uri="{FF2B5EF4-FFF2-40B4-BE49-F238E27FC236}">
                <a16:creationId xmlns:a16="http://schemas.microsoft.com/office/drawing/2014/main" id="{1D691B9A-EE61-2B46-B3DC-F7DAC749363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653801" y="5864664"/>
            <a:ext cx="427980" cy="496668"/>
          </a:xfrm>
          <a:prstGeom prst="rect">
            <a:avLst/>
          </a:prstGeom>
        </p:spPr>
      </p:pic>
      <p:sp>
        <p:nvSpPr>
          <p:cNvPr id="13" name="Textplatzhalter 4">
            <a:extLst>
              <a:ext uri="{FF2B5EF4-FFF2-40B4-BE49-F238E27FC236}">
                <a16:creationId xmlns:a16="http://schemas.microsoft.com/office/drawing/2014/main" id="{2EFAFEA0-9129-8742-9F11-97BDA7D0505E}"/>
              </a:ext>
            </a:extLst>
          </p:cNvPr>
          <p:cNvSpPr>
            <a:spLocks noGrp="1"/>
          </p:cNvSpPr>
          <p:nvPr>
            <p:ph type="body" sz="quarter" idx="10" hasCustomPrompt="1"/>
          </p:nvPr>
        </p:nvSpPr>
        <p:spPr>
          <a:xfrm>
            <a:off x="1141200" y="1598400"/>
            <a:ext cx="7200000" cy="707886"/>
          </a:xfrm>
          <a:prstGeom prst="rect">
            <a:avLst/>
          </a:prstGeom>
        </p:spPr>
        <p:txBody>
          <a:bodyPr lIns="90000" rIns="90000">
            <a:spAutoFit/>
          </a:bodyPr>
          <a:lstStyle>
            <a:lvl1pPr>
              <a:defRPr sz="4000">
                <a:solidFill>
                  <a:schemeClr val="bg1"/>
                </a:solidFill>
              </a:defRPr>
            </a:lvl1pPr>
          </a:lstStyle>
          <a:p>
            <a:pPr lvl="0"/>
            <a:r>
              <a:rPr lang="en-US" noProof="0"/>
              <a:t>1</a:t>
            </a:r>
          </a:p>
        </p:txBody>
      </p:sp>
      <p:sp>
        <p:nvSpPr>
          <p:cNvPr id="14" name="Textplatzhalter 4">
            <a:extLst>
              <a:ext uri="{FF2B5EF4-FFF2-40B4-BE49-F238E27FC236}">
                <a16:creationId xmlns:a16="http://schemas.microsoft.com/office/drawing/2014/main" id="{386080D0-0880-DD44-AD16-BBEDA50B1472}"/>
              </a:ext>
            </a:extLst>
          </p:cNvPr>
          <p:cNvSpPr>
            <a:spLocks noGrp="1"/>
          </p:cNvSpPr>
          <p:nvPr>
            <p:ph type="body" sz="quarter" idx="11" hasCustomPrompt="1"/>
          </p:nvPr>
        </p:nvSpPr>
        <p:spPr>
          <a:xfrm>
            <a:off x="1141200" y="2538000"/>
            <a:ext cx="7200000" cy="1938992"/>
          </a:xfrm>
          <a:prstGeom prst="rect">
            <a:avLst/>
          </a:prstGeom>
        </p:spPr>
        <p:txBody>
          <a:bodyPr lIns="90000" rIns="90000">
            <a:spAutoFit/>
          </a:bodyPr>
          <a:lstStyle>
            <a:lvl1pPr>
              <a:defRPr sz="4000">
                <a:solidFill>
                  <a:schemeClr val="bg1"/>
                </a:solidFill>
              </a:defRPr>
            </a:lvl1pPr>
          </a:lstStyle>
          <a:p>
            <a:pPr lvl="0"/>
            <a:r>
              <a:rPr lang="en-US" noProof="0"/>
              <a:t>Chapter divider text across three lines in font </a:t>
            </a:r>
            <a:br>
              <a:rPr lang="en-US" noProof="0"/>
            </a:br>
            <a:r>
              <a:rPr lang="en-US" noProof="0"/>
              <a:t>Arial regular, 40 pt</a:t>
            </a:r>
          </a:p>
        </p:txBody>
      </p:sp>
    </p:spTree>
    <p:extLst>
      <p:ext uri="{BB962C8B-B14F-4D97-AF65-F5344CB8AC3E}">
        <p14:creationId xmlns:p14="http://schemas.microsoft.com/office/powerpoint/2010/main" val="3755944900"/>
      </p:ext>
    </p:extLst>
  </p:cSld>
  <p:clrMapOvr>
    <a:masterClrMapping/>
  </p:clrMapOvr>
  <p:extLst>
    <p:ext uri="{DCECCB84-F9BA-43D5-87BE-67443E8EF086}">
      <p15:sldGuideLst xmlns:p15="http://schemas.microsoft.com/office/powerpoint/2012/main">
        <p15:guide id="1" pos="3840">
          <p15:clr>
            <a:srgbClr val="FBAE40"/>
          </p15:clr>
        </p15:guide>
        <p15:guide id="2" pos="869">
          <p15:clr>
            <a:srgbClr val="FBAE40"/>
          </p15:clr>
        </p15:guide>
        <p15:guide id="3" pos="523">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slide #1">
    <p:spTree>
      <p:nvGrpSpPr>
        <p:cNvPr id="1" name=""/>
        <p:cNvGrpSpPr/>
        <p:nvPr/>
      </p:nvGrpSpPr>
      <p:grpSpPr>
        <a:xfrm>
          <a:off x="0" y="0"/>
          <a:ext cx="0" cy="0"/>
          <a:chOff x="0" y="0"/>
          <a:chExt cx="0" cy="0"/>
        </a:xfrm>
      </p:grpSpPr>
      <p:pic>
        <p:nvPicPr>
          <p:cNvPr id="42" name="Grafik 41">
            <a:extLst>
              <a:ext uri="{FF2B5EF4-FFF2-40B4-BE49-F238E27FC236}">
                <a16:creationId xmlns:a16="http://schemas.microsoft.com/office/drawing/2014/main" id="{7F1627A7-9073-AA4B-B5CF-AA39DC1CBBC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878134" y="6191238"/>
            <a:ext cx="1531988" cy="117365"/>
          </a:xfrm>
          <a:prstGeom prst="rect">
            <a:avLst/>
          </a:prstGeom>
        </p:spPr>
      </p:pic>
      <p:sp>
        <p:nvSpPr>
          <p:cNvPr id="43" name="Textplatzhalter 4">
            <a:extLst>
              <a:ext uri="{FF2B5EF4-FFF2-40B4-BE49-F238E27FC236}">
                <a16:creationId xmlns:a16="http://schemas.microsoft.com/office/drawing/2014/main" id="{B533636E-8B53-8C40-A05D-8583880CEEF6}"/>
              </a:ext>
            </a:extLst>
          </p:cNvPr>
          <p:cNvSpPr>
            <a:spLocks noGrp="1"/>
          </p:cNvSpPr>
          <p:nvPr>
            <p:ph type="body" sz="quarter" idx="10" hasCustomPrompt="1"/>
          </p:nvPr>
        </p:nvSpPr>
        <p:spPr>
          <a:xfrm>
            <a:off x="713497" y="461098"/>
            <a:ext cx="10080000" cy="584775"/>
          </a:xfrm>
          <a:prstGeom prst="rect">
            <a:avLst/>
          </a:prstGeom>
        </p:spPr>
        <p:txBody>
          <a:bodyPr lIns="90000">
            <a:spAutoFit/>
          </a:bodyPr>
          <a:lstStyle>
            <a:lvl1pPr>
              <a:spcAft>
                <a:spcPts val="0"/>
              </a:spcAft>
              <a:defRPr sz="3200">
                <a:solidFill>
                  <a:schemeClr val="tx1"/>
                </a:solidFill>
              </a:defRPr>
            </a:lvl1pPr>
          </a:lstStyle>
          <a:p>
            <a:r>
              <a:rPr lang="en-US" sz="3200" noProof="0" dirty="0">
                <a:solidFill>
                  <a:srgbClr val="111111"/>
                </a:solidFill>
                <a:latin typeface="Arial" panose="020B0604020202020204" pitchFamily="34" charset="0"/>
                <a:cs typeface="Arial" panose="020B0604020202020204" pitchFamily="34" charset="0"/>
              </a:rPr>
              <a:t>One column text slide, 32 </a:t>
            </a:r>
            <a:r>
              <a:rPr lang="en-US" sz="3200" noProof="0" dirty="0" err="1">
                <a:solidFill>
                  <a:srgbClr val="111111"/>
                </a:solidFill>
                <a:latin typeface="Arial" panose="020B0604020202020204" pitchFamily="34" charset="0"/>
                <a:cs typeface="Arial" panose="020B0604020202020204" pitchFamily="34" charset="0"/>
              </a:rPr>
              <a:t>pt</a:t>
            </a:r>
            <a:r>
              <a:rPr lang="en-US" sz="3200" noProof="0" dirty="0">
                <a:solidFill>
                  <a:srgbClr val="111111"/>
                </a:solidFill>
                <a:latin typeface="Arial" panose="020B0604020202020204" pitchFamily="34" charset="0"/>
                <a:cs typeface="Arial" panose="020B0604020202020204" pitchFamily="34" charset="0"/>
              </a:rPr>
              <a:t> headline</a:t>
            </a:r>
          </a:p>
        </p:txBody>
      </p:sp>
      <p:sp>
        <p:nvSpPr>
          <p:cNvPr id="10" name="Textplatzhalter 2">
            <a:extLst>
              <a:ext uri="{FF2B5EF4-FFF2-40B4-BE49-F238E27FC236}">
                <a16:creationId xmlns:a16="http://schemas.microsoft.com/office/drawing/2014/main" id="{45107FF4-EA8E-2045-9EF5-861096AA0DCA}"/>
              </a:ext>
            </a:extLst>
          </p:cNvPr>
          <p:cNvSpPr>
            <a:spLocks noGrp="1"/>
          </p:cNvSpPr>
          <p:nvPr>
            <p:ph type="body" sz="quarter" idx="15" hasCustomPrompt="1"/>
          </p:nvPr>
        </p:nvSpPr>
        <p:spPr>
          <a:xfrm>
            <a:off x="713497" y="1104680"/>
            <a:ext cx="9360000" cy="402291"/>
          </a:xfrm>
          <a:prstGeom prst="rect">
            <a:avLst/>
          </a:prstGeom>
        </p:spPr>
        <p:txBody>
          <a:bodyPr tIns="46800" rIns="90000" bIns="46800">
            <a:spAutoFit/>
          </a:bodyPr>
          <a:lstStyle>
            <a:lvl1pPr>
              <a:defRPr sz="2000"/>
            </a:lvl1pPr>
          </a:lstStyle>
          <a:p>
            <a:pPr lvl="0"/>
            <a:r>
              <a:rPr lang="en-US" noProof="0" dirty="0" err="1"/>
              <a:t>Subheadline</a:t>
            </a:r>
            <a:r>
              <a:rPr lang="en-US" noProof="0" dirty="0"/>
              <a:t> 20 </a:t>
            </a:r>
            <a:r>
              <a:rPr lang="en-US" noProof="0" dirty="0" err="1"/>
              <a:t>pt</a:t>
            </a:r>
            <a:r>
              <a:rPr lang="en-US" noProof="0" dirty="0"/>
              <a:t> Arial</a:t>
            </a:r>
          </a:p>
        </p:txBody>
      </p:sp>
      <p:sp>
        <p:nvSpPr>
          <p:cNvPr id="5" name="Textplatzhalter 3">
            <a:extLst>
              <a:ext uri="{FF2B5EF4-FFF2-40B4-BE49-F238E27FC236}">
                <a16:creationId xmlns:a16="http://schemas.microsoft.com/office/drawing/2014/main" id="{28087EA1-6D43-9244-8139-C3B6A834AC8A}"/>
              </a:ext>
            </a:extLst>
          </p:cNvPr>
          <p:cNvSpPr>
            <a:spLocks noGrp="1"/>
          </p:cNvSpPr>
          <p:nvPr>
            <p:ph type="body" sz="quarter" idx="16" hasCustomPrompt="1"/>
          </p:nvPr>
        </p:nvSpPr>
        <p:spPr>
          <a:xfrm>
            <a:off x="738000" y="2828835"/>
            <a:ext cx="4140000" cy="1384995"/>
          </a:xfrm>
          <a:prstGeom prst="rect">
            <a:avLst/>
          </a:prstGeom>
        </p:spPr>
        <p:txBody>
          <a:bodyPr lIns="90000">
            <a:spAutoFit/>
          </a:bodyPr>
          <a:lstStyle>
            <a:lvl1pPr marL="0" indent="0">
              <a:lnSpc>
                <a:spcPct val="100000"/>
              </a:lnSpc>
              <a:spcBef>
                <a:spcPts val="0"/>
              </a:spcBef>
              <a:spcAft>
                <a:spcPts val="0"/>
              </a:spcAft>
              <a:buFontTx/>
              <a:buNone/>
              <a:defRPr sz="1400">
                <a:solidFill>
                  <a:schemeClr val="tx1"/>
                </a:solidFill>
              </a:defRPr>
            </a:lvl1pPr>
            <a:lvl2pPr marL="115200" indent="-115200">
              <a:lnSpc>
                <a:spcPct val="110000"/>
              </a:lnSpc>
              <a:spcBef>
                <a:spcPts val="0"/>
              </a:spcBef>
              <a:spcAft>
                <a:spcPts val="600"/>
              </a:spcAft>
              <a:defRPr/>
            </a:lvl2pPr>
          </a:lstStyle>
          <a:p>
            <a:pPr lvl="0"/>
            <a:r>
              <a:rPr lang="en-US" noProof="0" dirty="0"/>
              <a:t>Abstract 14 </a:t>
            </a:r>
            <a:r>
              <a:rPr lang="en-US" noProof="0" dirty="0" err="1"/>
              <a:t>pt</a:t>
            </a:r>
            <a:r>
              <a:rPr lang="en-US" noProof="0" dirty="0"/>
              <a:t> Lorem ipsum dolor sit </a:t>
            </a:r>
            <a:r>
              <a:rPr lang="en-US" noProof="0" dirty="0" err="1"/>
              <a:t>amet</a:t>
            </a:r>
            <a:r>
              <a:rPr lang="en-US" noProof="0" dirty="0"/>
              <a:t>, </a:t>
            </a:r>
            <a:r>
              <a:rPr lang="en-US" noProof="0" dirty="0" err="1"/>
              <a:t>consetetur</a:t>
            </a:r>
            <a:r>
              <a:rPr lang="en-US" noProof="0" dirty="0"/>
              <a:t> </a:t>
            </a:r>
            <a:r>
              <a:rPr lang="en-US" noProof="0" dirty="0" err="1"/>
              <a:t>sadipscing</a:t>
            </a:r>
            <a:r>
              <a:rPr lang="en-US" noProof="0" dirty="0"/>
              <a:t> </a:t>
            </a:r>
            <a:r>
              <a:rPr lang="en-US" noProof="0" dirty="0" err="1"/>
              <a:t>elitr</a:t>
            </a:r>
            <a:r>
              <a:rPr lang="en-US" noProof="0" dirty="0"/>
              <a:t>, sed diam </a:t>
            </a:r>
            <a:r>
              <a:rPr lang="en-US" noProof="0" dirty="0" err="1"/>
              <a:t>nonumy</a:t>
            </a:r>
            <a:r>
              <a:rPr lang="en-US" noProof="0" dirty="0"/>
              <a:t> </a:t>
            </a:r>
            <a:r>
              <a:rPr lang="en-US" noProof="0" dirty="0" err="1"/>
              <a:t>eirmod</a:t>
            </a:r>
            <a:r>
              <a:rPr lang="en-US" noProof="0" dirty="0"/>
              <a:t> </a:t>
            </a:r>
            <a:r>
              <a:rPr lang="en-US" noProof="0" dirty="0" err="1"/>
              <a:t>tempor</a:t>
            </a:r>
            <a:r>
              <a:rPr lang="en-US" noProof="0" dirty="0"/>
              <a:t> </a:t>
            </a:r>
            <a:r>
              <a:rPr lang="en-US" noProof="0" dirty="0" err="1"/>
              <a:t>invidunt</a:t>
            </a:r>
            <a:r>
              <a:rPr lang="en-US" noProof="0" dirty="0"/>
              <a:t> </a:t>
            </a:r>
            <a:r>
              <a:rPr lang="en-US" noProof="0" dirty="0" err="1"/>
              <a:t>ut</a:t>
            </a:r>
            <a:r>
              <a:rPr lang="en-US" noProof="0" dirty="0"/>
              <a:t> </a:t>
            </a:r>
            <a:r>
              <a:rPr lang="en-US" noProof="0" dirty="0" err="1"/>
              <a:t>labore</a:t>
            </a:r>
            <a:r>
              <a:rPr lang="en-US" noProof="0" dirty="0"/>
              <a:t> et dolore magna </a:t>
            </a:r>
            <a:r>
              <a:rPr lang="en-US" noProof="0" dirty="0" err="1"/>
              <a:t>aliquyam</a:t>
            </a:r>
            <a:r>
              <a:rPr lang="en-US" noProof="0" dirty="0"/>
              <a:t> </a:t>
            </a:r>
            <a:r>
              <a:rPr lang="en-US" noProof="0" dirty="0" err="1"/>
              <a:t>erat</a:t>
            </a:r>
            <a:r>
              <a:rPr lang="en-US" noProof="0" dirty="0"/>
              <a:t>, sed diam </a:t>
            </a:r>
            <a:r>
              <a:rPr lang="en-US" noProof="0" dirty="0" err="1"/>
              <a:t>voluptua</a:t>
            </a:r>
            <a:r>
              <a:rPr lang="en-US" noProof="0" dirty="0"/>
              <a:t>. At </a:t>
            </a:r>
            <a:r>
              <a:rPr lang="en-US" noProof="0" dirty="0" err="1"/>
              <a:t>vero</a:t>
            </a:r>
            <a:r>
              <a:rPr lang="en-US" noProof="0" dirty="0"/>
              <a:t> </a:t>
            </a:r>
            <a:r>
              <a:rPr lang="en-US" noProof="0" dirty="0" err="1"/>
              <a:t>eos</a:t>
            </a:r>
            <a:r>
              <a:rPr lang="en-US" noProof="0" dirty="0"/>
              <a:t> et </a:t>
            </a:r>
            <a:r>
              <a:rPr lang="en-US" noProof="0" dirty="0" err="1"/>
              <a:t>accusam</a:t>
            </a:r>
            <a:r>
              <a:rPr lang="en-US" noProof="0" dirty="0"/>
              <a:t> et </a:t>
            </a:r>
            <a:r>
              <a:rPr lang="en-US" noProof="0" dirty="0" err="1"/>
              <a:t>justo</a:t>
            </a:r>
            <a:r>
              <a:rPr lang="en-US" noProof="0" dirty="0"/>
              <a:t> duo </a:t>
            </a:r>
            <a:r>
              <a:rPr lang="en-US" noProof="0" dirty="0" err="1"/>
              <a:t>dolores</a:t>
            </a:r>
            <a:r>
              <a:rPr lang="en-US" noProof="0" dirty="0"/>
              <a:t> et </a:t>
            </a:r>
            <a:r>
              <a:rPr lang="en-US" noProof="0" dirty="0" err="1"/>
              <a:t>ea</a:t>
            </a:r>
            <a:r>
              <a:rPr lang="en-US" noProof="0" dirty="0"/>
              <a:t> </a:t>
            </a:r>
            <a:r>
              <a:rPr lang="en-US" noProof="0" dirty="0" err="1"/>
              <a:t>rebum</a:t>
            </a:r>
            <a:r>
              <a:rPr lang="en-US" noProof="0" dirty="0"/>
              <a:t>. Stet </a:t>
            </a:r>
            <a:r>
              <a:rPr lang="en-US" noProof="0" dirty="0" err="1"/>
              <a:t>clita</a:t>
            </a:r>
            <a:r>
              <a:rPr lang="en-US" noProof="0" dirty="0"/>
              <a:t> </a:t>
            </a:r>
            <a:r>
              <a:rPr lang="en-US" noProof="0" dirty="0" err="1"/>
              <a:t>kasd</a:t>
            </a:r>
            <a:r>
              <a:rPr lang="en-US" noProof="0" dirty="0"/>
              <a:t> </a:t>
            </a:r>
            <a:r>
              <a:rPr lang="en-US" noProof="0" dirty="0" err="1"/>
              <a:t>gubergren</a:t>
            </a:r>
            <a:r>
              <a:rPr lang="en-US" noProof="0" dirty="0"/>
              <a:t>, no sea </a:t>
            </a:r>
            <a:r>
              <a:rPr lang="en-US" noProof="0" dirty="0" err="1"/>
              <a:t>takimata</a:t>
            </a:r>
            <a:r>
              <a:rPr lang="en-US" noProof="0" dirty="0"/>
              <a:t> </a:t>
            </a:r>
            <a:r>
              <a:rPr lang="en-US" noProof="0" dirty="0" err="1"/>
              <a:t>sanctus</a:t>
            </a:r>
            <a:r>
              <a:rPr lang="en-US" noProof="0" dirty="0"/>
              <a:t>.</a:t>
            </a:r>
          </a:p>
        </p:txBody>
      </p:sp>
    </p:spTree>
    <p:extLst>
      <p:ext uri="{BB962C8B-B14F-4D97-AF65-F5344CB8AC3E}">
        <p14:creationId xmlns:p14="http://schemas.microsoft.com/office/powerpoint/2010/main" val="2532452697"/>
      </p:ext>
    </p:extLst>
  </p:cSld>
  <p:clrMapOvr>
    <a:masterClrMapping/>
  </p:clrMapOvr>
  <p:extLst>
    <p:ext uri="{DCECCB84-F9BA-43D5-87BE-67443E8EF086}">
      <p15:sldGuideLst xmlns:p15="http://schemas.microsoft.com/office/powerpoint/2012/main">
        <p15:guide id="1" pos="3840">
          <p15:clr>
            <a:srgbClr val="FBAE40"/>
          </p15:clr>
        </p15:guide>
        <p15:guide id="2" pos="523">
          <p15:clr>
            <a:srgbClr val="FBAE40"/>
          </p15:clr>
        </p15:guide>
        <p15:guide id="3" pos="869">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slide #2">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5B43B405-78D4-D141-837D-17DD4449C6A7}"/>
              </a:ext>
            </a:extLst>
          </p:cNvPr>
          <p:cNvSpPr/>
          <p:nvPr userDrawn="1"/>
        </p:nvSpPr>
        <p:spPr>
          <a:xfrm>
            <a:off x="0" y="0"/>
            <a:ext cx="12192000" cy="68580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pic>
        <p:nvPicPr>
          <p:cNvPr id="13" name="Grafik 12">
            <a:extLst>
              <a:ext uri="{FF2B5EF4-FFF2-40B4-BE49-F238E27FC236}">
                <a16:creationId xmlns:a16="http://schemas.microsoft.com/office/drawing/2014/main" id="{52A10AD5-94F3-1F4B-8A80-8F42D441833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464949" y="1527650"/>
            <a:ext cx="471821" cy="547545"/>
          </a:xfrm>
          <a:prstGeom prst="rect">
            <a:avLst/>
          </a:prstGeom>
        </p:spPr>
      </p:pic>
      <p:pic>
        <p:nvPicPr>
          <p:cNvPr id="23" name="Grafik 22">
            <a:extLst>
              <a:ext uri="{FF2B5EF4-FFF2-40B4-BE49-F238E27FC236}">
                <a16:creationId xmlns:a16="http://schemas.microsoft.com/office/drawing/2014/main" id="{E352632A-588E-B14A-AFB6-027A3D09775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878133" y="6191238"/>
            <a:ext cx="1531988" cy="117365"/>
          </a:xfrm>
          <a:prstGeom prst="rect">
            <a:avLst/>
          </a:prstGeom>
        </p:spPr>
      </p:pic>
      <p:sp>
        <p:nvSpPr>
          <p:cNvPr id="32" name="Textplatzhalter 4">
            <a:extLst>
              <a:ext uri="{FF2B5EF4-FFF2-40B4-BE49-F238E27FC236}">
                <a16:creationId xmlns:a16="http://schemas.microsoft.com/office/drawing/2014/main" id="{6F2759DA-4810-894B-A4EC-7AD5958781B2}"/>
              </a:ext>
            </a:extLst>
          </p:cNvPr>
          <p:cNvSpPr>
            <a:spLocks noGrp="1"/>
          </p:cNvSpPr>
          <p:nvPr>
            <p:ph type="body" sz="quarter" idx="10" hasCustomPrompt="1"/>
          </p:nvPr>
        </p:nvSpPr>
        <p:spPr>
          <a:xfrm>
            <a:off x="2217600" y="1288800"/>
            <a:ext cx="8640000" cy="2862322"/>
          </a:xfrm>
          <a:prstGeom prst="rect">
            <a:avLst/>
          </a:prstGeom>
        </p:spPr>
        <p:txBody>
          <a:bodyPr lIns="90000" rIns="90000">
            <a:spAutoFit/>
          </a:bodyPr>
          <a:lstStyle>
            <a:lvl1pPr>
              <a:spcAft>
                <a:spcPts val="0"/>
              </a:spcAft>
              <a:defRPr sz="6000">
                <a:solidFill>
                  <a:schemeClr val="bg1"/>
                </a:solidFill>
              </a:defRPr>
            </a:lvl1pPr>
          </a:lstStyle>
          <a:p>
            <a:pPr lvl="0"/>
            <a:r>
              <a:rPr lang="en-US" noProof="0"/>
              <a:t>Big statement across </a:t>
            </a:r>
            <a:br>
              <a:rPr lang="en-US" noProof="0"/>
            </a:br>
            <a:r>
              <a:rPr lang="en-US" noProof="0"/>
              <a:t>three lines </a:t>
            </a:r>
            <a:br>
              <a:rPr lang="en-US" noProof="0"/>
            </a:br>
            <a:r>
              <a:rPr lang="en-US" noProof="0"/>
              <a:t>here 60 pt</a:t>
            </a:r>
          </a:p>
        </p:txBody>
      </p:sp>
      <p:sp>
        <p:nvSpPr>
          <p:cNvPr id="33" name="Textplatzhalter 4">
            <a:extLst>
              <a:ext uri="{FF2B5EF4-FFF2-40B4-BE49-F238E27FC236}">
                <a16:creationId xmlns:a16="http://schemas.microsoft.com/office/drawing/2014/main" id="{B96A4004-6074-7349-A396-076831B16A30}"/>
              </a:ext>
            </a:extLst>
          </p:cNvPr>
          <p:cNvSpPr>
            <a:spLocks noGrp="1"/>
          </p:cNvSpPr>
          <p:nvPr>
            <p:ph type="body" sz="quarter" idx="11" hasCustomPrompt="1"/>
          </p:nvPr>
        </p:nvSpPr>
        <p:spPr>
          <a:xfrm>
            <a:off x="2228282" y="4291200"/>
            <a:ext cx="5760000" cy="369332"/>
          </a:xfrm>
          <a:prstGeom prst="rect">
            <a:avLst/>
          </a:prstGeom>
        </p:spPr>
        <p:txBody>
          <a:bodyPr lIns="90000" rIns="90000">
            <a:spAutoFit/>
          </a:bodyPr>
          <a:lstStyle>
            <a:lvl1pPr marL="0" indent="0">
              <a:spcBef>
                <a:spcPts val="0"/>
              </a:spcBef>
              <a:spcAft>
                <a:spcPts val="0"/>
              </a:spcAft>
              <a:buFontTx/>
              <a:buNone/>
              <a:defRPr sz="1800">
                <a:solidFill>
                  <a:schemeClr val="bg1"/>
                </a:solidFill>
              </a:defRPr>
            </a:lvl1pPr>
          </a:lstStyle>
          <a:p>
            <a:pPr lvl="0"/>
            <a:r>
              <a:rPr lang="en-US" noProof="0"/>
              <a:t>Source here if needed</a:t>
            </a:r>
          </a:p>
        </p:txBody>
      </p:sp>
    </p:spTree>
    <p:extLst>
      <p:ext uri="{BB962C8B-B14F-4D97-AF65-F5344CB8AC3E}">
        <p14:creationId xmlns:p14="http://schemas.microsoft.com/office/powerpoint/2010/main" val="4209825770"/>
      </p:ext>
    </p:extLst>
  </p:cSld>
  <p:clrMapOvr>
    <a:masterClrMapping/>
  </p:clrMapOvr>
  <p:extLst>
    <p:ext uri="{DCECCB84-F9BA-43D5-87BE-67443E8EF086}">
      <p15:sldGuideLst xmlns:p15="http://schemas.microsoft.com/office/powerpoint/2012/main">
        <p15:guide id="1" pos="3840">
          <p15:clr>
            <a:srgbClr val="FBAE40"/>
          </p15:clr>
        </p15:guide>
        <p15:guide id="2" pos="529">
          <p15:clr>
            <a:srgbClr val="FBAE40"/>
          </p15:clr>
        </p15:guide>
        <p15:guide id="3" pos="869">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slide #3">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5B43B405-78D4-D141-837D-17DD4449C6A7}"/>
              </a:ext>
            </a:extLst>
          </p:cNvPr>
          <p:cNvSpPr/>
          <p:nvPr userDrawn="1"/>
        </p:nvSpPr>
        <p:spPr>
          <a:xfrm>
            <a:off x="0" y="0"/>
            <a:ext cx="12192000" cy="6858000"/>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32" name="Textplatzhalter 4">
            <a:extLst>
              <a:ext uri="{FF2B5EF4-FFF2-40B4-BE49-F238E27FC236}">
                <a16:creationId xmlns:a16="http://schemas.microsoft.com/office/drawing/2014/main" id="{6F2759DA-4810-894B-A4EC-7AD5958781B2}"/>
              </a:ext>
            </a:extLst>
          </p:cNvPr>
          <p:cNvSpPr>
            <a:spLocks noGrp="1"/>
          </p:cNvSpPr>
          <p:nvPr>
            <p:ph type="body" sz="quarter" idx="10" hasCustomPrompt="1"/>
          </p:nvPr>
        </p:nvSpPr>
        <p:spPr>
          <a:xfrm>
            <a:off x="2217600" y="1288800"/>
            <a:ext cx="8640000" cy="2862322"/>
          </a:xfrm>
          <a:prstGeom prst="rect">
            <a:avLst/>
          </a:prstGeom>
        </p:spPr>
        <p:txBody>
          <a:bodyPr lIns="90000" rIns="90000">
            <a:spAutoFit/>
          </a:bodyPr>
          <a:lstStyle>
            <a:lvl1pPr>
              <a:spcAft>
                <a:spcPts val="0"/>
              </a:spcAft>
              <a:defRPr sz="6000">
                <a:solidFill>
                  <a:schemeClr val="bg1"/>
                </a:solidFill>
              </a:defRPr>
            </a:lvl1pPr>
          </a:lstStyle>
          <a:p>
            <a:pPr lvl="0"/>
            <a:r>
              <a:rPr lang="en-US" noProof="0"/>
              <a:t>Big statement across </a:t>
            </a:r>
            <a:br>
              <a:rPr lang="en-US" noProof="0"/>
            </a:br>
            <a:r>
              <a:rPr lang="en-US" noProof="0"/>
              <a:t>three lines </a:t>
            </a:r>
            <a:br>
              <a:rPr lang="en-US" noProof="0"/>
            </a:br>
            <a:r>
              <a:rPr lang="en-US" noProof="0"/>
              <a:t>here 60 pt</a:t>
            </a:r>
          </a:p>
        </p:txBody>
      </p:sp>
      <p:sp>
        <p:nvSpPr>
          <p:cNvPr id="33" name="Textplatzhalter 4">
            <a:extLst>
              <a:ext uri="{FF2B5EF4-FFF2-40B4-BE49-F238E27FC236}">
                <a16:creationId xmlns:a16="http://schemas.microsoft.com/office/drawing/2014/main" id="{B96A4004-6074-7349-A396-076831B16A30}"/>
              </a:ext>
            </a:extLst>
          </p:cNvPr>
          <p:cNvSpPr>
            <a:spLocks noGrp="1"/>
          </p:cNvSpPr>
          <p:nvPr>
            <p:ph type="body" sz="quarter" idx="11" hasCustomPrompt="1"/>
          </p:nvPr>
        </p:nvSpPr>
        <p:spPr>
          <a:xfrm>
            <a:off x="2228282" y="4291200"/>
            <a:ext cx="5760000" cy="369332"/>
          </a:xfrm>
          <a:prstGeom prst="rect">
            <a:avLst/>
          </a:prstGeom>
        </p:spPr>
        <p:txBody>
          <a:bodyPr lIns="90000" rIns="90000">
            <a:spAutoFit/>
          </a:bodyPr>
          <a:lstStyle>
            <a:lvl1pPr marL="0" indent="0">
              <a:spcBef>
                <a:spcPts val="0"/>
              </a:spcBef>
              <a:spcAft>
                <a:spcPts val="0"/>
              </a:spcAft>
              <a:buFontTx/>
              <a:buNone/>
              <a:defRPr sz="1800">
                <a:solidFill>
                  <a:schemeClr val="bg1"/>
                </a:solidFill>
              </a:defRPr>
            </a:lvl1pPr>
          </a:lstStyle>
          <a:p>
            <a:pPr lvl="0"/>
            <a:r>
              <a:rPr lang="en-US" noProof="0"/>
              <a:t>Source here if needed</a:t>
            </a:r>
          </a:p>
        </p:txBody>
      </p:sp>
      <p:pic>
        <p:nvPicPr>
          <p:cNvPr id="11" name="Grafik 10">
            <a:extLst>
              <a:ext uri="{FF2B5EF4-FFF2-40B4-BE49-F238E27FC236}">
                <a16:creationId xmlns:a16="http://schemas.microsoft.com/office/drawing/2014/main" id="{B9A2F817-454A-144D-BCD1-BE2B1B6D2D4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878134" y="6191238"/>
            <a:ext cx="1531988" cy="117365"/>
          </a:xfrm>
          <a:prstGeom prst="rect">
            <a:avLst/>
          </a:prstGeom>
        </p:spPr>
      </p:pic>
      <p:pic>
        <p:nvPicPr>
          <p:cNvPr id="14" name="Grafik 13">
            <a:extLst>
              <a:ext uri="{FF2B5EF4-FFF2-40B4-BE49-F238E27FC236}">
                <a16:creationId xmlns:a16="http://schemas.microsoft.com/office/drawing/2014/main" id="{FA94729A-68A3-4D41-B679-9A9AFFB0515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464949" y="1527650"/>
            <a:ext cx="471821" cy="547545"/>
          </a:xfrm>
          <a:prstGeom prst="rect">
            <a:avLst/>
          </a:prstGeom>
        </p:spPr>
      </p:pic>
    </p:spTree>
    <p:extLst>
      <p:ext uri="{BB962C8B-B14F-4D97-AF65-F5344CB8AC3E}">
        <p14:creationId xmlns:p14="http://schemas.microsoft.com/office/powerpoint/2010/main" val="281464070"/>
      </p:ext>
    </p:extLst>
  </p:cSld>
  <p:clrMapOvr>
    <a:masterClrMapping/>
  </p:clrMapOvr>
  <p:extLst>
    <p:ext uri="{DCECCB84-F9BA-43D5-87BE-67443E8EF086}">
      <p15:sldGuideLst xmlns:p15="http://schemas.microsoft.com/office/powerpoint/2012/main">
        <p15:guide id="1" pos="3840">
          <p15:clr>
            <a:srgbClr val="FBAE40"/>
          </p15:clr>
        </p15:guide>
        <p15:guide id="2" pos="529">
          <p15:clr>
            <a:srgbClr val="FBAE40"/>
          </p15:clr>
        </p15:guide>
        <p15:guide id="3" pos="869">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slide #4">
    <p:spTree>
      <p:nvGrpSpPr>
        <p:cNvPr id="1" name=""/>
        <p:cNvGrpSpPr/>
        <p:nvPr/>
      </p:nvGrpSpPr>
      <p:grpSpPr>
        <a:xfrm>
          <a:off x="0" y="0"/>
          <a:ext cx="0" cy="0"/>
          <a:chOff x="0" y="0"/>
          <a:chExt cx="0" cy="0"/>
        </a:xfrm>
      </p:grpSpPr>
      <p:pic>
        <p:nvPicPr>
          <p:cNvPr id="13" name="Grafik 2">
            <a:extLst>
              <a:ext uri="{FF2B5EF4-FFF2-40B4-BE49-F238E27FC236}">
                <a16:creationId xmlns:a16="http://schemas.microsoft.com/office/drawing/2014/main" id="{52A10AD5-94F3-1F4B-8A80-8F42D441833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464949" y="1527650"/>
            <a:ext cx="471821" cy="547545"/>
          </a:xfrm>
          <a:prstGeom prst="rect">
            <a:avLst/>
          </a:prstGeom>
        </p:spPr>
      </p:pic>
      <p:sp>
        <p:nvSpPr>
          <p:cNvPr id="32" name="Textplatzhalter 2">
            <a:extLst>
              <a:ext uri="{FF2B5EF4-FFF2-40B4-BE49-F238E27FC236}">
                <a16:creationId xmlns:a16="http://schemas.microsoft.com/office/drawing/2014/main" id="{6F2759DA-4810-894B-A4EC-7AD5958781B2}"/>
              </a:ext>
            </a:extLst>
          </p:cNvPr>
          <p:cNvSpPr>
            <a:spLocks noGrp="1"/>
          </p:cNvSpPr>
          <p:nvPr>
            <p:ph type="body" sz="quarter" idx="10" hasCustomPrompt="1"/>
          </p:nvPr>
        </p:nvSpPr>
        <p:spPr>
          <a:xfrm>
            <a:off x="2217600" y="1288800"/>
            <a:ext cx="8640000" cy="2862322"/>
          </a:xfrm>
          <a:prstGeom prst="rect">
            <a:avLst/>
          </a:prstGeom>
        </p:spPr>
        <p:txBody>
          <a:bodyPr lIns="90000" rIns="90000">
            <a:spAutoFit/>
          </a:bodyPr>
          <a:lstStyle>
            <a:lvl1pPr>
              <a:spcAft>
                <a:spcPts val="0"/>
              </a:spcAft>
              <a:defRPr sz="6000">
                <a:solidFill>
                  <a:schemeClr val="tx1"/>
                </a:solidFill>
              </a:defRPr>
            </a:lvl1pPr>
          </a:lstStyle>
          <a:p>
            <a:pPr lvl="0"/>
            <a:r>
              <a:rPr lang="en-US" noProof="0"/>
              <a:t>Big statement across </a:t>
            </a:r>
            <a:br>
              <a:rPr lang="en-US" noProof="0"/>
            </a:br>
            <a:r>
              <a:rPr lang="en-US" noProof="0"/>
              <a:t>three lines </a:t>
            </a:r>
            <a:br>
              <a:rPr lang="en-US" noProof="0"/>
            </a:br>
            <a:r>
              <a:rPr lang="en-US" noProof="0"/>
              <a:t>here 60 pt</a:t>
            </a:r>
          </a:p>
        </p:txBody>
      </p:sp>
      <p:sp>
        <p:nvSpPr>
          <p:cNvPr id="33" name="Textplatzhalter 1">
            <a:extLst>
              <a:ext uri="{FF2B5EF4-FFF2-40B4-BE49-F238E27FC236}">
                <a16:creationId xmlns:a16="http://schemas.microsoft.com/office/drawing/2014/main" id="{B96A4004-6074-7349-A396-076831B16A30}"/>
              </a:ext>
            </a:extLst>
          </p:cNvPr>
          <p:cNvSpPr>
            <a:spLocks noGrp="1"/>
          </p:cNvSpPr>
          <p:nvPr>
            <p:ph type="body" sz="quarter" idx="11" hasCustomPrompt="1"/>
          </p:nvPr>
        </p:nvSpPr>
        <p:spPr>
          <a:xfrm>
            <a:off x="2228282" y="4291200"/>
            <a:ext cx="5760000" cy="369332"/>
          </a:xfrm>
          <a:prstGeom prst="rect">
            <a:avLst/>
          </a:prstGeom>
        </p:spPr>
        <p:txBody>
          <a:bodyPr lIns="90000" rIns="90000">
            <a:spAutoFit/>
          </a:bodyPr>
          <a:lstStyle>
            <a:lvl1pPr marL="0" indent="0">
              <a:spcBef>
                <a:spcPts val="0"/>
              </a:spcBef>
              <a:spcAft>
                <a:spcPts val="0"/>
              </a:spcAft>
              <a:buFontTx/>
              <a:buNone/>
              <a:defRPr sz="1800">
                <a:solidFill>
                  <a:schemeClr val="tx1"/>
                </a:solidFill>
              </a:defRPr>
            </a:lvl1pPr>
          </a:lstStyle>
          <a:p>
            <a:pPr lvl="0"/>
            <a:r>
              <a:rPr lang="en-US" noProof="0"/>
              <a:t>Source here if needed</a:t>
            </a:r>
          </a:p>
        </p:txBody>
      </p:sp>
      <p:pic>
        <p:nvPicPr>
          <p:cNvPr id="14" name="Grafik 1">
            <a:extLst>
              <a:ext uri="{FF2B5EF4-FFF2-40B4-BE49-F238E27FC236}">
                <a16:creationId xmlns:a16="http://schemas.microsoft.com/office/drawing/2014/main" id="{F475D4C5-6530-D340-A326-22166001BE9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878134" y="6191238"/>
            <a:ext cx="1531988" cy="117365"/>
          </a:xfrm>
          <a:prstGeom prst="rect">
            <a:avLst/>
          </a:prstGeom>
        </p:spPr>
      </p:pic>
    </p:spTree>
    <p:extLst>
      <p:ext uri="{BB962C8B-B14F-4D97-AF65-F5344CB8AC3E}">
        <p14:creationId xmlns:p14="http://schemas.microsoft.com/office/powerpoint/2010/main" val="4132020566"/>
      </p:ext>
    </p:extLst>
  </p:cSld>
  <p:clrMapOvr>
    <a:masterClrMapping/>
  </p:clrMapOvr>
  <p:extLst>
    <p:ext uri="{DCECCB84-F9BA-43D5-87BE-67443E8EF086}">
      <p15:sldGuideLst xmlns:p15="http://schemas.microsoft.com/office/powerpoint/2012/main">
        <p15:guide id="1" pos="3840">
          <p15:clr>
            <a:srgbClr val="FBAE40"/>
          </p15:clr>
        </p15:guide>
        <p15:guide id="2" pos="529">
          <p15:clr>
            <a:srgbClr val="FBAE40"/>
          </p15:clr>
        </p15:guide>
        <p15:guide id="3" pos="869">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slide #5">
    <p:spTree>
      <p:nvGrpSpPr>
        <p:cNvPr id="1" name=""/>
        <p:cNvGrpSpPr/>
        <p:nvPr/>
      </p:nvGrpSpPr>
      <p:grpSpPr>
        <a:xfrm>
          <a:off x="0" y="0"/>
          <a:ext cx="0" cy="0"/>
          <a:chOff x="0" y="0"/>
          <a:chExt cx="0" cy="0"/>
        </a:xfrm>
      </p:grpSpPr>
      <p:sp>
        <p:nvSpPr>
          <p:cNvPr id="20" name="Textplatzhalter">
            <a:extLst>
              <a:ext uri="{FF2B5EF4-FFF2-40B4-BE49-F238E27FC236}">
                <a16:creationId xmlns:a16="http://schemas.microsoft.com/office/drawing/2014/main" id="{B5CA96D4-BB14-2642-A768-1DBEB89BB529}"/>
              </a:ext>
            </a:extLst>
          </p:cNvPr>
          <p:cNvSpPr>
            <a:spLocks noGrp="1"/>
          </p:cNvSpPr>
          <p:nvPr>
            <p:ph type="body" sz="quarter" idx="10" hasCustomPrompt="1"/>
          </p:nvPr>
        </p:nvSpPr>
        <p:spPr>
          <a:xfrm>
            <a:off x="2217600" y="4322249"/>
            <a:ext cx="6480000" cy="1569660"/>
          </a:xfrm>
          <a:prstGeom prst="rect">
            <a:avLst/>
          </a:prstGeom>
        </p:spPr>
        <p:txBody>
          <a:bodyPr lIns="90000" rIns="90000">
            <a:spAutoFit/>
          </a:bodyPr>
          <a:lstStyle>
            <a:lvl1pPr>
              <a:spcAft>
                <a:spcPts val="0"/>
              </a:spcAft>
              <a:defRPr sz="4800">
                <a:solidFill>
                  <a:schemeClr val="bg1"/>
                </a:solidFill>
              </a:defRPr>
            </a:lvl1pPr>
          </a:lstStyle>
          <a:p>
            <a:pPr lvl="0"/>
            <a:r>
              <a:rPr lang="en-US" noProof="0" dirty="0"/>
              <a:t>Short text on darker </a:t>
            </a:r>
            <a:br>
              <a:rPr lang="en-US" noProof="0" dirty="0"/>
            </a:br>
            <a:r>
              <a:rPr lang="en-US" noProof="0" dirty="0"/>
              <a:t>image, 48 </a:t>
            </a:r>
            <a:r>
              <a:rPr lang="en-US" noProof="0" dirty="0" err="1"/>
              <a:t>pt</a:t>
            </a:r>
            <a:endParaRPr lang="en-US" noProof="0" dirty="0"/>
          </a:p>
        </p:txBody>
      </p:sp>
      <p:pic>
        <p:nvPicPr>
          <p:cNvPr id="3" name="Grafik 2">
            <a:extLst>
              <a:ext uri="{FF2B5EF4-FFF2-40B4-BE49-F238E27FC236}">
                <a16:creationId xmlns:a16="http://schemas.microsoft.com/office/drawing/2014/main" id="{23C0BEC8-0A20-A64E-9115-2AA55ED5930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878134" y="6191237"/>
            <a:ext cx="1533600" cy="117488"/>
          </a:xfrm>
          <a:prstGeom prst="rect">
            <a:avLst/>
          </a:prstGeom>
        </p:spPr>
      </p:pic>
      <p:pic>
        <p:nvPicPr>
          <p:cNvPr id="4" name="Grafik 3">
            <a:extLst>
              <a:ext uri="{FF2B5EF4-FFF2-40B4-BE49-F238E27FC236}">
                <a16:creationId xmlns:a16="http://schemas.microsoft.com/office/drawing/2014/main" id="{54D3F37F-5084-0747-AF4E-E6FDC8C9FAE5}"/>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878133" y="6191238"/>
            <a:ext cx="1531988" cy="117365"/>
          </a:xfrm>
          <a:prstGeom prst="rect">
            <a:avLst/>
          </a:prstGeom>
        </p:spPr>
      </p:pic>
    </p:spTree>
    <p:extLst>
      <p:ext uri="{BB962C8B-B14F-4D97-AF65-F5344CB8AC3E}">
        <p14:creationId xmlns:p14="http://schemas.microsoft.com/office/powerpoint/2010/main" val="2163801755"/>
      </p:ext>
    </p:extLst>
  </p:cSld>
  <p:clrMapOvr>
    <a:masterClrMapping/>
  </p:clrMapOvr>
  <p:extLst>
    <p:ext uri="{DCECCB84-F9BA-43D5-87BE-67443E8EF086}">
      <p15:sldGuideLst xmlns:p15="http://schemas.microsoft.com/office/powerpoint/2012/main">
        <p15:guide id="1" pos="3840">
          <p15:clr>
            <a:srgbClr val="FBAE40"/>
          </p15:clr>
        </p15:guide>
        <p15:guide id="2" pos="529">
          <p15:clr>
            <a:srgbClr val="FBAE40"/>
          </p15:clr>
        </p15:guide>
        <p15:guide id="3" pos="869">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slide #6">
    <p:spTree>
      <p:nvGrpSpPr>
        <p:cNvPr id="1" name=""/>
        <p:cNvGrpSpPr/>
        <p:nvPr/>
      </p:nvGrpSpPr>
      <p:grpSpPr>
        <a:xfrm>
          <a:off x="0" y="0"/>
          <a:ext cx="0" cy="0"/>
          <a:chOff x="0" y="0"/>
          <a:chExt cx="0" cy="0"/>
        </a:xfrm>
      </p:grpSpPr>
      <p:sp>
        <p:nvSpPr>
          <p:cNvPr id="3" name="Textplatzhalter">
            <a:extLst>
              <a:ext uri="{FF2B5EF4-FFF2-40B4-BE49-F238E27FC236}">
                <a16:creationId xmlns:a16="http://schemas.microsoft.com/office/drawing/2014/main" id="{BBE4776C-70AD-574C-BCCF-20ABAFB818CA}"/>
              </a:ext>
            </a:extLst>
          </p:cNvPr>
          <p:cNvSpPr>
            <a:spLocks noGrp="1"/>
          </p:cNvSpPr>
          <p:nvPr>
            <p:ph type="body" sz="quarter" idx="16" hasCustomPrompt="1"/>
          </p:nvPr>
        </p:nvSpPr>
        <p:spPr>
          <a:xfrm>
            <a:off x="1011599" y="4338000"/>
            <a:ext cx="4508499" cy="2520000"/>
          </a:xfrm>
          <a:prstGeom prst="rect">
            <a:avLst/>
          </a:prstGeom>
          <a:solidFill>
            <a:schemeClr val="bg1"/>
          </a:solidFill>
        </p:spPr>
        <p:txBody>
          <a:bodyPr wrap="square" lIns="396000" tIns="392400" rIns="396000">
            <a:noAutofit/>
          </a:bodyPr>
          <a:lstStyle>
            <a:lvl1pPr>
              <a:defRPr sz="2600"/>
            </a:lvl1pPr>
          </a:lstStyle>
          <a:p>
            <a:pPr lvl="0"/>
            <a:r>
              <a:rPr lang="en-US" noProof="0" dirty="0"/>
              <a:t>Smaller and longer text on white box lorem ipsum dolor sit </a:t>
            </a:r>
            <a:r>
              <a:rPr lang="en-US" noProof="0" dirty="0" err="1"/>
              <a:t>amet</a:t>
            </a:r>
            <a:r>
              <a:rPr lang="en-US" noProof="0" dirty="0"/>
              <a:t> in 26 </a:t>
            </a:r>
            <a:r>
              <a:rPr lang="en-US" noProof="0" dirty="0" err="1"/>
              <a:t>pt</a:t>
            </a:r>
            <a:r>
              <a:rPr lang="en-US" noProof="0" dirty="0"/>
              <a:t> font size.</a:t>
            </a:r>
          </a:p>
        </p:txBody>
      </p:sp>
      <p:pic>
        <p:nvPicPr>
          <p:cNvPr id="4" name="Grafik 1">
            <a:extLst>
              <a:ext uri="{FF2B5EF4-FFF2-40B4-BE49-F238E27FC236}">
                <a16:creationId xmlns:a16="http://schemas.microsoft.com/office/drawing/2014/main" id="{ACB26219-1B8F-804F-BA49-79D9A7D8F9F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878134" y="6191238"/>
            <a:ext cx="1531988" cy="117365"/>
          </a:xfrm>
          <a:prstGeom prst="rect">
            <a:avLst/>
          </a:prstGeom>
        </p:spPr>
      </p:pic>
    </p:spTree>
    <p:extLst>
      <p:ext uri="{BB962C8B-B14F-4D97-AF65-F5344CB8AC3E}">
        <p14:creationId xmlns:p14="http://schemas.microsoft.com/office/powerpoint/2010/main" val="713759705"/>
      </p:ext>
    </p:extLst>
  </p:cSld>
  <p:clrMapOvr>
    <a:masterClrMapping/>
  </p:clrMapOvr>
  <p:extLst>
    <p:ext uri="{DCECCB84-F9BA-43D5-87BE-67443E8EF086}">
      <p15:sldGuideLst xmlns:p15="http://schemas.microsoft.com/office/powerpoint/2012/main">
        <p15:guide id="1" pos="3840">
          <p15:clr>
            <a:srgbClr val="FBAE40"/>
          </p15:clr>
        </p15:guide>
        <p15:guide id="2" pos="523">
          <p15:clr>
            <a:srgbClr val="FBAE40"/>
          </p15:clr>
        </p15:guide>
        <p15:guide id="3" pos="869">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slide #7">
    <p:spTree>
      <p:nvGrpSpPr>
        <p:cNvPr id="1" name=""/>
        <p:cNvGrpSpPr/>
        <p:nvPr/>
      </p:nvGrpSpPr>
      <p:grpSpPr>
        <a:xfrm>
          <a:off x="0" y="0"/>
          <a:ext cx="0" cy="0"/>
          <a:chOff x="0" y="0"/>
          <a:chExt cx="0" cy="0"/>
        </a:xfrm>
      </p:grpSpPr>
      <p:sp>
        <p:nvSpPr>
          <p:cNvPr id="3" name="Textplatzhalter">
            <a:extLst>
              <a:ext uri="{FF2B5EF4-FFF2-40B4-BE49-F238E27FC236}">
                <a16:creationId xmlns:a16="http://schemas.microsoft.com/office/drawing/2014/main" id="{786E40F8-F612-CC46-80CE-82A8AC5DA592}"/>
              </a:ext>
            </a:extLst>
          </p:cNvPr>
          <p:cNvSpPr>
            <a:spLocks noGrp="1"/>
          </p:cNvSpPr>
          <p:nvPr>
            <p:ph type="body" sz="quarter" idx="16" hasCustomPrompt="1"/>
          </p:nvPr>
        </p:nvSpPr>
        <p:spPr>
          <a:xfrm>
            <a:off x="1011599" y="4338000"/>
            <a:ext cx="4508499" cy="2520000"/>
          </a:xfrm>
          <a:prstGeom prst="rect">
            <a:avLst/>
          </a:prstGeom>
          <a:solidFill>
            <a:schemeClr val="tx1"/>
          </a:solidFill>
        </p:spPr>
        <p:txBody>
          <a:bodyPr wrap="square" lIns="396000" tIns="392400" rIns="396000">
            <a:noAutofit/>
          </a:bodyPr>
          <a:lstStyle>
            <a:lvl1pPr>
              <a:defRPr sz="2600">
                <a:solidFill>
                  <a:schemeClr val="bg1"/>
                </a:solidFill>
              </a:defRPr>
            </a:lvl1pPr>
          </a:lstStyle>
          <a:p>
            <a:pPr lvl="0"/>
            <a:r>
              <a:rPr lang="en-US" noProof="0" dirty="0"/>
              <a:t>Smaller and longer text on white box lorem ipsum dolor sit </a:t>
            </a:r>
            <a:r>
              <a:rPr lang="en-US" noProof="0" dirty="0" err="1"/>
              <a:t>amet</a:t>
            </a:r>
            <a:r>
              <a:rPr lang="en-US" noProof="0" dirty="0"/>
              <a:t> in 26 </a:t>
            </a:r>
            <a:r>
              <a:rPr lang="en-US" noProof="0" dirty="0" err="1"/>
              <a:t>pt</a:t>
            </a:r>
            <a:r>
              <a:rPr lang="en-US" noProof="0" dirty="0"/>
              <a:t> font size.</a:t>
            </a:r>
          </a:p>
        </p:txBody>
      </p:sp>
      <p:pic>
        <p:nvPicPr>
          <p:cNvPr id="4" name="Grafik 1">
            <a:extLst>
              <a:ext uri="{FF2B5EF4-FFF2-40B4-BE49-F238E27FC236}">
                <a16:creationId xmlns:a16="http://schemas.microsoft.com/office/drawing/2014/main" id="{56CF3B19-D6D0-CD41-83AF-8D1872E610E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878134" y="6191238"/>
            <a:ext cx="1531988" cy="117365"/>
          </a:xfrm>
          <a:prstGeom prst="rect">
            <a:avLst/>
          </a:prstGeom>
        </p:spPr>
      </p:pic>
    </p:spTree>
    <p:extLst>
      <p:ext uri="{BB962C8B-B14F-4D97-AF65-F5344CB8AC3E}">
        <p14:creationId xmlns:p14="http://schemas.microsoft.com/office/powerpoint/2010/main" val="4226515535"/>
      </p:ext>
    </p:extLst>
  </p:cSld>
  <p:clrMapOvr>
    <a:masterClrMapping/>
  </p:clrMapOvr>
  <p:extLst>
    <p:ext uri="{DCECCB84-F9BA-43D5-87BE-67443E8EF086}">
      <p15:sldGuideLst xmlns:p15="http://schemas.microsoft.com/office/powerpoint/2012/main">
        <p15:guide id="1" pos="3840">
          <p15:clr>
            <a:srgbClr val="FBAE40"/>
          </p15:clr>
        </p15:guide>
        <p15:guide id="2" pos="523">
          <p15:clr>
            <a:srgbClr val="FBAE40"/>
          </p15:clr>
        </p15:guide>
        <p15:guide id="3" pos="869">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slide #8">
    <p:spTree>
      <p:nvGrpSpPr>
        <p:cNvPr id="1" name=""/>
        <p:cNvGrpSpPr/>
        <p:nvPr/>
      </p:nvGrpSpPr>
      <p:grpSpPr>
        <a:xfrm>
          <a:off x="0" y="0"/>
          <a:ext cx="0" cy="0"/>
          <a:chOff x="0" y="0"/>
          <a:chExt cx="0" cy="0"/>
        </a:xfrm>
      </p:grpSpPr>
      <p:sp>
        <p:nvSpPr>
          <p:cNvPr id="25" name="Textplatzhalter 2">
            <a:extLst>
              <a:ext uri="{FF2B5EF4-FFF2-40B4-BE49-F238E27FC236}">
                <a16:creationId xmlns:a16="http://schemas.microsoft.com/office/drawing/2014/main" id="{C006C4D8-2E1D-C74B-8CC6-C1584030933B}"/>
              </a:ext>
            </a:extLst>
          </p:cNvPr>
          <p:cNvSpPr>
            <a:spLocks noGrp="1"/>
          </p:cNvSpPr>
          <p:nvPr>
            <p:ph type="body" sz="quarter" idx="11" hasCustomPrompt="1"/>
          </p:nvPr>
        </p:nvSpPr>
        <p:spPr>
          <a:xfrm>
            <a:off x="738000" y="2145599"/>
            <a:ext cx="4140000" cy="1620000"/>
          </a:xfrm>
          <a:prstGeom prst="rect">
            <a:avLst/>
          </a:prstGeom>
        </p:spPr>
        <p:txBody>
          <a:bodyPr wrap="square" lIns="90000" tIns="46800" rIns="90000">
            <a:spAutoFit/>
          </a:bodyPr>
          <a:lstStyle>
            <a:lvl1pPr marL="0" indent="0">
              <a:lnSpc>
                <a:spcPct val="120000"/>
              </a:lnSpc>
              <a:spcBef>
                <a:spcPts val="0"/>
              </a:spcBef>
              <a:spcAft>
                <a:spcPts val="600"/>
              </a:spcAft>
              <a:buFontTx/>
              <a:buNone/>
              <a:defRPr sz="1400">
                <a:solidFill>
                  <a:schemeClr val="tx1"/>
                </a:solidFill>
              </a:defRPr>
            </a:lvl1pPr>
          </a:lstStyle>
          <a:p>
            <a:pPr lvl="0"/>
            <a:r>
              <a:rPr lang="en-US" noProof="0" dirty="0"/>
              <a:t>Abstract 14 Pt Lorem ipsum dolor sit </a:t>
            </a:r>
            <a:r>
              <a:rPr lang="en-US" noProof="0" dirty="0" err="1"/>
              <a:t>amet</a:t>
            </a:r>
            <a:r>
              <a:rPr lang="en-US" noProof="0" dirty="0"/>
              <a:t>, </a:t>
            </a:r>
            <a:r>
              <a:rPr lang="en-US" noProof="0" dirty="0" err="1"/>
              <a:t>consetetur</a:t>
            </a:r>
            <a:r>
              <a:rPr lang="en-US" noProof="0" dirty="0"/>
              <a:t> </a:t>
            </a:r>
            <a:r>
              <a:rPr lang="en-US" noProof="0" dirty="0" err="1"/>
              <a:t>sadipscing</a:t>
            </a:r>
            <a:r>
              <a:rPr lang="en-US" noProof="0" dirty="0"/>
              <a:t> </a:t>
            </a:r>
            <a:r>
              <a:rPr lang="en-US" noProof="0" dirty="0" err="1"/>
              <a:t>elitr</a:t>
            </a:r>
            <a:r>
              <a:rPr lang="en-US" noProof="0" dirty="0"/>
              <a:t>, sed diam </a:t>
            </a:r>
            <a:r>
              <a:rPr lang="en-US" noProof="0" dirty="0" err="1"/>
              <a:t>nonumy</a:t>
            </a:r>
            <a:r>
              <a:rPr lang="en-US" noProof="0" dirty="0"/>
              <a:t> </a:t>
            </a:r>
            <a:r>
              <a:rPr lang="en-US" noProof="0" dirty="0" err="1"/>
              <a:t>eirmod</a:t>
            </a:r>
            <a:r>
              <a:rPr lang="en-US" noProof="0" dirty="0"/>
              <a:t> </a:t>
            </a:r>
            <a:r>
              <a:rPr lang="en-US" noProof="0" dirty="0" err="1"/>
              <a:t>tempor</a:t>
            </a:r>
            <a:r>
              <a:rPr lang="en-US" noProof="0" dirty="0"/>
              <a:t> </a:t>
            </a:r>
            <a:r>
              <a:rPr lang="en-US" noProof="0" dirty="0" err="1"/>
              <a:t>invidunt</a:t>
            </a:r>
            <a:r>
              <a:rPr lang="en-US" noProof="0" dirty="0"/>
              <a:t> </a:t>
            </a:r>
            <a:r>
              <a:rPr lang="en-US" noProof="0" dirty="0" err="1"/>
              <a:t>ut</a:t>
            </a:r>
            <a:r>
              <a:rPr lang="en-US" noProof="0" dirty="0"/>
              <a:t> </a:t>
            </a:r>
            <a:r>
              <a:rPr lang="en-US" noProof="0" dirty="0" err="1"/>
              <a:t>labore</a:t>
            </a:r>
            <a:r>
              <a:rPr lang="en-US" noProof="0" dirty="0"/>
              <a:t> et dolore magna </a:t>
            </a:r>
            <a:r>
              <a:rPr lang="en-US" noProof="0" dirty="0" err="1"/>
              <a:t>aliquyam</a:t>
            </a:r>
            <a:r>
              <a:rPr lang="en-US" noProof="0" dirty="0"/>
              <a:t> </a:t>
            </a:r>
            <a:r>
              <a:rPr lang="en-US" noProof="0" dirty="0" err="1"/>
              <a:t>erat</a:t>
            </a:r>
            <a:r>
              <a:rPr lang="en-US" noProof="0" dirty="0"/>
              <a:t>, sed diam </a:t>
            </a:r>
            <a:r>
              <a:rPr lang="en-US" noProof="0" dirty="0" err="1"/>
              <a:t>voluptua</a:t>
            </a:r>
            <a:r>
              <a:rPr lang="en-US" noProof="0" dirty="0"/>
              <a:t>. At </a:t>
            </a:r>
            <a:r>
              <a:rPr lang="en-US" noProof="0" dirty="0" err="1"/>
              <a:t>vero</a:t>
            </a:r>
            <a:r>
              <a:rPr lang="en-US" noProof="0" dirty="0"/>
              <a:t> </a:t>
            </a:r>
            <a:r>
              <a:rPr lang="en-US" noProof="0" dirty="0" err="1"/>
              <a:t>eos</a:t>
            </a:r>
            <a:r>
              <a:rPr lang="en-US" noProof="0" dirty="0"/>
              <a:t> et </a:t>
            </a:r>
            <a:r>
              <a:rPr lang="en-US" noProof="0" dirty="0" err="1"/>
              <a:t>accusam</a:t>
            </a:r>
            <a:r>
              <a:rPr lang="en-US" noProof="0" dirty="0"/>
              <a:t> et </a:t>
            </a:r>
            <a:r>
              <a:rPr lang="en-US" noProof="0" dirty="0" err="1"/>
              <a:t>justo</a:t>
            </a:r>
            <a:r>
              <a:rPr lang="en-US" noProof="0" dirty="0"/>
              <a:t> duo </a:t>
            </a:r>
            <a:r>
              <a:rPr lang="en-US" noProof="0" dirty="0" err="1"/>
              <a:t>dolores</a:t>
            </a:r>
            <a:r>
              <a:rPr lang="en-US" noProof="0" dirty="0"/>
              <a:t> et </a:t>
            </a:r>
            <a:r>
              <a:rPr lang="en-US" noProof="0" dirty="0" err="1"/>
              <a:t>ea</a:t>
            </a:r>
            <a:r>
              <a:rPr lang="en-US" noProof="0" dirty="0"/>
              <a:t> </a:t>
            </a:r>
            <a:r>
              <a:rPr lang="en-US" noProof="0" dirty="0" err="1"/>
              <a:t>rebum</a:t>
            </a:r>
            <a:r>
              <a:rPr lang="en-US" noProof="0" dirty="0"/>
              <a:t>. Stet </a:t>
            </a:r>
            <a:r>
              <a:rPr lang="en-US" noProof="0" dirty="0" err="1"/>
              <a:t>clita</a:t>
            </a:r>
            <a:r>
              <a:rPr lang="en-US" noProof="0" dirty="0"/>
              <a:t> </a:t>
            </a:r>
            <a:r>
              <a:rPr lang="en-US" noProof="0" dirty="0" err="1"/>
              <a:t>kasd</a:t>
            </a:r>
            <a:r>
              <a:rPr lang="en-US" noProof="0" dirty="0"/>
              <a:t> </a:t>
            </a:r>
            <a:r>
              <a:rPr lang="en-US" noProof="0" dirty="0" err="1"/>
              <a:t>gubergren</a:t>
            </a:r>
            <a:r>
              <a:rPr lang="en-US" noProof="0" dirty="0"/>
              <a:t>, no sea </a:t>
            </a:r>
            <a:r>
              <a:rPr lang="en-US" noProof="0" dirty="0" err="1"/>
              <a:t>takimata</a:t>
            </a:r>
            <a:r>
              <a:rPr lang="en-US" noProof="0" dirty="0"/>
              <a:t> </a:t>
            </a:r>
            <a:r>
              <a:rPr lang="en-US" noProof="0" dirty="0" err="1"/>
              <a:t>sanctus</a:t>
            </a:r>
            <a:r>
              <a:rPr lang="en-US" noProof="0" dirty="0"/>
              <a:t>.</a:t>
            </a:r>
          </a:p>
        </p:txBody>
      </p:sp>
      <p:sp>
        <p:nvSpPr>
          <p:cNvPr id="24" name="Textplatzhalter 1">
            <a:extLst>
              <a:ext uri="{FF2B5EF4-FFF2-40B4-BE49-F238E27FC236}">
                <a16:creationId xmlns:a16="http://schemas.microsoft.com/office/drawing/2014/main" id="{13EE9595-07BA-214F-9C1B-4C4404D86EFF}"/>
              </a:ext>
            </a:extLst>
          </p:cNvPr>
          <p:cNvSpPr>
            <a:spLocks noGrp="1"/>
          </p:cNvSpPr>
          <p:nvPr>
            <p:ph type="body" sz="quarter" idx="10" hasCustomPrompt="1"/>
          </p:nvPr>
        </p:nvSpPr>
        <p:spPr>
          <a:xfrm>
            <a:off x="738000" y="459149"/>
            <a:ext cx="4500000" cy="1077218"/>
          </a:xfrm>
          <a:prstGeom prst="rect">
            <a:avLst/>
          </a:prstGeom>
        </p:spPr>
        <p:txBody>
          <a:bodyPr lIns="90000" tIns="46800" rIns="90000">
            <a:spAutoFit/>
          </a:bodyPr>
          <a:lstStyle>
            <a:lvl1pPr>
              <a:spcAft>
                <a:spcPts val="0"/>
              </a:spcAft>
              <a:defRPr sz="3200">
                <a:solidFill>
                  <a:schemeClr val="tx1"/>
                </a:solidFill>
              </a:defRPr>
            </a:lvl1pPr>
          </a:lstStyle>
          <a:p>
            <a:pPr lvl="0"/>
            <a:r>
              <a:rPr lang="en-US" noProof="0"/>
              <a:t>Image and title across two lines, 32 pt</a:t>
            </a:r>
          </a:p>
        </p:txBody>
      </p:sp>
      <p:pic>
        <p:nvPicPr>
          <p:cNvPr id="4" name="Logo VR">
            <a:extLst>
              <a:ext uri="{FF2B5EF4-FFF2-40B4-BE49-F238E27FC236}">
                <a16:creationId xmlns:a16="http://schemas.microsoft.com/office/drawing/2014/main" id="{16052AD7-D53E-6146-96D2-A94D732B754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878134" y="6191238"/>
            <a:ext cx="1531988" cy="117365"/>
          </a:xfrm>
          <a:prstGeom prst="rect">
            <a:avLst/>
          </a:prstGeom>
        </p:spPr>
      </p:pic>
    </p:spTree>
    <p:extLst>
      <p:ext uri="{BB962C8B-B14F-4D97-AF65-F5344CB8AC3E}">
        <p14:creationId xmlns:p14="http://schemas.microsoft.com/office/powerpoint/2010/main" val="3113916400"/>
      </p:ext>
    </p:extLst>
  </p:cSld>
  <p:clrMapOvr>
    <a:masterClrMapping/>
  </p:clrMapOvr>
  <p:extLst>
    <p:ext uri="{DCECCB84-F9BA-43D5-87BE-67443E8EF086}">
      <p15:sldGuideLst xmlns:p15="http://schemas.microsoft.com/office/powerpoint/2012/main">
        <p15:guide id="1" pos="3840">
          <p15:clr>
            <a:srgbClr val="FBAE40"/>
          </p15:clr>
        </p15:guide>
        <p15:guide id="2" pos="523">
          <p15:clr>
            <a:srgbClr val="FBAE40"/>
          </p15:clr>
        </p15:guide>
        <p15:guide id="3" pos="869">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slide #9">
    <p:spTree>
      <p:nvGrpSpPr>
        <p:cNvPr id="1" name=""/>
        <p:cNvGrpSpPr/>
        <p:nvPr/>
      </p:nvGrpSpPr>
      <p:grpSpPr>
        <a:xfrm>
          <a:off x="0" y="0"/>
          <a:ext cx="0" cy="0"/>
          <a:chOff x="0" y="0"/>
          <a:chExt cx="0" cy="0"/>
        </a:xfrm>
      </p:grpSpPr>
      <p:sp>
        <p:nvSpPr>
          <p:cNvPr id="13" name="Textplatzhalter 3">
            <a:extLst>
              <a:ext uri="{FF2B5EF4-FFF2-40B4-BE49-F238E27FC236}">
                <a16:creationId xmlns:a16="http://schemas.microsoft.com/office/drawing/2014/main" id="{BE27BE5C-F8C7-1E4A-A4B6-0963D965B924}"/>
              </a:ext>
            </a:extLst>
          </p:cNvPr>
          <p:cNvSpPr>
            <a:spLocks noGrp="1"/>
          </p:cNvSpPr>
          <p:nvPr>
            <p:ph type="body" sz="quarter" idx="16" hasCustomPrompt="1"/>
          </p:nvPr>
        </p:nvSpPr>
        <p:spPr>
          <a:xfrm>
            <a:off x="738000" y="2828835"/>
            <a:ext cx="4140000" cy="1384995"/>
          </a:xfrm>
          <a:prstGeom prst="rect">
            <a:avLst/>
          </a:prstGeom>
        </p:spPr>
        <p:txBody>
          <a:bodyPr lIns="90000">
            <a:spAutoFit/>
          </a:bodyPr>
          <a:lstStyle>
            <a:lvl1pPr marL="0" indent="0">
              <a:lnSpc>
                <a:spcPct val="100000"/>
              </a:lnSpc>
              <a:spcBef>
                <a:spcPts val="0"/>
              </a:spcBef>
              <a:spcAft>
                <a:spcPts val="0"/>
              </a:spcAft>
              <a:buFontTx/>
              <a:buNone/>
              <a:defRPr sz="1400">
                <a:solidFill>
                  <a:schemeClr val="tx1"/>
                </a:solidFill>
              </a:defRPr>
            </a:lvl1pPr>
            <a:lvl2pPr marL="115200" indent="-115200">
              <a:lnSpc>
                <a:spcPct val="110000"/>
              </a:lnSpc>
              <a:spcBef>
                <a:spcPts val="0"/>
              </a:spcBef>
              <a:spcAft>
                <a:spcPts val="600"/>
              </a:spcAft>
              <a:defRPr/>
            </a:lvl2pPr>
          </a:lstStyle>
          <a:p>
            <a:pPr lvl="0"/>
            <a:r>
              <a:rPr lang="en-US" noProof="0" dirty="0"/>
              <a:t>Abstract 14 Pt Lorem ipsum dolor sit </a:t>
            </a:r>
            <a:r>
              <a:rPr lang="en-US" noProof="0" dirty="0" err="1"/>
              <a:t>amet</a:t>
            </a:r>
            <a:r>
              <a:rPr lang="en-US" noProof="0" dirty="0"/>
              <a:t>, </a:t>
            </a:r>
            <a:r>
              <a:rPr lang="en-US" noProof="0" dirty="0" err="1"/>
              <a:t>consetetur</a:t>
            </a:r>
            <a:r>
              <a:rPr lang="en-US" noProof="0" dirty="0"/>
              <a:t> </a:t>
            </a:r>
            <a:r>
              <a:rPr lang="en-US" noProof="0" dirty="0" err="1"/>
              <a:t>sadipscing</a:t>
            </a:r>
            <a:r>
              <a:rPr lang="en-US" noProof="0" dirty="0"/>
              <a:t> </a:t>
            </a:r>
            <a:r>
              <a:rPr lang="en-US" noProof="0" dirty="0" err="1"/>
              <a:t>elitr</a:t>
            </a:r>
            <a:r>
              <a:rPr lang="en-US" noProof="0" dirty="0"/>
              <a:t>, sed diam </a:t>
            </a:r>
            <a:r>
              <a:rPr lang="en-US" noProof="0" dirty="0" err="1"/>
              <a:t>nonumy</a:t>
            </a:r>
            <a:r>
              <a:rPr lang="en-US" noProof="0" dirty="0"/>
              <a:t> </a:t>
            </a:r>
            <a:r>
              <a:rPr lang="en-US" noProof="0" dirty="0" err="1"/>
              <a:t>eirmod</a:t>
            </a:r>
            <a:r>
              <a:rPr lang="en-US" noProof="0" dirty="0"/>
              <a:t> </a:t>
            </a:r>
            <a:r>
              <a:rPr lang="en-US" noProof="0" dirty="0" err="1"/>
              <a:t>tempor</a:t>
            </a:r>
            <a:r>
              <a:rPr lang="en-US" noProof="0" dirty="0"/>
              <a:t> </a:t>
            </a:r>
            <a:r>
              <a:rPr lang="en-US" noProof="0" dirty="0" err="1"/>
              <a:t>invidunt</a:t>
            </a:r>
            <a:r>
              <a:rPr lang="en-US" noProof="0" dirty="0"/>
              <a:t> </a:t>
            </a:r>
            <a:r>
              <a:rPr lang="en-US" noProof="0" dirty="0" err="1"/>
              <a:t>ut</a:t>
            </a:r>
            <a:r>
              <a:rPr lang="en-US" noProof="0" dirty="0"/>
              <a:t> </a:t>
            </a:r>
            <a:r>
              <a:rPr lang="en-US" noProof="0" dirty="0" err="1"/>
              <a:t>labore</a:t>
            </a:r>
            <a:r>
              <a:rPr lang="en-US" noProof="0" dirty="0"/>
              <a:t> et dolore magna </a:t>
            </a:r>
            <a:r>
              <a:rPr lang="en-US" noProof="0" dirty="0" err="1"/>
              <a:t>aliquyam</a:t>
            </a:r>
            <a:r>
              <a:rPr lang="en-US" noProof="0" dirty="0"/>
              <a:t> </a:t>
            </a:r>
            <a:r>
              <a:rPr lang="en-US" noProof="0" dirty="0" err="1"/>
              <a:t>erat</a:t>
            </a:r>
            <a:r>
              <a:rPr lang="en-US" noProof="0" dirty="0"/>
              <a:t>, sed diam </a:t>
            </a:r>
            <a:r>
              <a:rPr lang="en-US" noProof="0" dirty="0" err="1"/>
              <a:t>voluptua</a:t>
            </a:r>
            <a:r>
              <a:rPr lang="en-US" noProof="0" dirty="0"/>
              <a:t>. At </a:t>
            </a:r>
            <a:r>
              <a:rPr lang="en-US" noProof="0" dirty="0" err="1"/>
              <a:t>vero</a:t>
            </a:r>
            <a:r>
              <a:rPr lang="en-US" noProof="0" dirty="0"/>
              <a:t> </a:t>
            </a:r>
            <a:r>
              <a:rPr lang="en-US" noProof="0" dirty="0" err="1"/>
              <a:t>eos</a:t>
            </a:r>
            <a:r>
              <a:rPr lang="en-US" noProof="0" dirty="0"/>
              <a:t> et </a:t>
            </a:r>
            <a:r>
              <a:rPr lang="en-US" noProof="0" dirty="0" err="1"/>
              <a:t>accusam</a:t>
            </a:r>
            <a:r>
              <a:rPr lang="en-US" noProof="0" dirty="0"/>
              <a:t> et </a:t>
            </a:r>
            <a:r>
              <a:rPr lang="en-US" noProof="0" dirty="0" err="1"/>
              <a:t>justo</a:t>
            </a:r>
            <a:r>
              <a:rPr lang="en-US" noProof="0" dirty="0"/>
              <a:t> duo </a:t>
            </a:r>
            <a:r>
              <a:rPr lang="en-US" noProof="0" dirty="0" err="1"/>
              <a:t>dolores</a:t>
            </a:r>
            <a:r>
              <a:rPr lang="en-US" noProof="0" dirty="0"/>
              <a:t> et </a:t>
            </a:r>
            <a:r>
              <a:rPr lang="en-US" noProof="0" dirty="0" err="1"/>
              <a:t>ea</a:t>
            </a:r>
            <a:r>
              <a:rPr lang="en-US" noProof="0" dirty="0"/>
              <a:t> </a:t>
            </a:r>
            <a:r>
              <a:rPr lang="en-US" noProof="0" dirty="0" err="1"/>
              <a:t>rebum</a:t>
            </a:r>
            <a:r>
              <a:rPr lang="en-US" noProof="0" dirty="0"/>
              <a:t>. Stet </a:t>
            </a:r>
            <a:r>
              <a:rPr lang="en-US" noProof="0" dirty="0" err="1"/>
              <a:t>clita</a:t>
            </a:r>
            <a:r>
              <a:rPr lang="en-US" noProof="0" dirty="0"/>
              <a:t> </a:t>
            </a:r>
            <a:r>
              <a:rPr lang="en-US" noProof="0" dirty="0" err="1"/>
              <a:t>kasd</a:t>
            </a:r>
            <a:r>
              <a:rPr lang="en-US" noProof="0" dirty="0"/>
              <a:t> </a:t>
            </a:r>
            <a:r>
              <a:rPr lang="en-US" noProof="0" dirty="0" err="1"/>
              <a:t>gubergren</a:t>
            </a:r>
            <a:r>
              <a:rPr lang="en-US" noProof="0" dirty="0"/>
              <a:t>, no sea </a:t>
            </a:r>
            <a:r>
              <a:rPr lang="en-US" noProof="0" dirty="0" err="1"/>
              <a:t>takimata</a:t>
            </a:r>
            <a:r>
              <a:rPr lang="en-US" noProof="0" dirty="0"/>
              <a:t> </a:t>
            </a:r>
            <a:r>
              <a:rPr lang="en-US" noProof="0" dirty="0" err="1"/>
              <a:t>sanctus</a:t>
            </a:r>
            <a:r>
              <a:rPr lang="en-US" noProof="0" dirty="0"/>
              <a:t>.</a:t>
            </a:r>
          </a:p>
        </p:txBody>
      </p:sp>
      <p:sp>
        <p:nvSpPr>
          <p:cNvPr id="19" name="Textplatzhalter 2">
            <a:extLst>
              <a:ext uri="{FF2B5EF4-FFF2-40B4-BE49-F238E27FC236}">
                <a16:creationId xmlns:a16="http://schemas.microsoft.com/office/drawing/2014/main" id="{CEBDEEDF-0A0C-4343-88E7-1672319D02FB}"/>
              </a:ext>
            </a:extLst>
          </p:cNvPr>
          <p:cNvSpPr>
            <a:spLocks noGrp="1"/>
          </p:cNvSpPr>
          <p:nvPr>
            <p:ph type="body" sz="quarter" idx="17" hasCustomPrompt="1"/>
          </p:nvPr>
        </p:nvSpPr>
        <p:spPr>
          <a:xfrm>
            <a:off x="737999" y="2139700"/>
            <a:ext cx="4115497" cy="402291"/>
          </a:xfrm>
          <a:prstGeom prst="rect">
            <a:avLst/>
          </a:prstGeom>
        </p:spPr>
        <p:txBody>
          <a:bodyPr wrap="square" tIns="46800" rIns="90000" bIns="46800">
            <a:spAutoFit/>
          </a:bodyPr>
          <a:lstStyle>
            <a:lvl1pPr>
              <a:defRPr sz="2000"/>
            </a:lvl1pPr>
          </a:lstStyle>
          <a:p>
            <a:pPr lvl="0"/>
            <a:r>
              <a:rPr lang="en-US" noProof="0" dirty="0" err="1"/>
              <a:t>Subheadline</a:t>
            </a:r>
            <a:r>
              <a:rPr lang="en-US" noProof="0" dirty="0"/>
              <a:t> 20 Pt Arial</a:t>
            </a:r>
          </a:p>
        </p:txBody>
      </p:sp>
      <p:sp>
        <p:nvSpPr>
          <p:cNvPr id="24" name="Textplatzhalter 1">
            <a:extLst>
              <a:ext uri="{FF2B5EF4-FFF2-40B4-BE49-F238E27FC236}">
                <a16:creationId xmlns:a16="http://schemas.microsoft.com/office/drawing/2014/main" id="{13EE9595-07BA-214F-9C1B-4C4404D86EFF}"/>
              </a:ext>
            </a:extLst>
          </p:cNvPr>
          <p:cNvSpPr>
            <a:spLocks noGrp="1"/>
          </p:cNvSpPr>
          <p:nvPr>
            <p:ph type="body" sz="quarter" idx="10" hasCustomPrompt="1"/>
          </p:nvPr>
        </p:nvSpPr>
        <p:spPr>
          <a:xfrm>
            <a:off x="738000" y="460800"/>
            <a:ext cx="4500000" cy="1077218"/>
          </a:xfrm>
          <a:prstGeom prst="rect">
            <a:avLst/>
          </a:prstGeom>
        </p:spPr>
        <p:txBody>
          <a:bodyPr lIns="90000">
            <a:spAutoFit/>
          </a:bodyPr>
          <a:lstStyle>
            <a:lvl1pPr>
              <a:spcAft>
                <a:spcPts val="0"/>
              </a:spcAft>
              <a:defRPr sz="3200">
                <a:solidFill>
                  <a:schemeClr val="tx1"/>
                </a:solidFill>
              </a:defRPr>
            </a:lvl1pPr>
          </a:lstStyle>
          <a:p>
            <a:pPr lvl="0"/>
            <a:r>
              <a:rPr lang="en-US" noProof="0"/>
              <a:t>Image and title across two lines, 32 pt</a:t>
            </a:r>
          </a:p>
        </p:txBody>
      </p:sp>
      <p:pic>
        <p:nvPicPr>
          <p:cNvPr id="5" name="Logo VR">
            <a:extLst>
              <a:ext uri="{FF2B5EF4-FFF2-40B4-BE49-F238E27FC236}">
                <a16:creationId xmlns:a16="http://schemas.microsoft.com/office/drawing/2014/main" id="{64A02489-EFB7-814C-AE8B-33D1E481934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878134" y="6191238"/>
            <a:ext cx="1531988" cy="117365"/>
          </a:xfrm>
          <a:prstGeom prst="rect">
            <a:avLst/>
          </a:prstGeom>
        </p:spPr>
      </p:pic>
    </p:spTree>
    <p:extLst>
      <p:ext uri="{BB962C8B-B14F-4D97-AF65-F5344CB8AC3E}">
        <p14:creationId xmlns:p14="http://schemas.microsoft.com/office/powerpoint/2010/main" val="1589337899"/>
      </p:ext>
    </p:extLst>
  </p:cSld>
  <p:clrMapOvr>
    <a:masterClrMapping/>
  </p:clrMapOvr>
  <p:extLst>
    <p:ext uri="{DCECCB84-F9BA-43D5-87BE-67443E8EF086}">
      <p15:sldGuideLst xmlns:p15="http://schemas.microsoft.com/office/powerpoint/2012/main">
        <p15:guide id="1" pos="3840">
          <p15:clr>
            <a:srgbClr val="FBAE40"/>
          </p15:clr>
        </p15:guide>
        <p15:guide id="2" pos="523">
          <p15:clr>
            <a:srgbClr val="FBAE40"/>
          </p15:clr>
        </p15:guide>
        <p15:guide id="3" pos="869">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slide #10">
    <p:spTree>
      <p:nvGrpSpPr>
        <p:cNvPr id="1" name=""/>
        <p:cNvGrpSpPr/>
        <p:nvPr/>
      </p:nvGrpSpPr>
      <p:grpSpPr>
        <a:xfrm>
          <a:off x="0" y="0"/>
          <a:ext cx="0" cy="0"/>
          <a:chOff x="0" y="0"/>
          <a:chExt cx="0" cy="0"/>
        </a:xfrm>
      </p:grpSpPr>
      <p:sp>
        <p:nvSpPr>
          <p:cNvPr id="12" name="Textplatzhalter 3">
            <a:extLst>
              <a:ext uri="{FF2B5EF4-FFF2-40B4-BE49-F238E27FC236}">
                <a16:creationId xmlns:a16="http://schemas.microsoft.com/office/drawing/2014/main" id="{20F8232F-C99D-2647-A28E-EEDFC51E6E0A}"/>
              </a:ext>
            </a:extLst>
          </p:cNvPr>
          <p:cNvSpPr>
            <a:spLocks noGrp="1"/>
          </p:cNvSpPr>
          <p:nvPr>
            <p:ph type="body" sz="quarter" idx="44" hasCustomPrompt="1"/>
          </p:nvPr>
        </p:nvSpPr>
        <p:spPr>
          <a:xfrm>
            <a:off x="748632" y="2822958"/>
            <a:ext cx="4140000" cy="2246769"/>
          </a:xfrm>
          <a:prstGeom prst="rect">
            <a:avLst/>
          </a:prstGeom>
        </p:spPr>
        <p:txBody>
          <a:bodyPr wrap="square">
            <a:spAutoFit/>
          </a:bodyPr>
          <a:lstStyle>
            <a:lvl1pPr marL="115200" indent="-115200">
              <a:spcAft>
                <a:spcPts val="600"/>
              </a:spcAft>
              <a:buFont typeface="Arial" panose="020B0604020202020204" pitchFamily="34" charset="0"/>
              <a:buChar char="•"/>
              <a:defRPr sz="1400" baseline="0"/>
            </a:lvl1pPr>
          </a:lstStyle>
          <a:p>
            <a:pPr lvl="0"/>
            <a:r>
              <a:rPr lang="en-US" dirty="0"/>
              <a:t>Bullet lorem ipsum ipsum dolor</a:t>
            </a:r>
            <a:br>
              <a:rPr lang="en-US" dirty="0"/>
            </a:br>
            <a:r>
              <a:rPr lang="en-US" dirty="0"/>
              <a:t>Bullet lorem ipsum ipsum dolor</a:t>
            </a:r>
            <a:br>
              <a:rPr lang="en-US" dirty="0"/>
            </a:br>
            <a:r>
              <a:rPr lang="en-US" dirty="0"/>
              <a:t>Bullet lorem ipsum ipsum dolor</a:t>
            </a:r>
            <a:br>
              <a:rPr lang="en-US" dirty="0"/>
            </a:br>
            <a:r>
              <a:rPr lang="en-US" dirty="0"/>
              <a:t>Bullet lorem ipsum ipsum dolor</a:t>
            </a:r>
            <a:br>
              <a:rPr lang="en-US" dirty="0"/>
            </a:br>
            <a:r>
              <a:rPr lang="en-US" dirty="0"/>
              <a:t>Bullet lorem ipsum ipsum dolor</a:t>
            </a:r>
            <a:br>
              <a:rPr lang="en-US" dirty="0"/>
            </a:br>
            <a:r>
              <a:rPr lang="en-US" dirty="0"/>
              <a:t>Bullet lorem ipsum ipsum dolor</a:t>
            </a:r>
            <a:br>
              <a:rPr lang="en-US" dirty="0"/>
            </a:br>
            <a:r>
              <a:rPr lang="en-US" dirty="0"/>
              <a:t>Bullet lorem ipsum ipsum dolor</a:t>
            </a:r>
            <a:br>
              <a:rPr lang="en-US" dirty="0"/>
            </a:br>
            <a:r>
              <a:rPr lang="en-US" dirty="0"/>
              <a:t>Bullet lorem ipsum ipsum dolor</a:t>
            </a:r>
            <a:br>
              <a:rPr lang="en-US" dirty="0"/>
            </a:br>
            <a:r>
              <a:rPr lang="en-US" dirty="0"/>
              <a:t>Bullet lorem ipsum ipsum dolor</a:t>
            </a:r>
            <a:br>
              <a:rPr lang="en-US" dirty="0"/>
            </a:br>
            <a:r>
              <a:rPr lang="en-US" dirty="0"/>
              <a:t>Bullet lorem ipsum ipsum dolor</a:t>
            </a:r>
          </a:p>
        </p:txBody>
      </p:sp>
      <p:sp>
        <p:nvSpPr>
          <p:cNvPr id="14" name="Textplatzhalter 2">
            <a:extLst>
              <a:ext uri="{FF2B5EF4-FFF2-40B4-BE49-F238E27FC236}">
                <a16:creationId xmlns:a16="http://schemas.microsoft.com/office/drawing/2014/main" id="{6CC54545-4680-F142-A13E-27FBBCDE6A7A}"/>
              </a:ext>
            </a:extLst>
          </p:cNvPr>
          <p:cNvSpPr>
            <a:spLocks noGrp="1"/>
          </p:cNvSpPr>
          <p:nvPr>
            <p:ph type="body" sz="quarter" idx="17" hasCustomPrompt="1"/>
          </p:nvPr>
        </p:nvSpPr>
        <p:spPr>
          <a:xfrm>
            <a:off x="737999" y="2139700"/>
            <a:ext cx="4115497" cy="402291"/>
          </a:xfrm>
          <a:prstGeom prst="rect">
            <a:avLst/>
          </a:prstGeom>
        </p:spPr>
        <p:txBody>
          <a:bodyPr wrap="square" tIns="46800" rIns="90000" bIns="46800">
            <a:spAutoFit/>
          </a:bodyPr>
          <a:lstStyle>
            <a:lvl1pPr>
              <a:defRPr sz="2000"/>
            </a:lvl1pPr>
          </a:lstStyle>
          <a:p>
            <a:pPr lvl="0"/>
            <a:r>
              <a:rPr lang="en-US" noProof="0" dirty="0" err="1"/>
              <a:t>Subheadline</a:t>
            </a:r>
            <a:r>
              <a:rPr lang="en-US" noProof="0" dirty="0"/>
              <a:t> 20 Pt Arial</a:t>
            </a:r>
          </a:p>
        </p:txBody>
      </p:sp>
      <p:sp>
        <p:nvSpPr>
          <p:cNvPr id="24" name="Textplatzhalter 1">
            <a:extLst>
              <a:ext uri="{FF2B5EF4-FFF2-40B4-BE49-F238E27FC236}">
                <a16:creationId xmlns:a16="http://schemas.microsoft.com/office/drawing/2014/main" id="{13EE9595-07BA-214F-9C1B-4C4404D86EFF}"/>
              </a:ext>
            </a:extLst>
          </p:cNvPr>
          <p:cNvSpPr>
            <a:spLocks noGrp="1"/>
          </p:cNvSpPr>
          <p:nvPr>
            <p:ph type="body" sz="quarter" idx="10" hasCustomPrompt="1"/>
          </p:nvPr>
        </p:nvSpPr>
        <p:spPr>
          <a:xfrm>
            <a:off x="738000" y="460800"/>
            <a:ext cx="4500000" cy="1077218"/>
          </a:xfrm>
          <a:prstGeom prst="rect">
            <a:avLst/>
          </a:prstGeom>
        </p:spPr>
        <p:txBody>
          <a:bodyPr lIns="90000">
            <a:spAutoFit/>
          </a:bodyPr>
          <a:lstStyle>
            <a:lvl1pPr>
              <a:spcAft>
                <a:spcPts val="0"/>
              </a:spcAft>
              <a:defRPr sz="3200">
                <a:solidFill>
                  <a:schemeClr val="tx1"/>
                </a:solidFill>
              </a:defRPr>
            </a:lvl1pPr>
          </a:lstStyle>
          <a:p>
            <a:pPr lvl="0"/>
            <a:r>
              <a:rPr lang="en-US" noProof="0"/>
              <a:t>Image and title across two lines, 32 pt</a:t>
            </a:r>
          </a:p>
        </p:txBody>
      </p:sp>
      <p:pic>
        <p:nvPicPr>
          <p:cNvPr id="5" name="LOGO VR">
            <a:extLst>
              <a:ext uri="{FF2B5EF4-FFF2-40B4-BE49-F238E27FC236}">
                <a16:creationId xmlns:a16="http://schemas.microsoft.com/office/drawing/2014/main" id="{DB66C739-4F5D-A84A-8EEC-4A2FE28F72A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878134" y="6191238"/>
            <a:ext cx="1531988" cy="117365"/>
          </a:xfrm>
          <a:prstGeom prst="rect">
            <a:avLst/>
          </a:prstGeom>
        </p:spPr>
      </p:pic>
    </p:spTree>
    <p:extLst>
      <p:ext uri="{BB962C8B-B14F-4D97-AF65-F5344CB8AC3E}">
        <p14:creationId xmlns:p14="http://schemas.microsoft.com/office/powerpoint/2010/main" val="48450433"/>
      </p:ext>
    </p:extLst>
  </p:cSld>
  <p:clrMapOvr>
    <a:masterClrMapping/>
  </p:clrMapOvr>
  <p:extLst>
    <p:ext uri="{DCECCB84-F9BA-43D5-87BE-67443E8EF086}">
      <p15:sldGuideLst xmlns:p15="http://schemas.microsoft.com/office/powerpoint/2012/main">
        <p15:guide id="1" pos="3840">
          <p15:clr>
            <a:srgbClr val="FBAE40"/>
          </p15:clr>
        </p15:guide>
        <p15:guide id="2" pos="523">
          <p15:clr>
            <a:srgbClr val="FBAE40"/>
          </p15:clr>
        </p15:guide>
        <p15:guide id="3" pos="869">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slide #11">
    <p:spTree>
      <p:nvGrpSpPr>
        <p:cNvPr id="1" name=""/>
        <p:cNvGrpSpPr/>
        <p:nvPr/>
      </p:nvGrpSpPr>
      <p:grpSpPr>
        <a:xfrm>
          <a:off x="0" y="0"/>
          <a:ext cx="0" cy="0"/>
          <a:chOff x="0" y="0"/>
          <a:chExt cx="0" cy="0"/>
        </a:xfrm>
      </p:grpSpPr>
      <p:sp>
        <p:nvSpPr>
          <p:cNvPr id="10" name="Textplatzhalter 4">
            <a:extLst>
              <a:ext uri="{FF2B5EF4-FFF2-40B4-BE49-F238E27FC236}">
                <a16:creationId xmlns:a16="http://schemas.microsoft.com/office/drawing/2014/main" id="{29D3F16E-C11D-1F40-93EB-202A4796944B}"/>
              </a:ext>
            </a:extLst>
          </p:cNvPr>
          <p:cNvSpPr>
            <a:spLocks noGrp="1"/>
          </p:cNvSpPr>
          <p:nvPr>
            <p:ph type="body" sz="quarter" idx="25" hasCustomPrompt="1"/>
          </p:nvPr>
        </p:nvSpPr>
        <p:spPr>
          <a:xfrm>
            <a:off x="9069068" y="3512415"/>
            <a:ext cx="2520001" cy="1938992"/>
          </a:xfrm>
          <a:prstGeom prst="rect">
            <a:avLst/>
          </a:prstGeom>
        </p:spPr>
        <p:txBody>
          <a:bodyPr>
            <a:spAutoFit/>
          </a:bodyPr>
          <a:lstStyle>
            <a:lvl1pPr marL="115200" marR="0" indent="-1152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sz="1200"/>
            </a:lvl1pPr>
          </a:lstStyle>
          <a:p>
            <a:pPr marL="115200" marR="0" lvl="0" indent="-1152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dirty="0"/>
              <a:t>Lorem Ipsum dolor sit </a:t>
            </a:r>
            <a:r>
              <a:rPr lang="en-US" dirty="0" err="1"/>
              <a:t>amet</a:t>
            </a:r>
            <a:br>
              <a:rPr lang="en-US" dirty="0"/>
            </a:br>
            <a:r>
              <a:rPr lang="en-US" dirty="0"/>
              <a:t>Lorem Ipsum dolor sit </a:t>
            </a:r>
            <a:r>
              <a:rPr lang="en-US" dirty="0" err="1"/>
              <a:t>amet</a:t>
            </a:r>
            <a:br>
              <a:rPr lang="en-US" dirty="0"/>
            </a:br>
            <a:r>
              <a:rPr lang="en-US" dirty="0"/>
              <a:t>Lorem Ipsum dolor sit </a:t>
            </a:r>
            <a:r>
              <a:rPr lang="en-US" dirty="0" err="1"/>
              <a:t>amet</a:t>
            </a:r>
            <a:br>
              <a:rPr lang="en-US" dirty="0"/>
            </a:br>
            <a:r>
              <a:rPr lang="en-US" dirty="0"/>
              <a:t>Lorem Ipsum dolor sit </a:t>
            </a:r>
            <a:r>
              <a:rPr lang="en-US" dirty="0" err="1"/>
              <a:t>amet</a:t>
            </a:r>
            <a:br>
              <a:rPr lang="en-US" dirty="0"/>
            </a:br>
            <a:r>
              <a:rPr lang="en-US" dirty="0"/>
              <a:t>Lorem Ipsum dolor sit </a:t>
            </a:r>
            <a:r>
              <a:rPr lang="en-US" dirty="0" err="1"/>
              <a:t>amet</a:t>
            </a:r>
            <a:br>
              <a:rPr lang="en-US" dirty="0"/>
            </a:br>
            <a:r>
              <a:rPr lang="en-US" dirty="0"/>
              <a:t>Lorem Ipsum dolor sit </a:t>
            </a:r>
            <a:r>
              <a:rPr lang="en-US" dirty="0" err="1"/>
              <a:t>amet</a:t>
            </a:r>
            <a:br>
              <a:rPr lang="en-US" dirty="0"/>
            </a:br>
            <a:r>
              <a:rPr lang="en-US" dirty="0"/>
              <a:t>Lorem Ipsum dolor sit </a:t>
            </a:r>
            <a:r>
              <a:rPr lang="en-US" dirty="0" err="1"/>
              <a:t>amet</a:t>
            </a:r>
            <a:br>
              <a:rPr lang="en-US" dirty="0"/>
            </a:br>
            <a:r>
              <a:rPr lang="en-US" dirty="0"/>
              <a:t>Lorem Ipsum dolor sit </a:t>
            </a:r>
            <a:r>
              <a:rPr lang="en-US" dirty="0" err="1"/>
              <a:t>amet</a:t>
            </a:r>
            <a:br>
              <a:rPr lang="en-US" dirty="0"/>
            </a:br>
            <a:r>
              <a:rPr lang="en-US" dirty="0"/>
              <a:t>Lorem Ipsum dolor sit </a:t>
            </a:r>
            <a:r>
              <a:rPr lang="en-US" dirty="0" err="1"/>
              <a:t>amet</a:t>
            </a:r>
            <a:br>
              <a:rPr lang="en-US" dirty="0"/>
            </a:br>
            <a:r>
              <a:rPr lang="en-US" dirty="0"/>
              <a:t>Lorem Ipsum dolor sit </a:t>
            </a:r>
            <a:r>
              <a:rPr lang="en-US" dirty="0" err="1"/>
              <a:t>amet</a:t>
            </a:r>
            <a:endParaRPr lang="en-US" dirty="0"/>
          </a:p>
        </p:txBody>
      </p:sp>
      <p:sp>
        <p:nvSpPr>
          <p:cNvPr id="11" name="Bildplatzhalter 19">
            <a:extLst>
              <a:ext uri="{FF2B5EF4-FFF2-40B4-BE49-F238E27FC236}">
                <a16:creationId xmlns:a16="http://schemas.microsoft.com/office/drawing/2014/main" id="{19AFA146-9439-F54D-B6CC-77E8540A2FC9}"/>
              </a:ext>
            </a:extLst>
          </p:cNvPr>
          <p:cNvSpPr>
            <a:spLocks noGrp="1"/>
          </p:cNvSpPr>
          <p:nvPr>
            <p:ph type="pic" sz="quarter" idx="14" hasCustomPrompt="1"/>
          </p:nvPr>
        </p:nvSpPr>
        <p:spPr>
          <a:xfrm>
            <a:off x="1" y="459148"/>
            <a:ext cx="5274000" cy="5205823"/>
          </a:xfrm>
          <a:prstGeom prst="rect">
            <a:avLst/>
          </a:prstGeom>
          <a:pattFill prst="wdDnDiag">
            <a:fgClr>
              <a:schemeClr val="bg1">
                <a:lumMod val="85000"/>
              </a:schemeClr>
            </a:fgClr>
            <a:bgClr>
              <a:schemeClr val="bg1"/>
            </a:bgClr>
          </a:pattFill>
        </p:spPr>
        <p:txBody>
          <a:bodyPr/>
          <a:lstStyle>
            <a:lvl1pPr>
              <a:defRPr b="0"/>
            </a:lvl1pPr>
          </a:lstStyle>
          <a:p>
            <a:r>
              <a:rPr lang="en-US" noProof="0" dirty="0"/>
              <a:t>Placeholder</a:t>
            </a:r>
          </a:p>
        </p:txBody>
      </p:sp>
      <p:pic>
        <p:nvPicPr>
          <p:cNvPr id="20" name="Grafik 19">
            <a:extLst>
              <a:ext uri="{FF2B5EF4-FFF2-40B4-BE49-F238E27FC236}">
                <a16:creationId xmlns:a16="http://schemas.microsoft.com/office/drawing/2014/main" id="{D4BE0EA6-6B4C-A246-ACF0-1AD2C49A156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878134" y="6191238"/>
            <a:ext cx="1531988" cy="117365"/>
          </a:xfrm>
          <a:prstGeom prst="rect">
            <a:avLst/>
          </a:prstGeom>
        </p:spPr>
      </p:pic>
      <p:sp>
        <p:nvSpPr>
          <p:cNvPr id="24" name="Textplatzhalter 4">
            <a:extLst>
              <a:ext uri="{FF2B5EF4-FFF2-40B4-BE49-F238E27FC236}">
                <a16:creationId xmlns:a16="http://schemas.microsoft.com/office/drawing/2014/main" id="{13EE9595-07BA-214F-9C1B-4C4404D86EFF}"/>
              </a:ext>
            </a:extLst>
          </p:cNvPr>
          <p:cNvSpPr>
            <a:spLocks noGrp="1"/>
          </p:cNvSpPr>
          <p:nvPr>
            <p:ph type="body" sz="quarter" idx="10" hasCustomPrompt="1"/>
          </p:nvPr>
        </p:nvSpPr>
        <p:spPr>
          <a:xfrm>
            <a:off x="6368400" y="460800"/>
            <a:ext cx="5040000" cy="1077218"/>
          </a:xfrm>
          <a:prstGeom prst="rect">
            <a:avLst/>
          </a:prstGeom>
        </p:spPr>
        <p:txBody>
          <a:bodyPr lIns="90000">
            <a:spAutoFit/>
          </a:bodyPr>
          <a:lstStyle>
            <a:lvl1pPr>
              <a:spcAft>
                <a:spcPts val="0"/>
              </a:spcAft>
              <a:defRPr sz="3200">
                <a:solidFill>
                  <a:schemeClr val="tx1"/>
                </a:solidFill>
              </a:defRPr>
            </a:lvl1pPr>
          </a:lstStyle>
          <a:p>
            <a:pPr lvl="0"/>
            <a:r>
              <a:rPr lang="en-US" noProof="0" dirty="0"/>
              <a:t>Image and title across </a:t>
            </a:r>
            <a:br>
              <a:rPr lang="en-US" noProof="0" dirty="0"/>
            </a:br>
            <a:r>
              <a:rPr lang="en-US" noProof="0" dirty="0"/>
              <a:t>two lines, 32 </a:t>
            </a:r>
            <a:r>
              <a:rPr lang="en-US" noProof="0" dirty="0" err="1"/>
              <a:t>pt</a:t>
            </a:r>
            <a:endParaRPr lang="en-US" noProof="0" dirty="0"/>
          </a:p>
        </p:txBody>
      </p:sp>
      <p:sp>
        <p:nvSpPr>
          <p:cNvPr id="12" name="Textplatzhalter 4">
            <a:extLst>
              <a:ext uri="{FF2B5EF4-FFF2-40B4-BE49-F238E27FC236}">
                <a16:creationId xmlns:a16="http://schemas.microsoft.com/office/drawing/2014/main" id="{524E7249-050C-7144-9E08-2DEA3F8A51FA}"/>
              </a:ext>
            </a:extLst>
          </p:cNvPr>
          <p:cNvSpPr>
            <a:spLocks noGrp="1"/>
          </p:cNvSpPr>
          <p:nvPr>
            <p:ph type="body" sz="quarter" idx="15" hasCustomPrompt="1"/>
          </p:nvPr>
        </p:nvSpPr>
        <p:spPr>
          <a:xfrm>
            <a:off x="6368400" y="2066400"/>
            <a:ext cx="5040000" cy="586700"/>
          </a:xfrm>
          <a:prstGeom prst="rect">
            <a:avLst/>
          </a:prstGeom>
        </p:spPr>
        <p:txBody>
          <a:bodyPr wrap="square" lIns="90000" tIns="46800" rIns="90000">
            <a:spAutoFit/>
          </a:bodyPr>
          <a:lstStyle>
            <a:lvl1pPr marL="0" indent="0">
              <a:lnSpc>
                <a:spcPct val="120000"/>
              </a:lnSpc>
              <a:spcBef>
                <a:spcPts val="0"/>
              </a:spcBef>
              <a:spcAft>
                <a:spcPts val="600"/>
              </a:spcAft>
              <a:buFontTx/>
              <a:buNone/>
              <a:defRPr sz="1400">
                <a:solidFill>
                  <a:schemeClr val="tx1"/>
                </a:solidFill>
              </a:defRPr>
            </a:lvl1pPr>
          </a:lstStyle>
          <a:p>
            <a:pPr lvl="0"/>
            <a:r>
              <a:rPr lang="en-US" noProof="0" dirty="0"/>
              <a:t>Intro text 14 Pt lorem ipsum dolor sit </a:t>
            </a:r>
            <a:r>
              <a:rPr lang="en-US" noProof="0" dirty="0" err="1"/>
              <a:t>amet</a:t>
            </a:r>
            <a:r>
              <a:rPr lang="en-US" noProof="0" dirty="0"/>
              <a:t>, seta </a:t>
            </a:r>
            <a:r>
              <a:rPr lang="en-US" noProof="0" dirty="0" err="1"/>
              <a:t>consetetur</a:t>
            </a:r>
            <a:r>
              <a:rPr lang="en-US" noProof="0" dirty="0"/>
              <a:t> </a:t>
            </a:r>
            <a:r>
              <a:rPr lang="en-US" noProof="0" dirty="0" err="1"/>
              <a:t>sadip</a:t>
            </a:r>
            <a:r>
              <a:rPr lang="en-US" noProof="0" dirty="0"/>
              <a:t> </a:t>
            </a:r>
            <a:r>
              <a:rPr lang="en-US" noProof="0" dirty="0" err="1"/>
              <a:t>sacing</a:t>
            </a:r>
            <a:r>
              <a:rPr lang="en-US" noProof="0" dirty="0"/>
              <a:t> </a:t>
            </a:r>
            <a:r>
              <a:rPr lang="en-US" noProof="0" dirty="0" err="1"/>
              <a:t>elit</a:t>
            </a:r>
            <a:r>
              <a:rPr lang="en-US" noProof="0" dirty="0"/>
              <a:t>, sed diam </a:t>
            </a:r>
            <a:r>
              <a:rPr lang="en-US" noProof="0" dirty="0" err="1"/>
              <a:t>nonumy</a:t>
            </a:r>
            <a:r>
              <a:rPr lang="en-US" noProof="0" dirty="0"/>
              <a:t> </a:t>
            </a:r>
            <a:r>
              <a:rPr lang="en-US" noProof="0" dirty="0" err="1"/>
              <a:t>euis</a:t>
            </a:r>
            <a:r>
              <a:rPr lang="en-US" noProof="0" dirty="0"/>
              <a:t> </a:t>
            </a:r>
            <a:r>
              <a:rPr lang="en-US" noProof="0" dirty="0" err="1"/>
              <a:t>dolores</a:t>
            </a:r>
            <a:endParaRPr lang="en-US" noProof="0" dirty="0"/>
          </a:p>
        </p:txBody>
      </p:sp>
      <p:sp>
        <p:nvSpPr>
          <p:cNvPr id="17" name="Textplatzhalter 2">
            <a:extLst>
              <a:ext uri="{FF2B5EF4-FFF2-40B4-BE49-F238E27FC236}">
                <a16:creationId xmlns:a16="http://schemas.microsoft.com/office/drawing/2014/main" id="{7BAF8BA4-F981-254E-895E-29AA72FF8062}"/>
              </a:ext>
            </a:extLst>
          </p:cNvPr>
          <p:cNvSpPr>
            <a:spLocks noGrp="1"/>
          </p:cNvSpPr>
          <p:nvPr>
            <p:ph type="body" sz="quarter" idx="20" hasCustomPrompt="1"/>
          </p:nvPr>
        </p:nvSpPr>
        <p:spPr>
          <a:xfrm>
            <a:off x="9066333" y="3031200"/>
            <a:ext cx="2520000" cy="309958"/>
          </a:xfrm>
          <a:prstGeom prst="rect">
            <a:avLst/>
          </a:prstGeom>
        </p:spPr>
        <p:txBody>
          <a:bodyPr wrap="square" tIns="46800" rIns="90000" bIns="46800">
            <a:spAutoFit/>
          </a:bodyPr>
          <a:lstStyle>
            <a:lvl1pPr>
              <a:spcAft>
                <a:spcPts val="0"/>
              </a:spcAft>
              <a:defRPr sz="1400"/>
            </a:lvl1pPr>
          </a:lstStyle>
          <a:p>
            <a:pPr lvl="0"/>
            <a:r>
              <a:rPr lang="en-US" noProof="0" dirty="0" err="1"/>
              <a:t>Subheadline</a:t>
            </a:r>
            <a:r>
              <a:rPr lang="en-US" noProof="0" dirty="0"/>
              <a:t> 14 Pt Arial</a:t>
            </a:r>
          </a:p>
        </p:txBody>
      </p:sp>
      <p:sp>
        <p:nvSpPr>
          <p:cNvPr id="18" name="Textplatzhalter 2">
            <a:extLst>
              <a:ext uri="{FF2B5EF4-FFF2-40B4-BE49-F238E27FC236}">
                <a16:creationId xmlns:a16="http://schemas.microsoft.com/office/drawing/2014/main" id="{A35D99BA-0745-2645-AA38-707419C3929B}"/>
              </a:ext>
            </a:extLst>
          </p:cNvPr>
          <p:cNvSpPr>
            <a:spLocks noGrp="1"/>
          </p:cNvSpPr>
          <p:nvPr>
            <p:ph type="body" sz="quarter" idx="21" hasCustomPrompt="1"/>
          </p:nvPr>
        </p:nvSpPr>
        <p:spPr>
          <a:xfrm>
            <a:off x="6368401" y="3031200"/>
            <a:ext cx="2520000" cy="309958"/>
          </a:xfrm>
          <a:prstGeom prst="rect">
            <a:avLst/>
          </a:prstGeom>
        </p:spPr>
        <p:txBody>
          <a:bodyPr wrap="square" tIns="46800" rIns="90000" bIns="46800">
            <a:spAutoFit/>
          </a:bodyPr>
          <a:lstStyle>
            <a:lvl1pPr>
              <a:spcAft>
                <a:spcPts val="0"/>
              </a:spcAft>
              <a:defRPr sz="1400"/>
            </a:lvl1pPr>
          </a:lstStyle>
          <a:p>
            <a:pPr lvl="0"/>
            <a:r>
              <a:rPr lang="en-US" noProof="0" dirty="0" err="1"/>
              <a:t>Subheadline</a:t>
            </a:r>
            <a:r>
              <a:rPr lang="en-US" noProof="0" dirty="0"/>
              <a:t> 14 Pt Arial</a:t>
            </a:r>
          </a:p>
        </p:txBody>
      </p:sp>
      <p:sp>
        <p:nvSpPr>
          <p:cNvPr id="21" name="Textplatzhalter 4">
            <a:extLst>
              <a:ext uri="{FF2B5EF4-FFF2-40B4-BE49-F238E27FC236}">
                <a16:creationId xmlns:a16="http://schemas.microsoft.com/office/drawing/2014/main" id="{8A816556-3C5C-4E47-ADEB-1C87FB954676}"/>
              </a:ext>
            </a:extLst>
          </p:cNvPr>
          <p:cNvSpPr>
            <a:spLocks noGrp="1"/>
          </p:cNvSpPr>
          <p:nvPr>
            <p:ph type="body" sz="quarter" idx="23" hasCustomPrompt="1"/>
          </p:nvPr>
        </p:nvSpPr>
        <p:spPr>
          <a:xfrm>
            <a:off x="6368398" y="3512415"/>
            <a:ext cx="2520001" cy="1938992"/>
          </a:xfrm>
          <a:prstGeom prst="rect">
            <a:avLst/>
          </a:prstGeom>
        </p:spPr>
        <p:txBody>
          <a:bodyPr>
            <a:spAutoFit/>
          </a:bodyPr>
          <a:lstStyle>
            <a:lvl1pPr marL="115200" marR="0" indent="-1152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sz="1200"/>
            </a:lvl1pPr>
          </a:lstStyle>
          <a:p>
            <a:pPr marL="115200" marR="0" lvl="0" indent="-11520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lang="en-US" dirty="0"/>
              <a:t>Lorem Ipsum dolor sit </a:t>
            </a:r>
            <a:r>
              <a:rPr lang="en-US" dirty="0" err="1"/>
              <a:t>amet</a:t>
            </a:r>
            <a:br>
              <a:rPr lang="en-US" dirty="0"/>
            </a:br>
            <a:r>
              <a:rPr lang="en-US" dirty="0"/>
              <a:t>Lorem Ipsum dolor sit </a:t>
            </a:r>
            <a:r>
              <a:rPr lang="en-US" dirty="0" err="1"/>
              <a:t>amet</a:t>
            </a:r>
            <a:br>
              <a:rPr lang="en-US" dirty="0"/>
            </a:br>
            <a:r>
              <a:rPr lang="en-US" dirty="0"/>
              <a:t>Lorem Ipsum dolor sit </a:t>
            </a:r>
            <a:r>
              <a:rPr lang="en-US" dirty="0" err="1"/>
              <a:t>amet</a:t>
            </a:r>
            <a:br>
              <a:rPr lang="en-US" dirty="0"/>
            </a:br>
            <a:r>
              <a:rPr lang="en-US" dirty="0"/>
              <a:t>Lorem Ipsum dolor sit </a:t>
            </a:r>
            <a:r>
              <a:rPr lang="en-US" dirty="0" err="1"/>
              <a:t>amet</a:t>
            </a:r>
            <a:br>
              <a:rPr lang="en-US" dirty="0"/>
            </a:br>
            <a:r>
              <a:rPr lang="en-US" dirty="0"/>
              <a:t>Lorem Ipsum dolor sit </a:t>
            </a:r>
            <a:r>
              <a:rPr lang="en-US" dirty="0" err="1"/>
              <a:t>amet</a:t>
            </a:r>
            <a:br>
              <a:rPr lang="en-US" dirty="0"/>
            </a:br>
            <a:r>
              <a:rPr lang="en-US" dirty="0"/>
              <a:t>Lorem Ipsum dolor sit </a:t>
            </a:r>
            <a:r>
              <a:rPr lang="en-US" dirty="0" err="1"/>
              <a:t>amet</a:t>
            </a:r>
            <a:br>
              <a:rPr lang="en-US" dirty="0"/>
            </a:br>
            <a:r>
              <a:rPr lang="en-US" dirty="0"/>
              <a:t>Lorem Ipsum dolor sit </a:t>
            </a:r>
            <a:r>
              <a:rPr lang="en-US" dirty="0" err="1"/>
              <a:t>amet</a:t>
            </a:r>
            <a:br>
              <a:rPr lang="en-US" dirty="0"/>
            </a:br>
            <a:r>
              <a:rPr lang="en-US" dirty="0"/>
              <a:t>Lorem Ipsum dolor sit </a:t>
            </a:r>
            <a:r>
              <a:rPr lang="en-US" dirty="0" err="1"/>
              <a:t>amet</a:t>
            </a:r>
            <a:br>
              <a:rPr lang="en-US" dirty="0"/>
            </a:br>
            <a:r>
              <a:rPr lang="en-US" dirty="0"/>
              <a:t>Lorem Ipsum dolor sit </a:t>
            </a:r>
            <a:r>
              <a:rPr lang="en-US" dirty="0" err="1"/>
              <a:t>amet</a:t>
            </a:r>
            <a:br>
              <a:rPr lang="en-US" dirty="0"/>
            </a:br>
            <a:r>
              <a:rPr lang="en-US" dirty="0"/>
              <a:t>Lorem Ipsum dolor sit </a:t>
            </a:r>
            <a:r>
              <a:rPr lang="en-US" dirty="0" err="1"/>
              <a:t>amet</a:t>
            </a:r>
            <a:endParaRPr lang="en-US" dirty="0"/>
          </a:p>
        </p:txBody>
      </p:sp>
    </p:spTree>
    <p:extLst>
      <p:ext uri="{BB962C8B-B14F-4D97-AF65-F5344CB8AC3E}">
        <p14:creationId xmlns:p14="http://schemas.microsoft.com/office/powerpoint/2010/main" val="344328630"/>
      </p:ext>
    </p:extLst>
  </p:cSld>
  <p:clrMapOvr>
    <a:masterClrMapping/>
  </p:clrMapOvr>
  <p:extLst>
    <p:ext uri="{DCECCB84-F9BA-43D5-87BE-67443E8EF086}">
      <p15:sldGuideLst xmlns:p15="http://schemas.microsoft.com/office/powerpoint/2012/main">
        <p15:guide id="1" pos="3840">
          <p15:clr>
            <a:srgbClr val="FBAE40"/>
          </p15:clr>
        </p15:guide>
        <p15:guide id="2" pos="523">
          <p15:clr>
            <a:srgbClr val="FBAE40"/>
          </p15:clr>
        </p15:guide>
        <p15:guide id="3" pos="869">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slide #12">
    <p:spTree>
      <p:nvGrpSpPr>
        <p:cNvPr id="1" name=""/>
        <p:cNvGrpSpPr/>
        <p:nvPr/>
      </p:nvGrpSpPr>
      <p:grpSpPr>
        <a:xfrm>
          <a:off x="0" y="0"/>
          <a:ext cx="0" cy="0"/>
          <a:chOff x="0" y="0"/>
          <a:chExt cx="0" cy="0"/>
        </a:xfrm>
      </p:grpSpPr>
      <p:pic>
        <p:nvPicPr>
          <p:cNvPr id="42" name="Grafik 41">
            <a:extLst>
              <a:ext uri="{FF2B5EF4-FFF2-40B4-BE49-F238E27FC236}">
                <a16:creationId xmlns:a16="http://schemas.microsoft.com/office/drawing/2014/main" id="{7F1627A7-9073-AA4B-B5CF-AA39DC1CBBC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878134" y="6191238"/>
            <a:ext cx="1531988" cy="117365"/>
          </a:xfrm>
          <a:prstGeom prst="rect">
            <a:avLst/>
          </a:prstGeom>
        </p:spPr>
      </p:pic>
      <p:sp>
        <p:nvSpPr>
          <p:cNvPr id="43" name="Textplatzhalter 4">
            <a:extLst>
              <a:ext uri="{FF2B5EF4-FFF2-40B4-BE49-F238E27FC236}">
                <a16:creationId xmlns:a16="http://schemas.microsoft.com/office/drawing/2014/main" id="{B533636E-8B53-8C40-A05D-8583880CEEF6}"/>
              </a:ext>
            </a:extLst>
          </p:cNvPr>
          <p:cNvSpPr>
            <a:spLocks noGrp="1"/>
          </p:cNvSpPr>
          <p:nvPr>
            <p:ph type="body" sz="quarter" idx="10" hasCustomPrompt="1"/>
          </p:nvPr>
        </p:nvSpPr>
        <p:spPr>
          <a:xfrm>
            <a:off x="713497" y="461098"/>
            <a:ext cx="10080000" cy="584775"/>
          </a:xfrm>
          <a:prstGeom prst="rect">
            <a:avLst/>
          </a:prstGeom>
        </p:spPr>
        <p:txBody>
          <a:bodyPr lIns="90000">
            <a:spAutoFit/>
          </a:bodyPr>
          <a:lstStyle>
            <a:lvl1pPr>
              <a:spcAft>
                <a:spcPts val="0"/>
              </a:spcAft>
              <a:defRPr sz="3200">
                <a:solidFill>
                  <a:schemeClr val="tx1"/>
                </a:solidFill>
              </a:defRPr>
            </a:lvl1pPr>
          </a:lstStyle>
          <a:p>
            <a:r>
              <a:rPr lang="en-US" sz="3200" noProof="0">
                <a:solidFill>
                  <a:srgbClr val="111111"/>
                </a:solidFill>
                <a:latin typeface="Arial" panose="020B0604020202020204" pitchFamily="34" charset="0"/>
                <a:cs typeface="Arial" panose="020B0604020202020204" pitchFamily="34" charset="0"/>
              </a:rPr>
              <a:t>One column text slide, 32 pt headline</a:t>
            </a:r>
          </a:p>
        </p:txBody>
      </p:sp>
      <p:sp>
        <p:nvSpPr>
          <p:cNvPr id="45" name="Textplatzhalter 4">
            <a:extLst>
              <a:ext uri="{FF2B5EF4-FFF2-40B4-BE49-F238E27FC236}">
                <a16:creationId xmlns:a16="http://schemas.microsoft.com/office/drawing/2014/main" id="{315E1286-8C45-1741-90D0-0AA4BB455F66}"/>
              </a:ext>
            </a:extLst>
          </p:cNvPr>
          <p:cNvSpPr>
            <a:spLocks noGrp="1"/>
          </p:cNvSpPr>
          <p:nvPr>
            <p:ph type="body" sz="quarter" idx="14" hasCustomPrompt="1"/>
          </p:nvPr>
        </p:nvSpPr>
        <p:spPr>
          <a:xfrm>
            <a:off x="1958134" y="5116990"/>
            <a:ext cx="7920000" cy="844142"/>
          </a:xfrm>
          <a:prstGeom prst="rect">
            <a:avLst/>
          </a:prstGeom>
        </p:spPr>
        <p:txBody>
          <a:bodyPr lIns="90000">
            <a:spAutoFit/>
          </a:bodyPr>
          <a:lstStyle>
            <a:lvl1pPr>
              <a:spcAft>
                <a:spcPts val="0"/>
              </a:spcAft>
              <a:defRPr sz="1400">
                <a:solidFill>
                  <a:schemeClr val="tx1"/>
                </a:solidFill>
              </a:defRPr>
            </a:lvl1pPr>
          </a:lstStyle>
          <a:p>
            <a:pPr>
              <a:lnSpc>
                <a:spcPct val="120000"/>
              </a:lnSpc>
            </a:pPr>
            <a:r>
              <a:rPr lang="en-US" b="0" noProof="0">
                <a:solidFill>
                  <a:srgbClr val="111111"/>
                </a:solidFill>
                <a:latin typeface="Arial" panose="020B0604020202020204" pitchFamily="34" charset="0"/>
                <a:cs typeface="Arial" panose="020B0604020202020204" pitchFamily="34" charset="0"/>
              </a:rPr>
              <a:t>Abstract 14 Pt Lorem ipsum dolor sit amet, consetetur sadipscing elitr, sed diam nonumy eirmod tempor invidunt ut labore et dolore magna aliquyam erat, sed diam voluptua. At vero eos et accusam et justo duo dolores et ea rebum. Stet clita kasd gubergren, no sea takimata sanctus.</a:t>
            </a:r>
            <a:endParaRPr kumimoji="0" lang="en-US" b="1" i="0" u="none" strike="noStrike" kern="1200" cap="none" spc="0" normalizeH="0" baseline="0" noProof="0">
              <a:ln>
                <a:noFill/>
              </a:ln>
              <a:solidFill>
                <a:srgbClr val="111111"/>
              </a:solidFill>
              <a:effectLst/>
              <a:uLnTx/>
              <a:uFillTx/>
              <a:latin typeface="Arial" panose="020B0604020202020204" pitchFamily="34" charset="0"/>
              <a:cs typeface="Arial" panose="020B0604020202020204" pitchFamily="34" charset="0"/>
            </a:endParaRPr>
          </a:p>
        </p:txBody>
      </p:sp>
      <p:sp>
        <p:nvSpPr>
          <p:cNvPr id="16" name="Diagrammplatzhalter 2">
            <a:extLst>
              <a:ext uri="{FF2B5EF4-FFF2-40B4-BE49-F238E27FC236}">
                <a16:creationId xmlns:a16="http://schemas.microsoft.com/office/drawing/2014/main" id="{FFE8A7E4-EB7A-1344-98C3-49246607F97E}"/>
              </a:ext>
            </a:extLst>
          </p:cNvPr>
          <p:cNvSpPr>
            <a:spLocks noGrp="1"/>
          </p:cNvSpPr>
          <p:nvPr>
            <p:ph type="chart" sz="quarter" idx="15"/>
          </p:nvPr>
        </p:nvSpPr>
        <p:spPr>
          <a:xfrm>
            <a:off x="1776000" y="1908000"/>
            <a:ext cx="2592000" cy="2592000"/>
          </a:xfrm>
          <a:prstGeom prst="rect">
            <a:avLst/>
          </a:prstGeom>
        </p:spPr>
        <p:txBody>
          <a:bodyPr lIns="90000"/>
          <a:lstStyle>
            <a:lvl1pPr>
              <a:defRPr sz="1000" baseline="0"/>
            </a:lvl1pPr>
          </a:lstStyle>
          <a:p>
            <a:r>
              <a:rPr lang="en-US" noProof="0" dirty="0"/>
              <a:t>Diagram</a:t>
            </a:r>
          </a:p>
        </p:txBody>
      </p:sp>
      <p:sp>
        <p:nvSpPr>
          <p:cNvPr id="17" name="Diagrammplatzhalter 2">
            <a:extLst>
              <a:ext uri="{FF2B5EF4-FFF2-40B4-BE49-F238E27FC236}">
                <a16:creationId xmlns:a16="http://schemas.microsoft.com/office/drawing/2014/main" id="{C7D4881D-D047-CE40-B366-6158A0596526}"/>
              </a:ext>
            </a:extLst>
          </p:cNvPr>
          <p:cNvSpPr>
            <a:spLocks noGrp="1"/>
          </p:cNvSpPr>
          <p:nvPr>
            <p:ph type="chart" sz="quarter" idx="16"/>
          </p:nvPr>
        </p:nvSpPr>
        <p:spPr>
          <a:xfrm>
            <a:off x="4800000" y="1908000"/>
            <a:ext cx="2592000" cy="2592000"/>
          </a:xfrm>
          <a:prstGeom prst="rect">
            <a:avLst/>
          </a:prstGeom>
        </p:spPr>
        <p:txBody>
          <a:bodyPr lIns="90000"/>
          <a:lstStyle>
            <a:lvl1pPr>
              <a:defRPr sz="1000" baseline="0"/>
            </a:lvl1pPr>
          </a:lstStyle>
          <a:p>
            <a:r>
              <a:rPr lang="en-US" noProof="0" dirty="0"/>
              <a:t>Diagram</a:t>
            </a:r>
          </a:p>
        </p:txBody>
      </p:sp>
      <p:sp>
        <p:nvSpPr>
          <p:cNvPr id="19" name="Diagrammplatzhalter 2">
            <a:extLst>
              <a:ext uri="{FF2B5EF4-FFF2-40B4-BE49-F238E27FC236}">
                <a16:creationId xmlns:a16="http://schemas.microsoft.com/office/drawing/2014/main" id="{27B0158C-2645-BE4F-A933-1D7D2E2A7271}"/>
              </a:ext>
            </a:extLst>
          </p:cNvPr>
          <p:cNvSpPr>
            <a:spLocks noGrp="1"/>
          </p:cNvSpPr>
          <p:nvPr>
            <p:ph type="chart" sz="quarter" idx="17"/>
          </p:nvPr>
        </p:nvSpPr>
        <p:spPr>
          <a:xfrm>
            <a:off x="7824000" y="1908000"/>
            <a:ext cx="2592000" cy="2592000"/>
          </a:xfrm>
          <a:prstGeom prst="rect">
            <a:avLst/>
          </a:prstGeom>
        </p:spPr>
        <p:txBody>
          <a:bodyPr lIns="90000"/>
          <a:lstStyle>
            <a:lvl1pPr>
              <a:defRPr sz="1000" baseline="0"/>
            </a:lvl1pPr>
          </a:lstStyle>
          <a:p>
            <a:r>
              <a:rPr lang="en-US" noProof="0" dirty="0"/>
              <a:t>Diagram</a:t>
            </a:r>
          </a:p>
        </p:txBody>
      </p:sp>
    </p:spTree>
    <p:extLst>
      <p:ext uri="{BB962C8B-B14F-4D97-AF65-F5344CB8AC3E}">
        <p14:creationId xmlns:p14="http://schemas.microsoft.com/office/powerpoint/2010/main" val="1527750186"/>
      </p:ext>
    </p:extLst>
  </p:cSld>
  <p:clrMapOvr>
    <a:masterClrMapping/>
  </p:clrMapOvr>
  <p:extLst>
    <p:ext uri="{DCECCB84-F9BA-43D5-87BE-67443E8EF086}">
      <p15:sldGuideLst xmlns:p15="http://schemas.microsoft.com/office/powerpoint/2012/main">
        <p15:guide id="1" pos="3840">
          <p15:clr>
            <a:srgbClr val="FBAE40"/>
          </p15:clr>
        </p15:guide>
        <p15:guide id="2" pos="523">
          <p15:clr>
            <a:srgbClr val="FBAE40"/>
          </p15:clr>
        </p15:guide>
        <p15:guide id="3" pos="869">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slide #13">
    <p:spTree>
      <p:nvGrpSpPr>
        <p:cNvPr id="1" name=""/>
        <p:cNvGrpSpPr/>
        <p:nvPr/>
      </p:nvGrpSpPr>
      <p:grpSpPr>
        <a:xfrm>
          <a:off x="0" y="0"/>
          <a:ext cx="0" cy="0"/>
          <a:chOff x="0" y="0"/>
          <a:chExt cx="0" cy="0"/>
        </a:xfrm>
      </p:grpSpPr>
      <p:pic>
        <p:nvPicPr>
          <p:cNvPr id="42" name="Grafik 41">
            <a:extLst>
              <a:ext uri="{FF2B5EF4-FFF2-40B4-BE49-F238E27FC236}">
                <a16:creationId xmlns:a16="http://schemas.microsoft.com/office/drawing/2014/main" id="{7F1627A7-9073-AA4B-B5CF-AA39DC1CBBC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878134" y="6191238"/>
            <a:ext cx="1531988" cy="117365"/>
          </a:xfrm>
          <a:prstGeom prst="rect">
            <a:avLst/>
          </a:prstGeom>
        </p:spPr>
      </p:pic>
      <p:sp>
        <p:nvSpPr>
          <p:cNvPr id="43" name="Textplatzhalter 4">
            <a:extLst>
              <a:ext uri="{FF2B5EF4-FFF2-40B4-BE49-F238E27FC236}">
                <a16:creationId xmlns:a16="http://schemas.microsoft.com/office/drawing/2014/main" id="{B533636E-8B53-8C40-A05D-8583880CEEF6}"/>
              </a:ext>
            </a:extLst>
          </p:cNvPr>
          <p:cNvSpPr>
            <a:spLocks noGrp="1"/>
          </p:cNvSpPr>
          <p:nvPr>
            <p:ph type="body" sz="quarter" idx="10" hasCustomPrompt="1"/>
          </p:nvPr>
        </p:nvSpPr>
        <p:spPr>
          <a:xfrm>
            <a:off x="713497" y="461098"/>
            <a:ext cx="10080000" cy="584775"/>
          </a:xfrm>
          <a:prstGeom prst="rect">
            <a:avLst/>
          </a:prstGeom>
        </p:spPr>
        <p:txBody>
          <a:bodyPr lIns="90000">
            <a:spAutoFit/>
          </a:bodyPr>
          <a:lstStyle>
            <a:lvl1pPr>
              <a:spcAft>
                <a:spcPts val="0"/>
              </a:spcAft>
              <a:defRPr sz="3200">
                <a:solidFill>
                  <a:schemeClr val="tx1"/>
                </a:solidFill>
              </a:defRPr>
            </a:lvl1pPr>
          </a:lstStyle>
          <a:p>
            <a:r>
              <a:rPr lang="en-US" sz="3200" noProof="0">
                <a:solidFill>
                  <a:srgbClr val="111111"/>
                </a:solidFill>
                <a:latin typeface="Arial" panose="020B0604020202020204" pitchFamily="34" charset="0"/>
                <a:cs typeface="Arial" panose="020B0604020202020204" pitchFamily="34" charset="0"/>
              </a:rPr>
              <a:t>One column text slide, 32 pt headline</a:t>
            </a:r>
          </a:p>
        </p:txBody>
      </p:sp>
      <p:sp>
        <p:nvSpPr>
          <p:cNvPr id="45" name="Textplatzhalter 4">
            <a:extLst>
              <a:ext uri="{FF2B5EF4-FFF2-40B4-BE49-F238E27FC236}">
                <a16:creationId xmlns:a16="http://schemas.microsoft.com/office/drawing/2014/main" id="{315E1286-8C45-1741-90D0-0AA4BB455F66}"/>
              </a:ext>
            </a:extLst>
          </p:cNvPr>
          <p:cNvSpPr>
            <a:spLocks noGrp="1"/>
          </p:cNvSpPr>
          <p:nvPr>
            <p:ph type="body" sz="quarter" idx="14" hasCustomPrompt="1"/>
          </p:nvPr>
        </p:nvSpPr>
        <p:spPr>
          <a:xfrm>
            <a:off x="1958134" y="5116990"/>
            <a:ext cx="7920000" cy="844142"/>
          </a:xfrm>
          <a:prstGeom prst="rect">
            <a:avLst/>
          </a:prstGeom>
        </p:spPr>
        <p:txBody>
          <a:bodyPr lIns="90000">
            <a:spAutoFit/>
          </a:bodyPr>
          <a:lstStyle>
            <a:lvl1pPr>
              <a:spcAft>
                <a:spcPts val="0"/>
              </a:spcAft>
              <a:defRPr sz="1400">
                <a:solidFill>
                  <a:schemeClr val="tx1"/>
                </a:solidFill>
              </a:defRPr>
            </a:lvl1pPr>
          </a:lstStyle>
          <a:p>
            <a:pPr>
              <a:lnSpc>
                <a:spcPct val="120000"/>
              </a:lnSpc>
            </a:pPr>
            <a:r>
              <a:rPr lang="en-US" b="0" noProof="0">
                <a:solidFill>
                  <a:srgbClr val="111111"/>
                </a:solidFill>
                <a:latin typeface="Arial" panose="020B0604020202020204" pitchFamily="34" charset="0"/>
                <a:cs typeface="Arial" panose="020B0604020202020204" pitchFamily="34" charset="0"/>
              </a:rPr>
              <a:t>Abstract 14 Pt Lorem ipsum dolor sit amet, consetetur sadipscing elitr, sed diam nonumy eirmod tempor invidunt ut labore et dolore magna aliquyam erat, sed diam voluptua. At vero eos et accusam et justo duo dolores et ea rebum. Stet clita kasd gubergren, no sea takimata sanctus.</a:t>
            </a:r>
            <a:endParaRPr kumimoji="0" lang="en-US" b="1" i="0" u="none" strike="noStrike" kern="1200" cap="none" spc="0" normalizeH="0" baseline="0" noProof="0">
              <a:ln>
                <a:noFill/>
              </a:ln>
              <a:solidFill>
                <a:srgbClr val="111111"/>
              </a:solidFill>
              <a:effectLst/>
              <a:uLnTx/>
              <a:uFillTx/>
              <a:latin typeface="Arial" panose="020B0604020202020204" pitchFamily="34" charset="0"/>
              <a:cs typeface="Arial" panose="020B0604020202020204" pitchFamily="34" charset="0"/>
            </a:endParaRPr>
          </a:p>
        </p:txBody>
      </p:sp>
      <p:sp>
        <p:nvSpPr>
          <p:cNvPr id="11" name="Textplatzhalter 2">
            <a:extLst>
              <a:ext uri="{FF2B5EF4-FFF2-40B4-BE49-F238E27FC236}">
                <a16:creationId xmlns:a16="http://schemas.microsoft.com/office/drawing/2014/main" id="{783D3727-CB21-8B4C-A0D1-7BC238AF3F8C}"/>
              </a:ext>
            </a:extLst>
          </p:cNvPr>
          <p:cNvSpPr>
            <a:spLocks noGrp="1"/>
          </p:cNvSpPr>
          <p:nvPr>
            <p:ph type="body" sz="quarter" idx="19" hasCustomPrompt="1"/>
          </p:nvPr>
        </p:nvSpPr>
        <p:spPr>
          <a:xfrm>
            <a:off x="713497" y="1104680"/>
            <a:ext cx="9360000" cy="402291"/>
          </a:xfrm>
          <a:prstGeom prst="rect">
            <a:avLst/>
          </a:prstGeom>
        </p:spPr>
        <p:txBody>
          <a:bodyPr tIns="46800" rIns="90000" bIns="46800">
            <a:spAutoFit/>
          </a:bodyPr>
          <a:lstStyle>
            <a:lvl1pPr>
              <a:defRPr sz="2000"/>
            </a:lvl1pPr>
          </a:lstStyle>
          <a:p>
            <a:pPr lvl="0"/>
            <a:r>
              <a:rPr lang="en-US" noProof="0" dirty="0" err="1"/>
              <a:t>Subheadline</a:t>
            </a:r>
            <a:r>
              <a:rPr lang="en-US" noProof="0" dirty="0"/>
              <a:t> 20 Pt Arial</a:t>
            </a:r>
          </a:p>
        </p:txBody>
      </p:sp>
      <p:sp>
        <p:nvSpPr>
          <p:cNvPr id="18" name="Diagrammplatzhalter 2">
            <a:extLst>
              <a:ext uri="{FF2B5EF4-FFF2-40B4-BE49-F238E27FC236}">
                <a16:creationId xmlns:a16="http://schemas.microsoft.com/office/drawing/2014/main" id="{EB165B59-5F85-CA44-B034-0084F9CBE1DE}"/>
              </a:ext>
            </a:extLst>
          </p:cNvPr>
          <p:cNvSpPr>
            <a:spLocks noGrp="1"/>
          </p:cNvSpPr>
          <p:nvPr>
            <p:ph type="chart" sz="quarter" idx="15"/>
          </p:nvPr>
        </p:nvSpPr>
        <p:spPr>
          <a:xfrm>
            <a:off x="1776000" y="1908000"/>
            <a:ext cx="2592000" cy="2592000"/>
          </a:xfrm>
          <a:prstGeom prst="rect">
            <a:avLst/>
          </a:prstGeom>
        </p:spPr>
        <p:txBody>
          <a:bodyPr lIns="90000"/>
          <a:lstStyle>
            <a:lvl1pPr>
              <a:defRPr sz="1000" baseline="0"/>
            </a:lvl1pPr>
          </a:lstStyle>
          <a:p>
            <a:r>
              <a:rPr lang="en-US" noProof="0" dirty="0"/>
              <a:t>Diagram</a:t>
            </a:r>
          </a:p>
        </p:txBody>
      </p:sp>
      <p:sp>
        <p:nvSpPr>
          <p:cNvPr id="20" name="Diagrammplatzhalter 2">
            <a:extLst>
              <a:ext uri="{FF2B5EF4-FFF2-40B4-BE49-F238E27FC236}">
                <a16:creationId xmlns:a16="http://schemas.microsoft.com/office/drawing/2014/main" id="{142EB1DA-BC55-8043-97B5-0455CD09EED3}"/>
              </a:ext>
            </a:extLst>
          </p:cNvPr>
          <p:cNvSpPr>
            <a:spLocks noGrp="1"/>
          </p:cNvSpPr>
          <p:nvPr>
            <p:ph type="chart" sz="quarter" idx="16"/>
          </p:nvPr>
        </p:nvSpPr>
        <p:spPr>
          <a:xfrm>
            <a:off x="4800000" y="1908000"/>
            <a:ext cx="2592000" cy="2592000"/>
          </a:xfrm>
          <a:prstGeom prst="rect">
            <a:avLst/>
          </a:prstGeom>
        </p:spPr>
        <p:txBody>
          <a:bodyPr lIns="90000"/>
          <a:lstStyle>
            <a:lvl1pPr>
              <a:defRPr sz="1000" baseline="0"/>
            </a:lvl1pPr>
          </a:lstStyle>
          <a:p>
            <a:r>
              <a:rPr lang="en-US" noProof="0" dirty="0"/>
              <a:t>Diagram</a:t>
            </a:r>
          </a:p>
        </p:txBody>
      </p:sp>
      <p:sp>
        <p:nvSpPr>
          <p:cNvPr id="21" name="Diagrammplatzhalter 2">
            <a:extLst>
              <a:ext uri="{FF2B5EF4-FFF2-40B4-BE49-F238E27FC236}">
                <a16:creationId xmlns:a16="http://schemas.microsoft.com/office/drawing/2014/main" id="{304BDF07-196A-0042-942C-2652FB6E302F}"/>
              </a:ext>
            </a:extLst>
          </p:cNvPr>
          <p:cNvSpPr>
            <a:spLocks noGrp="1"/>
          </p:cNvSpPr>
          <p:nvPr>
            <p:ph type="chart" sz="quarter" idx="17"/>
          </p:nvPr>
        </p:nvSpPr>
        <p:spPr>
          <a:xfrm>
            <a:off x="7824000" y="1908000"/>
            <a:ext cx="2592000" cy="2592000"/>
          </a:xfrm>
          <a:prstGeom prst="rect">
            <a:avLst/>
          </a:prstGeom>
        </p:spPr>
        <p:txBody>
          <a:bodyPr lIns="90000"/>
          <a:lstStyle>
            <a:lvl1pPr>
              <a:defRPr sz="1000" baseline="0"/>
            </a:lvl1pPr>
          </a:lstStyle>
          <a:p>
            <a:r>
              <a:rPr lang="en-US" noProof="0" dirty="0"/>
              <a:t>Diagram</a:t>
            </a:r>
          </a:p>
        </p:txBody>
      </p:sp>
    </p:spTree>
    <p:extLst>
      <p:ext uri="{BB962C8B-B14F-4D97-AF65-F5344CB8AC3E}">
        <p14:creationId xmlns:p14="http://schemas.microsoft.com/office/powerpoint/2010/main" val="145960688"/>
      </p:ext>
    </p:extLst>
  </p:cSld>
  <p:clrMapOvr>
    <a:masterClrMapping/>
  </p:clrMapOvr>
  <p:extLst>
    <p:ext uri="{DCECCB84-F9BA-43D5-87BE-67443E8EF086}">
      <p15:sldGuideLst xmlns:p15="http://schemas.microsoft.com/office/powerpoint/2012/main">
        <p15:guide id="1" pos="3840">
          <p15:clr>
            <a:srgbClr val="FBAE40"/>
          </p15:clr>
        </p15:guide>
        <p15:guide id="2" pos="523">
          <p15:clr>
            <a:srgbClr val="FBAE40"/>
          </p15:clr>
        </p15:guide>
        <p15:guide id="3" pos="869">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slide #14">
    <p:spTree>
      <p:nvGrpSpPr>
        <p:cNvPr id="1" name=""/>
        <p:cNvGrpSpPr/>
        <p:nvPr/>
      </p:nvGrpSpPr>
      <p:grpSpPr>
        <a:xfrm>
          <a:off x="0" y="0"/>
          <a:ext cx="0" cy="0"/>
          <a:chOff x="0" y="0"/>
          <a:chExt cx="0" cy="0"/>
        </a:xfrm>
      </p:grpSpPr>
      <p:pic>
        <p:nvPicPr>
          <p:cNvPr id="42" name="Grafik 41">
            <a:extLst>
              <a:ext uri="{FF2B5EF4-FFF2-40B4-BE49-F238E27FC236}">
                <a16:creationId xmlns:a16="http://schemas.microsoft.com/office/drawing/2014/main" id="{7F1627A7-9073-AA4B-B5CF-AA39DC1CBBC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878134" y="6191238"/>
            <a:ext cx="1531988" cy="117365"/>
          </a:xfrm>
          <a:prstGeom prst="rect">
            <a:avLst/>
          </a:prstGeom>
        </p:spPr>
      </p:pic>
      <p:sp>
        <p:nvSpPr>
          <p:cNvPr id="43" name="Textplatzhalter 4">
            <a:extLst>
              <a:ext uri="{FF2B5EF4-FFF2-40B4-BE49-F238E27FC236}">
                <a16:creationId xmlns:a16="http://schemas.microsoft.com/office/drawing/2014/main" id="{B533636E-8B53-8C40-A05D-8583880CEEF6}"/>
              </a:ext>
            </a:extLst>
          </p:cNvPr>
          <p:cNvSpPr>
            <a:spLocks noGrp="1"/>
          </p:cNvSpPr>
          <p:nvPr>
            <p:ph type="body" sz="quarter" idx="10" hasCustomPrompt="1"/>
          </p:nvPr>
        </p:nvSpPr>
        <p:spPr>
          <a:xfrm>
            <a:off x="713497" y="461098"/>
            <a:ext cx="10080000" cy="584775"/>
          </a:xfrm>
          <a:prstGeom prst="rect">
            <a:avLst/>
          </a:prstGeom>
        </p:spPr>
        <p:txBody>
          <a:bodyPr lIns="90000">
            <a:spAutoFit/>
          </a:bodyPr>
          <a:lstStyle>
            <a:lvl1pPr>
              <a:spcAft>
                <a:spcPts val="0"/>
              </a:spcAft>
              <a:defRPr sz="3200">
                <a:solidFill>
                  <a:schemeClr val="tx1"/>
                </a:solidFill>
              </a:defRPr>
            </a:lvl1pPr>
          </a:lstStyle>
          <a:p>
            <a:r>
              <a:rPr lang="en-US" sz="3200" noProof="0">
                <a:solidFill>
                  <a:srgbClr val="111111"/>
                </a:solidFill>
                <a:latin typeface="Arial" panose="020B0604020202020204" pitchFamily="34" charset="0"/>
                <a:cs typeface="Arial" panose="020B0604020202020204" pitchFamily="34" charset="0"/>
              </a:rPr>
              <a:t>One column text slide, 32 pt headline</a:t>
            </a:r>
          </a:p>
        </p:txBody>
      </p:sp>
      <p:sp>
        <p:nvSpPr>
          <p:cNvPr id="17" name="Textplatzhalter 4">
            <a:extLst>
              <a:ext uri="{FF2B5EF4-FFF2-40B4-BE49-F238E27FC236}">
                <a16:creationId xmlns:a16="http://schemas.microsoft.com/office/drawing/2014/main" id="{6A657EC6-27A0-D243-A4FB-4C1EF97CE219}"/>
              </a:ext>
            </a:extLst>
          </p:cNvPr>
          <p:cNvSpPr>
            <a:spLocks noGrp="1"/>
          </p:cNvSpPr>
          <p:nvPr>
            <p:ph type="body" sz="quarter" idx="14" hasCustomPrompt="1"/>
          </p:nvPr>
        </p:nvSpPr>
        <p:spPr>
          <a:xfrm>
            <a:off x="1958135" y="5508000"/>
            <a:ext cx="7200000" cy="585610"/>
          </a:xfrm>
          <a:prstGeom prst="rect">
            <a:avLst/>
          </a:prstGeom>
        </p:spPr>
        <p:txBody>
          <a:bodyPr lIns="90000">
            <a:spAutoFit/>
          </a:bodyPr>
          <a:lstStyle>
            <a:lvl1pPr>
              <a:spcAft>
                <a:spcPts val="0"/>
              </a:spcAft>
              <a:defRPr sz="1400">
                <a:solidFill>
                  <a:schemeClr val="tx1"/>
                </a:solidFill>
              </a:defRPr>
            </a:lvl1pPr>
          </a:lstStyle>
          <a:p>
            <a:pPr>
              <a:lnSpc>
                <a:spcPct val="120000"/>
              </a:lnSpc>
            </a:pPr>
            <a:r>
              <a:rPr lang="en-US" b="0" noProof="0" dirty="0">
                <a:solidFill>
                  <a:srgbClr val="111111"/>
                </a:solidFill>
                <a:latin typeface="Arial" panose="020B0604020202020204" pitchFamily="34" charset="0"/>
                <a:cs typeface="Arial" panose="020B0604020202020204" pitchFamily="34" charset="0"/>
              </a:rPr>
              <a:t>Abstract 14 Pt Lorem ipsum dolor sit </a:t>
            </a:r>
            <a:r>
              <a:rPr lang="en-US" b="0" noProof="0" dirty="0" err="1">
                <a:solidFill>
                  <a:srgbClr val="111111"/>
                </a:solidFill>
                <a:latin typeface="Arial" panose="020B0604020202020204" pitchFamily="34" charset="0"/>
                <a:cs typeface="Arial" panose="020B0604020202020204" pitchFamily="34" charset="0"/>
              </a:rPr>
              <a:t>amet</a:t>
            </a:r>
            <a:r>
              <a:rPr lang="en-US" b="0" noProof="0" dirty="0">
                <a:solidFill>
                  <a:srgbClr val="111111"/>
                </a:solidFill>
                <a:latin typeface="Arial" panose="020B0604020202020204" pitchFamily="34" charset="0"/>
                <a:cs typeface="Arial" panose="020B0604020202020204" pitchFamily="34" charset="0"/>
              </a:rPr>
              <a:t>, </a:t>
            </a:r>
            <a:r>
              <a:rPr lang="en-US" b="0" noProof="0" dirty="0" err="1">
                <a:solidFill>
                  <a:srgbClr val="111111"/>
                </a:solidFill>
                <a:latin typeface="Arial" panose="020B0604020202020204" pitchFamily="34" charset="0"/>
                <a:cs typeface="Arial" panose="020B0604020202020204" pitchFamily="34" charset="0"/>
              </a:rPr>
              <a:t>consetetur</a:t>
            </a:r>
            <a:r>
              <a:rPr lang="en-US" b="0" noProof="0" dirty="0">
                <a:solidFill>
                  <a:srgbClr val="111111"/>
                </a:solidFill>
                <a:latin typeface="Arial" panose="020B0604020202020204" pitchFamily="34" charset="0"/>
                <a:cs typeface="Arial" panose="020B0604020202020204" pitchFamily="34" charset="0"/>
              </a:rPr>
              <a:t> </a:t>
            </a:r>
            <a:r>
              <a:rPr lang="en-US" b="0" noProof="0" dirty="0" err="1">
                <a:solidFill>
                  <a:srgbClr val="111111"/>
                </a:solidFill>
                <a:latin typeface="Arial" panose="020B0604020202020204" pitchFamily="34" charset="0"/>
                <a:cs typeface="Arial" panose="020B0604020202020204" pitchFamily="34" charset="0"/>
              </a:rPr>
              <a:t>sadipscing</a:t>
            </a:r>
            <a:r>
              <a:rPr lang="en-US" b="0" noProof="0" dirty="0">
                <a:solidFill>
                  <a:srgbClr val="111111"/>
                </a:solidFill>
                <a:latin typeface="Arial" panose="020B0604020202020204" pitchFamily="34" charset="0"/>
                <a:cs typeface="Arial" panose="020B0604020202020204" pitchFamily="34" charset="0"/>
              </a:rPr>
              <a:t> </a:t>
            </a:r>
            <a:r>
              <a:rPr lang="en-US" b="0" noProof="0" dirty="0" err="1">
                <a:solidFill>
                  <a:srgbClr val="111111"/>
                </a:solidFill>
                <a:latin typeface="Arial" panose="020B0604020202020204" pitchFamily="34" charset="0"/>
                <a:cs typeface="Arial" panose="020B0604020202020204" pitchFamily="34" charset="0"/>
              </a:rPr>
              <a:t>elitr</a:t>
            </a:r>
            <a:r>
              <a:rPr lang="en-US" b="0" noProof="0" dirty="0">
                <a:solidFill>
                  <a:srgbClr val="111111"/>
                </a:solidFill>
                <a:latin typeface="Arial" panose="020B0604020202020204" pitchFamily="34" charset="0"/>
                <a:cs typeface="Arial" panose="020B0604020202020204" pitchFamily="34" charset="0"/>
              </a:rPr>
              <a:t>, sed diam </a:t>
            </a:r>
            <a:r>
              <a:rPr lang="en-US" b="0" noProof="0" dirty="0" err="1">
                <a:solidFill>
                  <a:srgbClr val="111111"/>
                </a:solidFill>
                <a:latin typeface="Arial" panose="020B0604020202020204" pitchFamily="34" charset="0"/>
                <a:cs typeface="Arial" panose="020B0604020202020204" pitchFamily="34" charset="0"/>
              </a:rPr>
              <a:t>nonumy</a:t>
            </a:r>
            <a:r>
              <a:rPr lang="en-US" b="0" noProof="0" dirty="0">
                <a:solidFill>
                  <a:srgbClr val="111111"/>
                </a:solidFill>
                <a:latin typeface="Arial" panose="020B0604020202020204" pitchFamily="34" charset="0"/>
                <a:cs typeface="Arial" panose="020B0604020202020204" pitchFamily="34" charset="0"/>
              </a:rPr>
              <a:t> </a:t>
            </a:r>
            <a:r>
              <a:rPr lang="en-US" b="0" noProof="0" dirty="0" err="1">
                <a:solidFill>
                  <a:srgbClr val="111111"/>
                </a:solidFill>
                <a:latin typeface="Arial" panose="020B0604020202020204" pitchFamily="34" charset="0"/>
                <a:cs typeface="Arial" panose="020B0604020202020204" pitchFamily="34" charset="0"/>
              </a:rPr>
              <a:t>eirmod</a:t>
            </a:r>
            <a:r>
              <a:rPr lang="en-US" b="0" noProof="0" dirty="0">
                <a:solidFill>
                  <a:srgbClr val="111111"/>
                </a:solidFill>
                <a:latin typeface="Arial" panose="020B0604020202020204" pitchFamily="34" charset="0"/>
                <a:cs typeface="Arial" panose="020B0604020202020204" pitchFamily="34" charset="0"/>
              </a:rPr>
              <a:t> </a:t>
            </a:r>
            <a:r>
              <a:rPr lang="en-US" b="0" noProof="0" dirty="0" err="1">
                <a:solidFill>
                  <a:srgbClr val="111111"/>
                </a:solidFill>
                <a:latin typeface="Arial" panose="020B0604020202020204" pitchFamily="34" charset="0"/>
                <a:cs typeface="Arial" panose="020B0604020202020204" pitchFamily="34" charset="0"/>
              </a:rPr>
              <a:t>tempor</a:t>
            </a:r>
            <a:r>
              <a:rPr lang="en-US" b="0" noProof="0" dirty="0">
                <a:solidFill>
                  <a:srgbClr val="111111"/>
                </a:solidFill>
                <a:latin typeface="Arial" panose="020B0604020202020204" pitchFamily="34" charset="0"/>
                <a:cs typeface="Arial" panose="020B0604020202020204" pitchFamily="34" charset="0"/>
              </a:rPr>
              <a:t> </a:t>
            </a:r>
            <a:r>
              <a:rPr lang="en-US" b="0" noProof="0" dirty="0" err="1">
                <a:solidFill>
                  <a:srgbClr val="111111"/>
                </a:solidFill>
                <a:latin typeface="Arial" panose="020B0604020202020204" pitchFamily="34" charset="0"/>
                <a:cs typeface="Arial" panose="020B0604020202020204" pitchFamily="34" charset="0"/>
              </a:rPr>
              <a:t>invidunt</a:t>
            </a:r>
            <a:r>
              <a:rPr lang="en-US" b="0" noProof="0" dirty="0">
                <a:solidFill>
                  <a:srgbClr val="111111"/>
                </a:solidFill>
                <a:latin typeface="Arial" panose="020B0604020202020204" pitchFamily="34" charset="0"/>
                <a:cs typeface="Arial" panose="020B0604020202020204" pitchFamily="34" charset="0"/>
              </a:rPr>
              <a:t> </a:t>
            </a:r>
            <a:r>
              <a:rPr lang="en-US" b="0" noProof="0" dirty="0" err="1">
                <a:solidFill>
                  <a:srgbClr val="111111"/>
                </a:solidFill>
                <a:latin typeface="Arial" panose="020B0604020202020204" pitchFamily="34" charset="0"/>
                <a:cs typeface="Arial" panose="020B0604020202020204" pitchFamily="34" charset="0"/>
              </a:rPr>
              <a:t>ut</a:t>
            </a:r>
            <a:r>
              <a:rPr lang="en-US" b="0" noProof="0" dirty="0">
                <a:solidFill>
                  <a:srgbClr val="111111"/>
                </a:solidFill>
                <a:latin typeface="Arial" panose="020B0604020202020204" pitchFamily="34" charset="0"/>
                <a:cs typeface="Arial" panose="020B0604020202020204" pitchFamily="34" charset="0"/>
              </a:rPr>
              <a:t> </a:t>
            </a:r>
            <a:r>
              <a:rPr lang="en-US" b="0" noProof="0" dirty="0" err="1">
                <a:solidFill>
                  <a:srgbClr val="111111"/>
                </a:solidFill>
                <a:latin typeface="Arial" panose="020B0604020202020204" pitchFamily="34" charset="0"/>
                <a:cs typeface="Arial" panose="020B0604020202020204" pitchFamily="34" charset="0"/>
              </a:rPr>
              <a:t>labore</a:t>
            </a:r>
            <a:r>
              <a:rPr lang="en-US" b="0" noProof="0" dirty="0">
                <a:solidFill>
                  <a:srgbClr val="111111"/>
                </a:solidFill>
                <a:latin typeface="Arial" panose="020B0604020202020204" pitchFamily="34" charset="0"/>
                <a:cs typeface="Arial" panose="020B0604020202020204" pitchFamily="34" charset="0"/>
              </a:rPr>
              <a:t> et dolore magna </a:t>
            </a:r>
            <a:r>
              <a:rPr lang="en-US" b="0" noProof="0" dirty="0" err="1">
                <a:solidFill>
                  <a:srgbClr val="111111"/>
                </a:solidFill>
                <a:latin typeface="Arial" panose="020B0604020202020204" pitchFamily="34" charset="0"/>
                <a:cs typeface="Arial" panose="020B0604020202020204" pitchFamily="34" charset="0"/>
              </a:rPr>
              <a:t>aliquyam</a:t>
            </a:r>
            <a:r>
              <a:rPr lang="en-US" b="0" noProof="0" dirty="0">
                <a:solidFill>
                  <a:srgbClr val="111111"/>
                </a:solidFill>
                <a:latin typeface="Arial" panose="020B0604020202020204" pitchFamily="34" charset="0"/>
                <a:cs typeface="Arial" panose="020B0604020202020204" pitchFamily="34" charset="0"/>
              </a:rPr>
              <a:t> </a:t>
            </a:r>
            <a:r>
              <a:rPr lang="en-US" b="0" noProof="0" dirty="0" err="1">
                <a:solidFill>
                  <a:srgbClr val="111111"/>
                </a:solidFill>
                <a:latin typeface="Arial" panose="020B0604020202020204" pitchFamily="34" charset="0"/>
                <a:cs typeface="Arial" panose="020B0604020202020204" pitchFamily="34" charset="0"/>
              </a:rPr>
              <a:t>erat</a:t>
            </a:r>
            <a:r>
              <a:rPr lang="en-US" b="0" noProof="0" dirty="0">
                <a:solidFill>
                  <a:srgbClr val="111111"/>
                </a:solidFill>
                <a:latin typeface="Arial" panose="020B0604020202020204" pitchFamily="34" charset="0"/>
                <a:cs typeface="Arial" panose="020B0604020202020204" pitchFamily="34" charset="0"/>
              </a:rPr>
              <a:t>, sed diam </a:t>
            </a:r>
            <a:r>
              <a:rPr lang="en-US" b="0" noProof="0" dirty="0" err="1">
                <a:solidFill>
                  <a:srgbClr val="111111"/>
                </a:solidFill>
                <a:latin typeface="Arial" panose="020B0604020202020204" pitchFamily="34" charset="0"/>
                <a:cs typeface="Arial" panose="020B0604020202020204" pitchFamily="34" charset="0"/>
              </a:rPr>
              <a:t>voluptua</a:t>
            </a:r>
            <a:r>
              <a:rPr lang="en-US" b="0" noProof="0" dirty="0">
                <a:solidFill>
                  <a:srgbClr val="111111"/>
                </a:solidFill>
                <a:latin typeface="Arial" panose="020B0604020202020204" pitchFamily="34" charset="0"/>
                <a:cs typeface="Arial" panose="020B0604020202020204" pitchFamily="34" charset="0"/>
              </a:rPr>
              <a:t>.</a:t>
            </a:r>
          </a:p>
        </p:txBody>
      </p:sp>
      <p:sp>
        <p:nvSpPr>
          <p:cNvPr id="6" name="Diagrammplatzhalter 5">
            <a:extLst>
              <a:ext uri="{FF2B5EF4-FFF2-40B4-BE49-F238E27FC236}">
                <a16:creationId xmlns:a16="http://schemas.microsoft.com/office/drawing/2014/main" id="{540E5B59-E8F9-BA4F-88D6-96660139C9CF}"/>
              </a:ext>
            </a:extLst>
          </p:cNvPr>
          <p:cNvSpPr>
            <a:spLocks noGrp="1"/>
          </p:cNvSpPr>
          <p:nvPr>
            <p:ph type="chart" sz="quarter" idx="18"/>
          </p:nvPr>
        </p:nvSpPr>
        <p:spPr>
          <a:xfrm>
            <a:off x="1957388" y="1728000"/>
            <a:ext cx="8010000" cy="3240000"/>
          </a:xfrm>
          <a:prstGeom prst="rect">
            <a:avLst/>
          </a:prstGeom>
        </p:spPr>
        <p:txBody>
          <a:bodyPr/>
          <a:lstStyle/>
          <a:p>
            <a:r>
              <a:rPr lang="en-US" dirty="0"/>
              <a:t>Diagram</a:t>
            </a:r>
          </a:p>
        </p:txBody>
      </p:sp>
    </p:spTree>
    <p:extLst>
      <p:ext uri="{BB962C8B-B14F-4D97-AF65-F5344CB8AC3E}">
        <p14:creationId xmlns:p14="http://schemas.microsoft.com/office/powerpoint/2010/main" val="3368354703"/>
      </p:ext>
    </p:extLst>
  </p:cSld>
  <p:clrMapOvr>
    <a:masterClrMapping/>
  </p:clrMapOvr>
  <p:extLst>
    <p:ext uri="{DCECCB84-F9BA-43D5-87BE-67443E8EF086}">
      <p15:sldGuideLst xmlns:p15="http://schemas.microsoft.com/office/powerpoint/2012/main">
        <p15:guide id="1" pos="3840">
          <p15:clr>
            <a:srgbClr val="FBAE40"/>
          </p15:clr>
        </p15:guide>
        <p15:guide id="2" pos="523">
          <p15:clr>
            <a:srgbClr val="FBAE40"/>
          </p15:clr>
        </p15:guide>
        <p15:guide id="3" pos="869">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slide #15">
    <p:spTree>
      <p:nvGrpSpPr>
        <p:cNvPr id="1" name=""/>
        <p:cNvGrpSpPr/>
        <p:nvPr/>
      </p:nvGrpSpPr>
      <p:grpSpPr>
        <a:xfrm>
          <a:off x="0" y="0"/>
          <a:ext cx="0" cy="0"/>
          <a:chOff x="0" y="0"/>
          <a:chExt cx="0" cy="0"/>
        </a:xfrm>
      </p:grpSpPr>
      <p:pic>
        <p:nvPicPr>
          <p:cNvPr id="42" name="Grafik 41">
            <a:extLst>
              <a:ext uri="{FF2B5EF4-FFF2-40B4-BE49-F238E27FC236}">
                <a16:creationId xmlns:a16="http://schemas.microsoft.com/office/drawing/2014/main" id="{7F1627A7-9073-AA4B-B5CF-AA39DC1CBBC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878134" y="6191238"/>
            <a:ext cx="1531988" cy="117365"/>
          </a:xfrm>
          <a:prstGeom prst="rect">
            <a:avLst/>
          </a:prstGeom>
        </p:spPr>
      </p:pic>
      <p:sp>
        <p:nvSpPr>
          <p:cNvPr id="43" name="Textplatzhalter 4">
            <a:extLst>
              <a:ext uri="{FF2B5EF4-FFF2-40B4-BE49-F238E27FC236}">
                <a16:creationId xmlns:a16="http://schemas.microsoft.com/office/drawing/2014/main" id="{B533636E-8B53-8C40-A05D-8583880CEEF6}"/>
              </a:ext>
            </a:extLst>
          </p:cNvPr>
          <p:cNvSpPr>
            <a:spLocks noGrp="1"/>
          </p:cNvSpPr>
          <p:nvPr>
            <p:ph type="body" sz="quarter" idx="10" hasCustomPrompt="1"/>
          </p:nvPr>
        </p:nvSpPr>
        <p:spPr>
          <a:xfrm>
            <a:off x="713497" y="461098"/>
            <a:ext cx="10080000" cy="584775"/>
          </a:xfrm>
          <a:prstGeom prst="rect">
            <a:avLst/>
          </a:prstGeom>
        </p:spPr>
        <p:txBody>
          <a:bodyPr lIns="90000">
            <a:spAutoFit/>
          </a:bodyPr>
          <a:lstStyle>
            <a:lvl1pPr>
              <a:spcAft>
                <a:spcPts val="0"/>
              </a:spcAft>
              <a:defRPr sz="3200">
                <a:solidFill>
                  <a:schemeClr val="tx1"/>
                </a:solidFill>
              </a:defRPr>
            </a:lvl1pPr>
          </a:lstStyle>
          <a:p>
            <a:r>
              <a:rPr lang="en-US" sz="3200" noProof="0">
                <a:solidFill>
                  <a:srgbClr val="111111"/>
                </a:solidFill>
                <a:latin typeface="Arial" panose="020B0604020202020204" pitchFamily="34" charset="0"/>
                <a:cs typeface="Arial" panose="020B0604020202020204" pitchFamily="34" charset="0"/>
              </a:rPr>
              <a:t>One column text slide, 32 pt headline</a:t>
            </a:r>
          </a:p>
        </p:txBody>
      </p:sp>
      <p:sp>
        <p:nvSpPr>
          <p:cNvPr id="17" name="Textplatzhalter 4">
            <a:extLst>
              <a:ext uri="{FF2B5EF4-FFF2-40B4-BE49-F238E27FC236}">
                <a16:creationId xmlns:a16="http://schemas.microsoft.com/office/drawing/2014/main" id="{6A657EC6-27A0-D243-A4FB-4C1EF97CE219}"/>
              </a:ext>
            </a:extLst>
          </p:cNvPr>
          <p:cNvSpPr>
            <a:spLocks noGrp="1"/>
          </p:cNvSpPr>
          <p:nvPr>
            <p:ph type="body" sz="quarter" idx="14" hasCustomPrompt="1"/>
          </p:nvPr>
        </p:nvSpPr>
        <p:spPr>
          <a:xfrm>
            <a:off x="1958135" y="5508000"/>
            <a:ext cx="7200000" cy="585610"/>
          </a:xfrm>
          <a:prstGeom prst="rect">
            <a:avLst/>
          </a:prstGeom>
        </p:spPr>
        <p:txBody>
          <a:bodyPr lIns="90000">
            <a:spAutoFit/>
          </a:bodyPr>
          <a:lstStyle>
            <a:lvl1pPr>
              <a:spcAft>
                <a:spcPts val="0"/>
              </a:spcAft>
              <a:defRPr sz="1400">
                <a:solidFill>
                  <a:schemeClr val="tx1"/>
                </a:solidFill>
              </a:defRPr>
            </a:lvl1pPr>
          </a:lstStyle>
          <a:p>
            <a:pPr>
              <a:lnSpc>
                <a:spcPct val="120000"/>
              </a:lnSpc>
            </a:pPr>
            <a:r>
              <a:rPr lang="en-US" b="0" noProof="0" dirty="0">
                <a:solidFill>
                  <a:srgbClr val="111111"/>
                </a:solidFill>
                <a:latin typeface="Arial" panose="020B0604020202020204" pitchFamily="34" charset="0"/>
                <a:cs typeface="Arial" panose="020B0604020202020204" pitchFamily="34" charset="0"/>
              </a:rPr>
              <a:t>Abstract 14 Pt Lorem ipsum dolor sit </a:t>
            </a:r>
            <a:r>
              <a:rPr lang="en-US" b="0" noProof="0" dirty="0" err="1">
                <a:solidFill>
                  <a:srgbClr val="111111"/>
                </a:solidFill>
                <a:latin typeface="Arial" panose="020B0604020202020204" pitchFamily="34" charset="0"/>
                <a:cs typeface="Arial" panose="020B0604020202020204" pitchFamily="34" charset="0"/>
              </a:rPr>
              <a:t>amet</a:t>
            </a:r>
            <a:r>
              <a:rPr lang="en-US" b="0" noProof="0" dirty="0">
                <a:solidFill>
                  <a:srgbClr val="111111"/>
                </a:solidFill>
                <a:latin typeface="Arial" panose="020B0604020202020204" pitchFamily="34" charset="0"/>
                <a:cs typeface="Arial" panose="020B0604020202020204" pitchFamily="34" charset="0"/>
              </a:rPr>
              <a:t>, </a:t>
            </a:r>
            <a:r>
              <a:rPr lang="en-US" b="0" noProof="0" dirty="0" err="1">
                <a:solidFill>
                  <a:srgbClr val="111111"/>
                </a:solidFill>
                <a:latin typeface="Arial" panose="020B0604020202020204" pitchFamily="34" charset="0"/>
                <a:cs typeface="Arial" panose="020B0604020202020204" pitchFamily="34" charset="0"/>
              </a:rPr>
              <a:t>consetetur</a:t>
            </a:r>
            <a:r>
              <a:rPr lang="en-US" b="0" noProof="0" dirty="0">
                <a:solidFill>
                  <a:srgbClr val="111111"/>
                </a:solidFill>
                <a:latin typeface="Arial" panose="020B0604020202020204" pitchFamily="34" charset="0"/>
                <a:cs typeface="Arial" panose="020B0604020202020204" pitchFamily="34" charset="0"/>
              </a:rPr>
              <a:t> </a:t>
            </a:r>
            <a:r>
              <a:rPr lang="en-US" b="0" noProof="0" dirty="0" err="1">
                <a:solidFill>
                  <a:srgbClr val="111111"/>
                </a:solidFill>
                <a:latin typeface="Arial" panose="020B0604020202020204" pitchFamily="34" charset="0"/>
                <a:cs typeface="Arial" panose="020B0604020202020204" pitchFamily="34" charset="0"/>
              </a:rPr>
              <a:t>sadipscing</a:t>
            </a:r>
            <a:r>
              <a:rPr lang="en-US" b="0" noProof="0" dirty="0">
                <a:solidFill>
                  <a:srgbClr val="111111"/>
                </a:solidFill>
                <a:latin typeface="Arial" panose="020B0604020202020204" pitchFamily="34" charset="0"/>
                <a:cs typeface="Arial" panose="020B0604020202020204" pitchFamily="34" charset="0"/>
              </a:rPr>
              <a:t> </a:t>
            </a:r>
            <a:r>
              <a:rPr lang="en-US" b="0" noProof="0" dirty="0" err="1">
                <a:solidFill>
                  <a:srgbClr val="111111"/>
                </a:solidFill>
                <a:latin typeface="Arial" panose="020B0604020202020204" pitchFamily="34" charset="0"/>
                <a:cs typeface="Arial" panose="020B0604020202020204" pitchFamily="34" charset="0"/>
              </a:rPr>
              <a:t>elitr</a:t>
            </a:r>
            <a:r>
              <a:rPr lang="en-US" b="0" noProof="0" dirty="0">
                <a:solidFill>
                  <a:srgbClr val="111111"/>
                </a:solidFill>
                <a:latin typeface="Arial" panose="020B0604020202020204" pitchFamily="34" charset="0"/>
                <a:cs typeface="Arial" panose="020B0604020202020204" pitchFamily="34" charset="0"/>
              </a:rPr>
              <a:t>, sed diam </a:t>
            </a:r>
            <a:r>
              <a:rPr lang="en-US" b="0" noProof="0" dirty="0" err="1">
                <a:solidFill>
                  <a:srgbClr val="111111"/>
                </a:solidFill>
                <a:latin typeface="Arial" panose="020B0604020202020204" pitchFamily="34" charset="0"/>
                <a:cs typeface="Arial" panose="020B0604020202020204" pitchFamily="34" charset="0"/>
              </a:rPr>
              <a:t>nonumy</a:t>
            </a:r>
            <a:r>
              <a:rPr lang="en-US" b="0" noProof="0" dirty="0">
                <a:solidFill>
                  <a:srgbClr val="111111"/>
                </a:solidFill>
                <a:latin typeface="Arial" panose="020B0604020202020204" pitchFamily="34" charset="0"/>
                <a:cs typeface="Arial" panose="020B0604020202020204" pitchFamily="34" charset="0"/>
              </a:rPr>
              <a:t> </a:t>
            </a:r>
            <a:r>
              <a:rPr lang="en-US" b="0" noProof="0" dirty="0" err="1">
                <a:solidFill>
                  <a:srgbClr val="111111"/>
                </a:solidFill>
                <a:latin typeface="Arial" panose="020B0604020202020204" pitchFamily="34" charset="0"/>
                <a:cs typeface="Arial" panose="020B0604020202020204" pitchFamily="34" charset="0"/>
              </a:rPr>
              <a:t>eirmod</a:t>
            </a:r>
            <a:r>
              <a:rPr lang="en-US" b="0" noProof="0" dirty="0">
                <a:solidFill>
                  <a:srgbClr val="111111"/>
                </a:solidFill>
                <a:latin typeface="Arial" panose="020B0604020202020204" pitchFamily="34" charset="0"/>
                <a:cs typeface="Arial" panose="020B0604020202020204" pitchFamily="34" charset="0"/>
              </a:rPr>
              <a:t> </a:t>
            </a:r>
            <a:r>
              <a:rPr lang="en-US" b="0" noProof="0" dirty="0" err="1">
                <a:solidFill>
                  <a:srgbClr val="111111"/>
                </a:solidFill>
                <a:latin typeface="Arial" panose="020B0604020202020204" pitchFamily="34" charset="0"/>
                <a:cs typeface="Arial" panose="020B0604020202020204" pitchFamily="34" charset="0"/>
              </a:rPr>
              <a:t>tempor</a:t>
            </a:r>
            <a:r>
              <a:rPr lang="en-US" b="0" noProof="0" dirty="0">
                <a:solidFill>
                  <a:srgbClr val="111111"/>
                </a:solidFill>
                <a:latin typeface="Arial" panose="020B0604020202020204" pitchFamily="34" charset="0"/>
                <a:cs typeface="Arial" panose="020B0604020202020204" pitchFamily="34" charset="0"/>
              </a:rPr>
              <a:t> </a:t>
            </a:r>
            <a:r>
              <a:rPr lang="en-US" b="0" noProof="0" dirty="0" err="1">
                <a:solidFill>
                  <a:srgbClr val="111111"/>
                </a:solidFill>
                <a:latin typeface="Arial" panose="020B0604020202020204" pitchFamily="34" charset="0"/>
                <a:cs typeface="Arial" panose="020B0604020202020204" pitchFamily="34" charset="0"/>
              </a:rPr>
              <a:t>invidunt</a:t>
            </a:r>
            <a:r>
              <a:rPr lang="en-US" b="0" noProof="0" dirty="0">
                <a:solidFill>
                  <a:srgbClr val="111111"/>
                </a:solidFill>
                <a:latin typeface="Arial" panose="020B0604020202020204" pitchFamily="34" charset="0"/>
                <a:cs typeface="Arial" panose="020B0604020202020204" pitchFamily="34" charset="0"/>
              </a:rPr>
              <a:t> </a:t>
            </a:r>
            <a:r>
              <a:rPr lang="en-US" b="0" noProof="0" dirty="0" err="1">
                <a:solidFill>
                  <a:srgbClr val="111111"/>
                </a:solidFill>
                <a:latin typeface="Arial" panose="020B0604020202020204" pitchFamily="34" charset="0"/>
                <a:cs typeface="Arial" panose="020B0604020202020204" pitchFamily="34" charset="0"/>
              </a:rPr>
              <a:t>ut</a:t>
            </a:r>
            <a:r>
              <a:rPr lang="en-US" b="0" noProof="0" dirty="0">
                <a:solidFill>
                  <a:srgbClr val="111111"/>
                </a:solidFill>
                <a:latin typeface="Arial" panose="020B0604020202020204" pitchFamily="34" charset="0"/>
                <a:cs typeface="Arial" panose="020B0604020202020204" pitchFamily="34" charset="0"/>
              </a:rPr>
              <a:t> </a:t>
            </a:r>
            <a:r>
              <a:rPr lang="en-US" b="0" noProof="0" dirty="0" err="1">
                <a:solidFill>
                  <a:srgbClr val="111111"/>
                </a:solidFill>
                <a:latin typeface="Arial" panose="020B0604020202020204" pitchFamily="34" charset="0"/>
                <a:cs typeface="Arial" panose="020B0604020202020204" pitchFamily="34" charset="0"/>
              </a:rPr>
              <a:t>labore</a:t>
            </a:r>
            <a:r>
              <a:rPr lang="en-US" b="0" noProof="0" dirty="0">
                <a:solidFill>
                  <a:srgbClr val="111111"/>
                </a:solidFill>
                <a:latin typeface="Arial" panose="020B0604020202020204" pitchFamily="34" charset="0"/>
                <a:cs typeface="Arial" panose="020B0604020202020204" pitchFamily="34" charset="0"/>
              </a:rPr>
              <a:t> et dolore magna </a:t>
            </a:r>
            <a:r>
              <a:rPr lang="en-US" b="0" noProof="0" dirty="0" err="1">
                <a:solidFill>
                  <a:srgbClr val="111111"/>
                </a:solidFill>
                <a:latin typeface="Arial" panose="020B0604020202020204" pitchFamily="34" charset="0"/>
                <a:cs typeface="Arial" panose="020B0604020202020204" pitchFamily="34" charset="0"/>
              </a:rPr>
              <a:t>aliquyam</a:t>
            </a:r>
            <a:r>
              <a:rPr lang="en-US" b="0" noProof="0" dirty="0">
                <a:solidFill>
                  <a:srgbClr val="111111"/>
                </a:solidFill>
                <a:latin typeface="Arial" panose="020B0604020202020204" pitchFamily="34" charset="0"/>
                <a:cs typeface="Arial" panose="020B0604020202020204" pitchFamily="34" charset="0"/>
              </a:rPr>
              <a:t> </a:t>
            </a:r>
            <a:r>
              <a:rPr lang="en-US" b="0" noProof="0" dirty="0" err="1">
                <a:solidFill>
                  <a:srgbClr val="111111"/>
                </a:solidFill>
                <a:latin typeface="Arial" panose="020B0604020202020204" pitchFamily="34" charset="0"/>
                <a:cs typeface="Arial" panose="020B0604020202020204" pitchFamily="34" charset="0"/>
              </a:rPr>
              <a:t>erat</a:t>
            </a:r>
            <a:r>
              <a:rPr lang="en-US" b="0" noProof="0" dirty="0">
                <a:solidFill>
                  <a:srgbClr val="111111"/>
                </a:solidFill>
                <a:latin typeface="Arial" panose="020B0604020202020204" pitchFamily="34" charset="0"/>
                <a:cs typeface="Arial" panose="020B0604020202020204" pitchFamily="34" charset="0"/>
              </a:rPr>
              <a:t>, sed diam </a:t>
            </a:r>
            <a:r>
              <a:rPr lang="en-US" b="0" noProof="0" dirty="0" err="1">
                <a:solidFill>
                  <a:srgbClr val="111111"/>
                </a:solidFill>
                <a:latin typeface="Arial" panose="020B0604020202020204" pitchFamily="34" charset="0"/>
                <a:cs typeface="Arial" panose="020B0604020202020204" pitchFamily="34" charset="0"/>
              </a:rPr>
              <a:t>voluptua</a:t>
            </a:r>
            <a:r>
              <a:rPr lang="en-US" b="0" noProof="0" dirty="0">
                <a:solidFill>
                  <a:srgbClr val="111111"/>
                </a:solidFill>
                <a:latin typeface="Arial" panose="020B0604020202020204" pitchFamily="34" charset="0"/>
                <a:cs typeface="Arial" panose="020B0604020202020204" pitchFamily="34" charset="0"/>
              </a:rPr>
              <a:t>.</a:t>
            </a:r>
          </a:p>
        </p:txBody>
      </p:sp>
      <p:sp>
        <p:nvSpPr>
          <p:cNvPr id="6" name="Diagrammplatzhalter 5">
            <a:extLst>
              <a:ext uri="{FF2B5EF4-FFF2-40B4-BE49-F238E27FC236}">
                <a16:creationId xmlns:a16="http://schemas.microsoft.com/office/drawing/2014/main" id="{540E5B59-E8F9-BA4F-88D6-96660139C9CF}"/>
              </a:ext>
            </a:extLst>
          </p:cNvPr>
          <p:cNvSpPr>
            <a:spLocks noGrp="1"/>
          </p:cNvSpPr>
          <p:nvPr>
            <p:ph type="chart" sz="quarter" idx="18"/>
          </p:nvPr>
        </p:nvSpPr>
        <p:spPr>
          <a:xfrm>
            <a:off x="1957388" y="1728000"/>
            <a:ext cx="8010000" cy="3240000"/>
          </a:xfrm>
          <a:prstGeom prst="rect">
            <a:avLst/>
          </a:prstGeom>
        </p:spPr>
        <p:txBody>
          <a:bodyPr/>
          <a:lstStyle>
            <a:lvl1pPr marL="0" marR="0" indent="0" algn="l" defTabSz="914400" rtl="0" eaLnBrk="1" fontAlgn="auto" latinLnBrk="0" hangingPunct="1">
              <a:lnSpc>
                <a:spcPct val="100000"/>
              </a:lnSpc>
              <a:spcBef>
                <a:spcPts val="0"/>
              </a:spcBef>
              <a:spcAft>
                <a:spcPts val="2200"/>
              </a:spcAft>
              <a:buClrTx/>
              <a:buSzTx/>
              <a:buFont typeface="Arial" panose="020B0604020202020204" pitchFamily="34" charset="0"/>
              <a:buNone/>
              <a:tabLst/>
              <a:defRPr/>
            </a:lvl1pPr>
          </a:lstStyle>
          <a:p>
            <a:pPr marL="0" marR="0" lvl="0" indent="0" algn="l" defTabSz="914400" rtl="0" eaLnBrk="1" fontAlgn="auto" latinLnBrk="0" hangingPunct="1">
              <a:lnSpc>
                <a:spcPct val="100000"/>
              </a:lnSpc>
              <a:spcBef>
                <a:spcPts val="0"/>
              </a:spcBef>
              <a:spcAft>
                <a:spcPts val="2200"/>
              </a:spcAft>
              <a:buClrTx/>
              <a:buSzTx/>
              <a:buFont typeface="Arial" panose="020B0604020202020204" pitchFamily="34" charset="0"/>
              <a:buNone/>
              <a:tabLst/>
              <a:defRPr/>
            </a:pPr>
            <a:r>
              <a:rPr lang="en-US" dirty="0"/>
              <a:t>Diagram</a:t>
            </a:r>
          </a:p>
        </p:txBody>
      </p:sp>
      <p:sp>
        <p:nvSpPr>
          <p:cNvPr id="8" name="Textplatzhalter 2">
            <a:extLst>
              <a:ext uri="{FF2B5EF4-FFF2-40B4-BE49-F238E27FC236}">
                <a16:creationId xmlns:a16="http://schemas.microsoft.com/office/drawing/2014/main" id="{9114A13B-2BA1-274A-AF18-DF4AA7FDDB78}"/>
              </a:ext>
            </a:extLst>
          </p:cNvPr>
          <p:cNvSpPr>
            <a:spLocks noGrp="1"/>
          </p:cNvSpPr>
          <p:nvPr>
            <p:ph type="body" sz="quarter" idx="19" hasCustomPrompt="1"/>
          </p:nvPr>
        </p:nvSpPr>
        <p:spPr>
          <a:xfrm>
            <a:off x="713497" y="1104680"/>
            <a:ext cx="9360000" cy="402291"/>
          </a:xfrm>
          <a:prstGeom prst="rect">
            <a:avLst/>
          </a:prstGeom>
        </p:spPr>
        <p:txBody>
          <a:bodyPr tIns="46800" rIns="90000" bIns="46800">
            <a:spAutoFit/>
          </a:bodyPr>
          <a:lstStyle>
            <a:lvl1pPr>
              <a:defRPr sz="2000"/>
            </a:lvl1pPr>
          </a:lstStyle>
          <a:p>
            <a:pPr lvl="0"/>
            <a:r>
              <a:rPr lang="en-US" noProof="0" dirty="0" err="1"/>
              <a:t>Subheadline</a:t>
            </a:r>
            <a:r>
              <a:rPr lang="en-US" noProof="0" dirty="0"/>
              <a:t> 20 Pt Arial</a:t>
            </a:r>
          </a:p>
        </p:txBody>
      </p:sp>
    </p:spTree>
    <p:extLst>
      <p:ext uri="{BB962C8B-B14F-4D97-AF65-F5344CB8AC3E}">
        <p14:creationId xmlns:p14="http://schemas.microsoft.com/office/powerpoint/2010/main" val="4110247223"/>
      </p:ext>
    </p:extLst>
  </p:cSld>
  <p:clrMapOvr>
    <a:masterClrMapping/>
  </p:clrMapOvr>
  <p:extLst>
    <p:ext uri="{DCECCB84-F9BA-43D5-87BE-67443E8EF086}">
      <p15:sldGuideLst xmlns:p15="http://schemas.microsoft.com/office/powerpoint/2012/main">
        <p15:guide id="1" pos="3840">
          <p15:clr>
            <a:srgbClr val="FBAE40"/>
          </p15:clr>
        </p15:guide>
        <p15:guide id="2" pos="523">
          <p15:clr>
            <a:srgbClr val="FBAE40"/>
          </p15:clr>
        </p15:guide>
        <p15:guide id="3" pos="869">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slide #16">
    <p:spTree>
      <p:nvGrpSpPr>
        <p:cNvPr id="1" name=""/>
        <p:cNvGrpSpPr/>
        <p:nvPr/>
      </p:nvGrpSpPr>
      <p:grpSpPr>
        <a:xfrm>
          <a:off x="0" y="0"/>
          <a:ext cx="0" cy="0"/>
          <a:chOff x="0" y="0"/>
          <a:chExt cx="0" cy="0"/>
        </a:xfrm>
      </p:grpSpPr>
      <p:pic>
        <p:nvPicPr>
          <p:cNvPr id="42" name="Grafik 41">
            <a:extLst>
              <a:ext uri="{FF2B5EF4-FFF2-40B4-BE49-F238E27FC236}">
                <a16:creationId xmlns:a16="http://schemas.microsoft.com/office/drawing/2014/main" id="{7F1627A7-9073-AA4B-B5CF-AA39DC1CBBC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878134" y="6191238"/>
            <a:ext cx="1531988" cy="117365"/>
          </a:xfrm>
          <a:prstGeom prst="rect">
            <a:avLst/>
          </a:prstGeom>
        </p:spPr>
      </p:pic>
      <p:sp>
        <p:nvSpPr>
          <p:cNvPr id="43" name="Textplatzhalter 4">
            <a:extLst>
              <a:ext uri="{FF2B5EF4-FFF2-40B4-BE49-F238E27FC236}">
                <a16:creationId xmlns:a16="http://schemas.microsoft.com/office/drawing/2014/main" id="{B533636E-8B53-8C40-A05D-8583880CEEF6}"/>
              </a:ext>
            </a:extLst>
          </p:cNvPr>
          <p:cNvSpPr>
            <a:spLocks noGrp="1"/>
          </p:cNvSpPr>
          <p:nvPr>
            <p:ph type="body" sz="quarter" idx="10" hasCustomPrompt="1"/>
          </p:nvPr>
        </p:nvSpPr>
        <p:spPr>
          <a:xfrm>
            <a:off x="713497" y="461098"/>
            <a:ext cx="10080000" cy="584775"/>
          </a:xfrm>
          <a:prstGeom prst="rect">
            <a:avLst/>
          </a:prstGeom>
        </p:spPr>
        <p:txBody>
          <a:bodyPr lIns="90000">
            <a:spAutoFit/>
          </a:bodyPr>
          <a:lstStyle>
            <a:lvl1pPr>
              <a:spcAft>
                <a:spcPts val="0"/>
              </a:spcAft>
              <a:defRPr sz="3200">
                <a:solidFill>
                  <a:schemeClr val="tx1"/>
                </a:solidFill>
              </a:defRPr>
            </a:lvl1pPr>
          </a:lstStyle>
          <a:p>
            <a:r>
              <a:rPr lang="en-US" sz="3200" noProof="0">
                <a:solidFill>
                  <a:srgbClr val="111111"/>
                </a:solidFill>
                <a:latin typeface="Arial" panose="020B0604020202020204" pitchFamily="34" charset="0"/>
                <a:cs typeface="Arial" panose="020B0604020202020204" pitchFamily="34" charset="0"/>
              </a:rPr>
              <a:t>One column text slide, 32 pt headline</a:t>
            </a:r>
          </a:p>
        </p:txBody>
      </p:sp>
      <p:sp>
        <p:nvSpPr>
          <p:cNvPr id="17" name="Textplatzhalter 4">
            <a:extLst>
              <a:ext uri="{FF2B5EF4-FFF2-40B4-BE49-F238E27FC236}">
                <a16:creationId xmlns:a16="http://schemas.microsoft.com/office/drawing/2014/main" id="{6A657EC6-27A0-D243-A4FB-4C1EF97CE219}"/>
              </a:ext>
            </a:extLst>
          </p:cNvPr>
          <p:cNvSpPr>
            <a:spLocks noGrp="1"/>
          </p:cNvSpPr>
          <p:nvPr>
            <p:ph type="body" sz="quarter" idx="14" hasCustomPrompt="1"/>
          </p:nvPr>
        </p:nvSpPr>
        <p:spPr>
          <a:xfrm>
            <a:off x="1958135" y="5508000"/>
            <a:ext cx="7200000" cy="585610"/>
          </a:xfrm>
          <a:prstGeom prst="rect">
            <a:avLst/>
          </a:prstGeom>
        </p:spPr>
        <p:txBody>
          <a:bodyPr lIns="90000">
            <a:spAutoFit/>
          </a:bodyPr>
          <a:lstStyle>
            <a:lvl1pPr>
              <a:spcAft>
                <a:spcPts val="0"/>
              </a:spcAft>
              <a:defRPr sz="1400">
                <a:solidFill>
                  <a:schemeClr val="tx1"/>
                </a:solidFill>
              </a:defRPr>
            </a:lvl1pPr>
          </a:lstStyle>
          <a:p>
            <a:pPr>
              <a:lnSpc>
                <a:spcPct val="120000"/>
              </a:lnSpc>
            </a:pPr>
            <a:r>
              <a:rPr lang="en-US" b="0" noProof="0">
                <a:solidFill>
                  <a:srgbClr val="111111"/>
                </a:solidFill>
                <a:latin typeface="Arial" panose="020B0604020202020204" pitchFamily="34" charset="0"/>
                <a:cs typeface="Arial" panose="020B0604020202020204" pitchFamily="34" charset="0"/>
              </a:rPr>
              <a:t>Abstract 14 Pt Lorem ipsum dolor sit amet, consetetur sadipscing elitr, sed diam nonumy eirmod tempor invidunt ut labore et dolore magna aliquyam erat, sed diam voluptua.</a:t>
            </a:r>
          </a:p>
        </p:txBody>
      </p:sp>
      <p:sp>
        <p:nvSpPr>
          <p:cNvPr id="10" name="Textplatzhalter 2">
            <a:extLst>
              <a:ext uri="{FF2B5EF4-FFF2-40B4-BE49-F238E27FC236}">
                <a16:creationId xmlns:a16="http://schemas.microsoft.com/office/drawing/2014/main" id="{45107FF4-EA8E-2045-9EF5-861096AA0DCA}"/>
              </a:ext>
            </a:extLst>
          </p:cNvPr>
          <p:cNvSpPr>
            <a:spLocks noGrp="1"/>
          </p:cNvSpPr>
          <p:nvPr>
            <p:ph type="body" sz="quarter" idx="15" hasCustomPrompt="1"/>
          </p:nvPr>
        </p:nvSpPr>
        <p:spPr>
          <a:xfrm>
            <a:off x="713497" y="1104680"/>
            <a:ext cx="9360000" cy="402291"/>
          </a:xfrm>
          <a:prstGeom prst="rect">
            <a:avLst/>
          </a:prstGeom>
        </p:spPr>
        <p:txBody>
          <a:bodyPr tIns="46800" rIns="90000" bIns="46800">
            <a:spAutoFit/>
          </a:bodyPr>
          <a:lstStyle>
            <a:lvl1pPr>
              <a:defRPr sz="2000"/>
            </a:lvl1pPr>
          </a:lstStyle>
          <a:p>
            <a:pPr lvl="0"/>
            <a:r>
              <a:rPr lang="en-US" noProof="0" dirty="0" err="1"/>
              <a:t>Subheadline</a:t>
            </a:r>
            <a:r>
              <a:rPr lang="en-US" noProof="0" dirty="0"/>
              <a:t> 20 Pt Arial</a:t>
            </a:r>
          </a:p>
        </p:txBody>
      </p:sp>
      <p:sp>
        <p:nvSpPr>
          <p:cNvPr id="11" name="Bildplatzhalter 19">
            <a:extLst>
              <a:ext uri="{FF2B5EF4-FFF2-40B4-BE49-F238E27FC236}">
                <a16:creationId xmlns:a16="http://schemas.microsoft.com/office/drawing/2014/main" id="{DC8F5FD1-6DB8-B04E-9325-5F966E905033}"/>
              </a:ext>
            </a:extLst>
          </p:cNvPr>
          <p:cNvSpPr>
            <a:spLocks noGrp="1"/>
          </p:cNvSpPr>
          <p:nvPr>
            <p:ph type="pic" sz="quarter" idx="16" hasCustomPrompt="1"/>
          </p:nvPr>
        </p:nvSpPr>
        <p:spPr>
          <a:xfrm>
            <a:off x="1767600" y="1903006"/>
            <a:ext cx="8653670" cy="3204204"/>
          </a:xfrm>
          <a:prstGeom prst="rect">
            <a:avLst/>
          </a:prstGeom>
          <a:pattFill prst="wdDnDiag">
            <a:fgClr>
              <a:schemeClr val="bg1">
                <a:lumMod val="85000"/>
              </a:schemeClr>
            </a:fgClr>
            <a:bgClr>
              <a:schemeClr val="bg1"/>
            </a:bgClr>
          </a:pattFill>
        </p:spPr>
        <p:txBody>
          <a:bodyPr lIns="90000"/>
          <a:lstStyle>
            <a:lvl1pPr>
              <a:defRPr b="0"/>
            </a:lvl1pPr>
          </a:lstStyle>
          <a:p>
            <a:r>
              <a:rPr lang="en-US" noProof="0" dirty="0"/>
              <a:t>Placeholder</a:t>
            </a:r>
          </a:p>
        </p:txBody>
      </p:sp>
    </p:spTree>
    <p:extLst>
      <p:ext uri="{BB962C8B-B14F-4D97-AF65-F5344CB8AC3E}">
        <p14:creationId xmlns:p14="http://schemas.microsoft.com/office/powerpoint/2010/main" val="990939304"/>
      </p:ext>
    </p:extLst>
  </p:cSld>
  <p:clrMapOvr>
    <a:masterClrMapping/>
  </p:clrMapOvr>
  <p:extLst>
    <p:ext uri="{DCECCB84-F9BA-43D5-87BE-67443E8EF086}">
      <p15:sldGuideLst xmlns:p15="http://schemas.microsoft.com/office/powerpoint/2012/main">
        <p15:guide id="1" pos="3840">
          <p15:clr>
            <a:srgbClr val="FBAE40"/>
          </p15:clr>
        </p15:guide>
        <p15:guide id="2" pos="523">
          <p15:clr>
            <a:srgbClr val="FBAE40"/>
          </p15:clr>
        </p15:guide>
        <p15:guide id="3" pos="869">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 slide #17">
    <p:spTree>
      <p:nvGrpSpPr>
        <p:cNvPr id="1" name=""/>
        <p:cNvGrpSpPr/>
        <p:nvPr/>
      </p:nvGrpSpPr>
      <p:grpSpPr>
        <a:xfrm>
          <a:off x="0" y="0"/>
          <a:ext cx="0" cy="0"/>
          <a:chOff x="0" y="0"/>
          <a:chExt cx="0" cy="0"/>
        </a:xfrm>
      </p:grpSpPr>
      <p:sp>
        <p:nvSpPr>
          <p:cNvPr id="30" name="Bildplatzhalter 19">
            <a:extLst>
              <a:ext uri="{FF2B5EF4-FFF2-40B4-BE49-F238E27FC236}">
                <a16:creationId xmlns:a16="http://schemas.microsoft.com/office/drawing/2014/main" id="{137FFCE8-E361-9A4D-9166-782A7ADDDBAF}"/>
              </a:ext>
            </a:extLst>
          </p:cNvPr>
          <p:cNvSpPr>
            <a:spLocks noGrp="1" noChangeAspect="1"/>
          </p:cNvSpPr>
          <p:nvPr>
            <p:ph type="pic" sz="quarter" idx="20" hasCustomPrompt="1"/>
          </p:nvPr>
        </p:nvSpPr>
        <p:spPr>
          <a:xfrm>
            <a:off x="8357584" y="2199854"/>
            <a:ext cx="2458800" cy="2458294"/>
          </a:xfrm>
          <a:prstGeom prst="rect">
            <a:avLst/>
          </a:prstGeom>
          <a:pattFill prst="wdDnDiag">
            <a:fgClr>
              <a:schemeClr val="bg1">
                <a:lumMod val="85000"/>
              </a:schemeClr>
            </a:fgClr>
            <a:bgClr>
              <a:schemeClr val="bg1"/>
            </a:bgClr>
          </a:pattFill>
        </p:spPr>
        <p:txBody>
          <a:bodyPr/>
          <a:lstStyle>
            <a:lvl1pPr marL="0" marR="0" indent="0" algn="l" defTabSz="914400" rtl="0" eaLnBrk="1" fontAlgn="auto" latinLnBrk="0" hangingPunct="1">
              <a:lnSpc>
                <a:spcPct val="100000"/>
              </a:lnSpc>
              <a:spcBef>
                <a:spcPts val="0"/>
              </a:spcBef>
              <a:spcAft>
                <a:spcPts val="2200"/>
              </a:spcAft>
              <a:buClrTx/>
              <a:buSzTx/>
              <a:buFont typeface="Arial" panose="020B0604020202020204" pitchFamily="34" charset="0"/>
              <a:buNone/>
              <a:tabLst/>
              <a:defRPr sz="1100" b="0" baseline="0"/>
            </a:lvl1pPr>
          </a:lstStyle>
          <a:p>
            <a:pPr marL="0" marR="0" lvl="0" indent="0" algn="l" defTabSz="914400" rtl="0" eaLnBrk="1" fontAlgn="auto" latinLnBrk="0" hangingPunct="1">
              <a:lnSpc>
                <a:spcPct val="100000"/>
              </a:lnSpc>
              <a:spcBef>
                <a:spcPts val="0"/>
              </a:spcBef>
              <a:spcAft>
                <a:spcPts val="2200"/>
              </a:spcAft>
              <a:buClrTx/>
              <a:buSzTx/>
              <a:buFont typeface="Arial" panose="020B0604020202020204" pitchFamily="34" charset="0"/>
              <a:buNone/>
              <a:tabLst/>
              <a:defRPr/>
            </a:pPr>
            <a:r>
              <a:rPr lang="en-US" noProof="0" dirty="0"/>
              <a:t>Placeholder</a:t>
            </a:r>
          </a:p>
        </p:txBody>
      </p:sp>
      <p:sp>
        <p:nvSpPr>
          <p:cNvPr id="28" name="Bildplatzhalter 19">
            <a:extLst>
              <a:ext uri="{FF2B5EF4-FFF2-40B4-BE49-F238E27FC236}">
                <a16:creationId xmlns:a16="http://schemas.microsoft.com/office/drawing/2014/main" id="{36054059-6278-AF48-AC09-BA2E3EEE6BCB}"/>
              </a:ext>
            </a:extLst>
          </p:cNvPr>
          <p:cNvSpPr>
            <a:spLocks noGrp="1" noChangeAspect="1"/>
          </p:cNvSpPr>
          <p:nvPr>
            <p:ph type="pic" sz="quarter" idx="14" hasCustomPrompt="1"/>
          </p:nvPr>
        </p:nvSpPr>
        <p:spPr>
          <a:xfrm>
            <a:off x="1138410" y="2199854"/>
            <a:ext cx="2458800" cy="2458294"/>
          </a:xfrm>
          <a:prstGeom prst="rect">
            <a:avLst/>
          </a:prstGeom>
          <a:pattFill prst="wdDnDiag">
            <a:fgClr>
              <a:schemeClr val="bg1">
                <a:lumMod val="85000"/>
              </a:schemeClr>
            </a:fgClr>
            <a:bgClr>
              <a:schemeClr val="bg1"/>
            </a:bgClr>
          </a:pattFill>
        </p:spPr>
        <p:txBody>
          <a:bodyPr/>
          <a:lstStyle>
            <a:lvl1pPr>
              <a:defRPr sz="1100" b="0" baseline="0"/>
            </a:lvl1pPr>
          </a:lstStyle>
          <a:p>
            <a:r>
              <a:rPr lang="en-US" noProof="0" dirty="0"/>
              <a:t>Placeholder</a:t>
            </a:r>
          </a:p>
        </p:txBody>
      </p:sp>
      <p:sp>
        <p:nvSpPr>
          <p:cNvPr id="29" name="Bildplatzhalter 19">
            <a:extLst>
              <a:ext uri="{FF2B5EF4-FFF2-40B4-BE49-F238E27FC236}">
                <a16:creationId xmlns:a16="http://schemas.microsoft.com/office/drawing/2014/main" id="{6AAF557B-74EE-C64E-A38B-2FF5671BEFE6}"/>
              </a:ext>
            </a:extLst>
          </p:cNvPr>
          <p:cNvSpPr>
            <a:spLocks noGrp="1" noChangeAspect="1"/>
          </p:cNvSpPr>
          <p:nvPr>
            <p:ph type="pic" sz="quarter" idx="19" hasCustomPrompt="1"/>
          </p:nvPr>
        </p:nvSpPr>
        <p:spPr>
          <a:xfrm>
            <a:off x="4766704" y="2199854"/>
            <a:ext cx="2458800" cy="2458294"/>
          </a:xfrm>
          <a:prstGeom prst="rect">
            <a:avLst/>
          </a:prstGeom>
          <a:pattFill prst="wdDnDiag">
            <a:fgClr>
              <a:schemeClr val="bg1">
                <a:lumMod val="85000"/>
              </a:schemeClr>
            </a:fgClr>
            <a:bgClr>
              <a:schemeClr val="bg1"/>
            </a:bgClr>
          </a:pattFill>
        </p:spPr>
        <p:txBody>
          <a:bodyPr/>
          <a:lstStyle>
            <a:lvl1pPr>
              <a:defRPr sz="1100" b="0" baseline="0"/>
            </a:lvl1pPr>
          </a:lstStyle>
          <a:p>
            <a:r>
              <a:rPr lang="en-US" noProof="0" dirty="0"/>
              <a:t>Placeholder</a:t>
            </a:r>
          </a:p>
        </p:txBody>
      </p:sp>
      <p:sp>
        <p:nvSpPr>
          <p:cNvPr id="43" name="Textplatzhalter 4">
            <a:extLst>
              <a:ext uri="{FF2B5EF4-FFF2-40B4-BE49-F238E27FC236}">
                <a16:creationId xmlns:a16="http://schemas.microsoft.com/office/drawing/2014/main" id="{B533636E-8B53-8C40-A05D-8583880CEEF6}"/>
              </a:ext>
            </a:extLst>
          </p:cNvPr>
          <p:cNvSpPr>
            <a:spLocks noGrp="1"/>
          </p:cNvSpPr>
          <p:nvPr>
            <p:ph type="body" sz="quarter" idx="10" hasCustomPrompt="1"/>
          </p:nvPr>
        </p:nvSpPr>
        <p:spPr>
          <a:xfrm>
            <a:off x="713497" y="461098"/>
            <a:ext cx="10080000" cy="584775"/>
          </a:xfrm>
          <a:prstGeom prst="rect">
            <a:avLst/>
          </a:prstGeom>
        </p:spPr>
        <p:txBody>
          <a:bodyPr lIns="90000">
            <a:spAutoFit/>
          </a:bodyPr>
          <a:lstStyle>
            <a:lvl1pPr>
              <a:spcAft>
                <a:spcPts val="0"/>
              </a:spcAft>
              <a:defRPr sz="3200">
                <a:solidFill>
                  <a:schemeClr val="tx1"/>
                </a:solidFill>
              </a:defRPr>
            </a:lvl1pPr>
          </a:lstStyle>
          <a:p>
            <a:r>
              <a:rPr lang="en-US" sz="3200" noProof="0">
                <a:solidFill>
                  <a:srgbClr val="111111"/>
                </a:solidFill>
                <a:latin typeface="Arial" panose="020B0604020202020204" pitchFamily="34" charset="0"/>
                <a:cs typeface="Arial" panose="020B0604020202020204" pitchFamily="34" charset="0"/>
              </a:rPr>
              <a:t>One column text slide, 32 pt headline</a:t>
            </a:r>
          </a:p>
        </p:txBody>
      </p:sp>
      <p:sp>
        <p:nvSpPr>
          <p:cNvPr id="10" name="Foliennummernplatzhalter 6">
            <a:extLst>
              <a:ext uri="{FF2B5EF4-FFF2-40B4-BE49-F238E27FC236}">
                <a16:creationId xmlns:a16="http://schemas.microsoft.com/office/drawing/2014/main" id="{10DEBCF6-3C7F-634F-94BE-0C918B03490A}"/>
              </a:ext>
            </a:extLst>
          </p:cNvPr>
          <p:cNvSpPr txBox="1">
            <a:spLocks/>
          </p:cNvSpPr>
          <p:nvPr userDrawn="1"/>
        </p:nvSpPr>
        <p:spPr>
          <a:xfrm>
            <a:off x="832028" y="6334321"/>
            <a:ext cx="180000" cy="136383"/>
          </a:xfrm>
          <a:prstGeom prst="rect">
            <a:avLst/>
          </a:prstGeom>
        </p:spPr>
        <p:txBody>
          <a:bodyPr vert="horz" lIns="0" tIns="0" rIns="0" bIns="0" rtlCol="0" anchor="ctr" anchorCtr="0"/>
          <a:lstStyle>
            <a:defPPr>
              <a:defRPr lang="en-US"/>
            </a:defPPr>
            <a:lvl1pPr marL="0" algn="l" defTabSz="457200" rtl="0" eaLnBrk="1" latinLnBrk="0" hangingPunct="1">
              <a:defRPr lang="en-US" sz="600" b="1" kern="1200" smtClean="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sz="800" b="0" noProof="0">
              <a:solidFill>
                <a:srgbClr val="111111"/>
              </a:solidFill>
              <a:latin typeface="Arial" panose="020B0604020202020204" pitchFamily="34" charset="0"/>
              <a:cs typeface="Arial" panose="020B0604020202020204" pitchFamily="34" charset="0"/>
            </a:endParaRPr>
          </a:p>
        </p:txBody>
      </p:sp>
      <p:pic>
        <p:nvPicPr>
          <p:cNvPr id="24" name="Grafik 23">
            <a:extLst>
              <a:ext uri="{FF2B5EF4-FFF2-40B4-BE49-F238E27FC236}">
                <a16:creationId xmlns:a16="http://schemas.microsoft.com/office/drawing/2014/main" id="{40C45258-AAD8-E741-9364-58A0E39EFBC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878134" y="6191238"/>
            <a:ext cx="1531988" cy="117365"/>
          </a:xfrm>
          <a:prstGeom prst="rect">
            <a:avLst/>
          </a:prstGeom>
        </p:spPr>
      </p:pic>
      <p:sp>
        <p:nvSpPr>
          <p:cNvPr id="3" name="Textplatzhalter 2">
            <a:extLst>
              <a:ext uri="{FF2B5EF4-FFF2-40B4-BE49-F238E27FC236}">
                <a16:creationId xmlns:a16="http://schemas.microsoft.com/office/drawing/2014/main" id="{F6D46AF4-F087-2342-BA13-88747353557A}"/>
              </a:ext>
            </a:extLst>
          </p:cNvPr>
          <p:cNvSpPr>
            <a:spLocks noGrp="1"/>
          </p:cNvSpPr>
          <p:nvPr>
            <p:ph type="body" sz="quarter" idx="21" hasCustomPrompt="1"/>
          </p:nvPr>
        </p:nvSpPr>
        <p:spPr>
          <a:xfrm>
            <a:off x="1287557" y="5040000"/>
            <a:ext cx="2160000" cy="284162"/>
          </a:xfrm>
          <a:prstGeom prst="rect">
            <a:avLst/>
          </a:prstGeom>
        </p:spPr>
        <p:txBody>
          <a:bodyPr wrap="square">
            <a:spAutoFit/>
          </a:bodyPr>
          <a:lstStyle>
            <a:lvl1pPr algn="ctr">
              <a:spcAft>
                <a:spcPts val="0"/>
              </a:spcAft>
              <a:defRPr sz="1200"/>
            </a:lvl1pPr>
          </a:lstStyle>
          <a:p>
            <a:pPr lvl="0"/>
            <a:r>
              <a:rPr lang="en-US" dirty="0"/>
              <a:t>Topic/illustration title</a:t>
            </a:r>
          </a:p>
        </p:txBody>
      </p:sp>
      <p:sp>
        <p:nvSpPr>
          <p:cNvPr id="14" name="Textplatzhalter 2">
            <a:extLst>
              <a:ext uri="{FF2B5EF4-FFF2-40B4-BE49-F238E27FC236}">
                <a16:creationId xmlns:a16="http://schemas.microsoft.com/office/drawing/2014/main" id="{C48CF33F-D9DD-B344-BFD7-F3B15645BBD1}"/>
              </a:ext>
            </a:extLst>
          </p:cNvPr>
          <p:cNvSpPr>
            <a:spLocks noGrp="1"/>
          </p:cNvSpPr>
          <p:nvPr>
            <p:ph type="body" sz="quarter" idx="22" hasCustomPrompt="1"/>
          </p:nvPr>
        </p:nvSpPr>
        <p:spPr>
          <a:xfrm>
            <a:off x="4917600" y="5040000"/>
            <a:ext cx="2160000" cy="284162"/>
          </a:xfrm>
          <a:prstGeom prst="rect">
            <a:avLst/>
          </a:prstGeom>
        </p:spPr>
        <p:txBody>
          <a:bodyPr wrap="square">
            <a:spAutoFit/>
          </a:bodyPr>
          <a:lstStyle>
            <a:lvl1pPr algn="ctr">
              <a:spcAft>
                <a:spcPts val="0"/>
              </a:spcAft>
              <a:defRPr sz="1200"/>
            </a:lvl1pPr>
          </a:lstStyle>
          <a:p>
            <a:pPr lvl="0"/>
            <a:r>
              <a:rPr lang="en-US" dirty="0"/>
              <a:t>Topic/illustration title</a:t>
            </a:r>
          </a:p>
        </p:txBody>
      </p:sp>
      <p:sp>
        <p:nvSpPr>
          <p:cNvPr id="15" name="Textplatzhalter 2">
            <a:extLst>
              <a:ext uri="{FF2B5EF4-FFF2-40B4-BE49-F238E27FC236}">
                <a16:creationId xmlns:a16="http://schemas.microsoft.com/office/drawing/2014/main" id="{FE0DB153-91A8-F04A-9F88-5BE8111FC802}"/>
              </a:ext>
            </a:extLst>
          </p:cNvPr>
          <p:cNvSpPr>
            <a:spLocks noGrp="1"/>
          </p:cNvSpPr>
          <p:nvPr>
            <p:ph type="body" sz="quarter" idx="23" hasCustomPrompt="1"/>
          </p:nvPr>
        </p:nvSpPr>
        <p:spPr>
          <a:xfrm>
            <a:off x="8506800" y="5040000"/>
            <a:ext cx="2160000" cy="284162"/>
          </a:xfrm>
          <a:prstGeom prst="rect">
            <a:avLst/>
          </a:prstGeom>
        </p:spPr>
        <p:txBody>
          <a:bodyPr wrap="square">
            <a:spAutoFit/>
          </a:bodyPr>
          <a:lstStyle>
            <a:lvl1pPr algn="ctr">
              <a:spcAft>
                <a:spcPts val="0"/>
              </a:spcAft>
              <a:defRPr sz="1200"/>
            </a:lvl1pPr>
          </a:lstStyle>
          <a:p>
            <a:pPr lvl="0"/>
            <a:r>
              <a:rPr lang="en-US" dirty="0"/>
              <a:t>Topic/illustration title</a:t>
            </a:r>
          </a:p>
        </p:txBody>
      </p:sp>
    </p:spTree>
    <p:extLst>
      <p:ext uri="{BB962C8B-B14F-4D97-AF65-F5344CB8AC3E}">
        <p14:creationId xmlns:p14="http://schemas.microsoft.com/office/powerpoint/2010/main" val="1169909309"/>
      </p:ext>
    </p:extLst>
  </p:cSld>
  <p:clrMapOvr>
    <a:masterClrMapping/>
  </p:clrMapOvr>
  <p:extLst>
    <p:ext uri="{DCECCB84-F9BA-43D5-87BE-67443E8EF086}">
      <p15:sldGuideLst xmlns:p15="http://schemas.microsoft.com/office/powerpoint/2012/main">
        <p15:guide id="1" pos="3840">
          <p15:clr>
            <a:srgbClr val="FBAE40"/>
          </p15:clr>
        </p15:guide>
        <p15:guide id="2" pos="523">
          <p15:clr>
            <a:srgbClr val="FBAE40"/>
          </p15:clr>
        </p15:guide>
        <p15:guide id="3" pos="869">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 slide #18">
    <p:spTree>
      <p:nvGrpSpPr>
        <p:cNvPr id="1" name=""/>
        <p:cNvGrpSpPr/>
        <p:nvPr/>
      </p:nvGrpSpPr>
      <p:grpSpPr>
        <a:xfrm>
          <a:off x="0" y="0"/>
          <a:ext cx="0" cy="0"/>
          <a:chOff x="0" y="0"/>
          <a:chExt cx="0" cy="0"/>
        </a:xfrm>
      </p:grpSpPr>
      <p:sp>
        <p:nvSpPr>
          <p:cNvPr id="30" name="Bildplatzhalter 19">
            <a:extLst>
              <a:ext uri="{FF2B5EF4-FFF2-40B4-BE49-F238E27FC236}">
                <a16:creationId xmlns:a16="http://schemas.microsoft.com/office/drawing/2014/main" id="{137FFCE8-E361-9A4D-9166-782A7ADDDBAF}"/>
              </a:ext>
            </a:extLst>
          </p:cNvPr>
          <p:cNvSpPr>
            <a:spLocks noGrp="1" noChangeAspect="1"/>
          </p:cNvSpPr>
          <p:nvPr>
            <p:ph type="pic" sz="quarter" idx="20" hasCustomPrompt="1"/>
          </p:nvPr>
        </p:nvSpPr>
        <p:spPr>
          <a:xfrm>
            <a:off x="8357584" y="2199854"/>
            <a:ext cx="2458800" cy="2458294"/>
          </a:xfrm>
          <a:prstGeom prst="rect">
            <a:avLst/>
          </a:prstGeom>
          <a:pattFill prst="wdDnDiag">
            <a:fgClr>
              <a:schemeClr val="bg1">
                <a:lumMod val="85000"/>
              </a:schemeClr>
            </a:fgClr>
            <a:bgClr>
              <a:schemeClr val="bg1"/>
            </a:bgClr>
          </a:pattFill>
        </p:spPr>
        <p:txBody>
          <a:bodyPr/>
          <a:lstStyle>
            <a:lvl1pPr marL="0" marR="0" indent="0" algn="l" defTabSz="914400" rtl="0" eaLnBrk="1" fontAlgn="auto" latinLnBrk="0" hangingPunct="1">
              <a:lnSpc>
                <a:spcPct val="100000"/>
              </a:lnSpc>
              <a:spcBef>
                <a:spcPts val="0"/>
              </a:spcBef>
              <a:spcAft>
                <a:spcPts val="2200"/>
              </a:spcAft>
              <a:buClrTx/>
              <a:buSzTx/>
              <a:buFont typeface="Arial" panose="020B0604020202020204" pitchFamily="34" charset="0"/>
              <a:buNone/>
              <a:tabLst/>
              <a:defRPr sz="1100" b="0" baseline="0"/>
            </a:lvl1pPr>
          </a:lstStyle>
          <a:p>
            <a:pPr marL="0" marR="0" lvl="0" indent="0" algn="l" defTabSz="914400" rtl="0" eaLnBrk="1" fontAlgn="auto" latinLnBrk="0" hangingPunct="1">
              <a:lnSpc>
                <a:spcPct val="100000"/>
              </a:lnSpc>
              <a:spcBef>
                <a:spcPts val="0"/>
              </a:spcBef>
              <a:spcAft>
                <a:spcPts val="2200"/>
              </a:spcAft>
              <a:buClrTx/>
              <a:buSzTx/>
              <a:buFont typeface="Arial" panose="020B0604020202020204" pitchFamily="34" charset="0"/>
              <a:buNone/>
              <a:tabLst/>
              <a:defRPr/>
            </a:pPr>
            <a:r>
              <a:rPr lang="en-US" noProof="0" dirty="0"/>
              <a:t>Placeholder</a:t>
            </a:r>
          </a:p>
        </p:txBody>
      </p:sp>
      <p:sp>
        <p:nvSpPr>
          <p:cNvPr id="28" name="Bildplatzhalter 19">
            <a:extLst>
              <a:ext uri="{FF2B5EF4-FFF2-40B4-BE49-F238E27FC236}">
                <a16:creationId xmlns:a16="http://schemas.microsoft.com/office/drawing/2014/main" id="{36054059-6278-AF48-AC09-BA2E3EEE6BCB}"/>
              </a:ext>
            </a:extLst>
          </p:cNvPr>
          <p:cNvSpPr>
            <a:spLocks noGrp="1" noChangeAspect="1"/>
          </p:cNvSpPr>
          <p:nvPr>
            <p:ph type="pic" sz="quarter" idx="14" hasCustomPrompt="1"/>
          </p:nvPr>
        </p:nvSpPr>
        <p:spPr>
          <a:xfrm>
            <a:off x="1138410" y="2199854"/>
            <a:ext cx="2458800" cy="2458294"/>
          </a:xfrm>
          <a:prstGeom prst="rect">
            <a:avLst/>
          </a:prstGeom>
          <a:pattFill prst="wdDnDiag">
            <a:fgClr>
              <a:schemeClr val="bg1">
                <a:lumMod val="85000"/>
              </a:schemeClr>
            </a:fgClr>
            <a:bgClr>
              <a:schemeClr val="bg1"/>
            </a:bgClr>
          </a:pattFill>
        </p:spPr>
        <p:txBody>
          <a:bodyPr/>
          <a:lstStyle>
            <a:lvl1pPr>
              <a:defRPr sz="1100" b="0" baseline="0"/>
            </a:lvl1pPr>
          </a:lstStyle>
          <a:p>
            <a:r>
              <a:rPr lang="en-US" noProof="0" dirty="0"/>
              <a:t>Placeholder</a:t>
            </a:r>
          </a:p>
        </p:txBody>
      </p:sp>
      <p:sp>
        <p:nvSpPr>
          <p:cNvPr id="29" name="Bildplatzhalter 19">
            <a:extLst>
              <a:ext uri="{FF2B5EF4-FFF2-40B4-BE49-F238E27FC236}">
                <a16:creationId xmlns:a16="http://schemas.microsoft.com/office/drawing/2014/main" id="{6AAF557B-74EE-C64E-A38B-2FF5671BEFE6}"/>
              </a:ext>
            </a:extLst>
          </p:cNvPr>
          <p:cNvSpPr>
            <a:spLocks noGrp="1" noChangeAspect="1"/>
          </p:cNvSpPr>
          <p:nvPr>
            <p:ph type="pic" sz="quarter" idx="19" hasCustomPrompt="1"/>
          </p:nvPr>
        </p:nvSpPr>
        <p:spPr>
          <a:xfrm>
            <a:off x="4766704" y="2199854"/>
            <a:ext cx="2458800" cy="2458294"/>
          </a:xfrm>
          <a:prstGeom prst="rect">
            <a:avLst/>
          </a:prstGeom>
          <a:pattFill prst="wdDnDiag">
            <a:fgClr>
              <a:schemeClr val="bg1">
                <a:lumMod val="85000"/>
              </a:schemeClr>
            </a:fgClr>
            <a:bgClr>
              <a:schemeClr val="bg1"/>
            </a:bgClr>
          </a:pattFill>
        </p:spPr>
        <p:txBody>
          <a:bodyPr/>
          <a:lstStyle>
            <a:lvl1pPr>
              <a:defRPr sz="1100" b="0" baseline="0"/>
            </a:lvl1pPr>
          </a:lstStyle>
          <a:p>
            <a:r>
              <a:rPr lang="en-US" noProof="0" dirty="0"/>
              <a:t>Placeholder</a:t>
            </a:r>
          </a:p>
        </p:txBody>
      </p:sp>
      <p:sp>
        <p:nvSpPr>
          <p:cNvPr id="43" name="Textplatzhalter 4">
            <a:extLst>
              <a:ext uri="{FF2B5EF4-FFF2-40B4-BE49-F238E27FC236}">
                <a16:creationId xmlns:a16="http://schemas.microsoft.com/office/drawing/2014/main" id="{B533636E-8B53-8C40-A05D-8583880CEEF6}"/>
              </a:ext>
            </a:extLst>
          </p:cNvPr>
          <p:cNvSpPr>
            <a:spLocks noGrp="1"/>
          </p:cNvSpPr>
          <p:nvPr>
            <p:ph type="body" sz="quarter" idx="10" hasCustomPrompt="1"/>
          </p:nvPr>
        </p:nvSpPr>
        <p:spPr>
          <a:xfrm>
            <a:off x="713497" y="461098"/>
            <a:ext cx="10080000" cy="584775"/>
          </a:xfrm>
          <a:prstGeom prst="rect">
            <a:avLst/>
          </a:prstGeom>
        </p:spPr>
        <p:txBody>
          <a:bodyPr lIns="90000">
            <a:spAutoFit/>
          </a:bodyPr>
          <a:lstStyle>
            <a:lvl1pPr>
              <a:spcAft>
                <a:spcPts val="0"/>
              </a:spcAft>
              <a:defRPr sz="3200">
                <a:solidFill>
                  <a:schemeClr val="tx1"/>
                </a:solidFill>
              </a:defRPr>
            </a:lvl1pPr>
          </a:lstStyle>
          <a:p>
            <a:r>
              <a:rPr lang="en-US" sz="3200" noProof="0">
                <a:solidFill>
                  <a:srgbClr val="111111"/>
                </a:solidFill>
                <a:latin typeface="Arial" panose="020B0604020202020204" pitchFamily="34" charset="0"/>
                <a:cs typeface="Arial" panose="020B0604020202020204" pitchFamily="34" charset="0"/>
              </a:rPr>
              <a:t>One column text slide, 32 pt headline</a:t>
            </a:r>
          </a:p>
        </p:txBody>
      </p:sp>
      <p:sp>
        <p:nvSpPr>
          <p:cNvPr id="10" name="Foliennummernplatzhalter 6">
            <a:extLst>
              <a:ext uri="{FF2B5EF4-FFF2-40B4-BE49-F238E27FC236}">
                <a16:creationId xmlns:a16="http://schemas.microsoft.com/office/drawing/2014/main" id="{10DEBCF6-3C7F-634F-94BE-0C918B03490A}"/>
              </a:ext>
            </a:extLst>
          </p:cNvPr>
          <p:cNvSpPr txBox="1">
            <a:spLocks/>
          </p:cNvSpPr>
          <p:nvPr userDrawn="1"/>
        </p:nvSpPr>
        <p:spPr>
          <a:xfrm>
            <a:off x="832028" y="6334321"/>
            <a:ext cx="180000" cy="136383"/>
          </a:xfrm>
          <a:prstGeom prst="rect">
            <a:avLst/>
          </a:prstGeom>
        </p:spPr>
        <p:txBody>
          <a:bodyPr vert="horz" lIns="0" tIns="0" rIns="0" bIns="0" rtlCol="0" anchor="ctr" anchorCtr="0"/>
          <a:lstStyle>
            <a:defPPr>
              <a:defRPr lang="en-US"/>
            </a:defPPr>
            <a:lvl1pPr marL="0" algn="l" defTabSz="457200" rtl="0" eaLnBrk="1" latinLnBrk="0" hangingPunct="1">
              <a:defRPr lang="en-US" sz="600" b="1" kern="1200" smtClean="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sz="800" b="0" noProof="0">
              <a:solidFill>
                <a:srgbClr val="111111"/>
              </a:solidFill>
              <a:latin typeface="Arial" panose="020B0604020202020204" pitchFamily="34" charset="0"/>
              <a:cs typeface="Arial" panose="020B0604020202020204" pitchFamily="34" charset="0"/>
            </a:endParaRPr>
          </a:p>
        </p:txBody>
      </p:sp>
      <p:pic>
        <p:nvPicPr>
          <p:cNvPr id="24" name="Grafik 23">
            <a:extLst>
              <a:ext uri="{FF2B5EF4-FFF2-40B4-BE49-F238E27FC236}">
                <a16:creationId xmlns:a16="http://schemas.microsoft.com/office/drawing/2014/main" id="{40C45258-AAD8-E741-9364-58A0E39EFBC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878134" y="6191238"/>
            <a:ext cx="1531988" cy="117365"/>
          </a:xfrm>
          <a:prstGeom prst="rect">
            <a:avLst/>
          </a:prstGeom>
        </p:spPr>
      </p:pic>
      <p:sp>
        <p:nvSpPr>
          <p:cNvPr id="3" name="Textplatzhalter 2">
            <a:extLst>
              <a:ext uri="{FF2B5EF4-FFF2-40B4-BE49-F238E27FC236}">
                <a16:creationId xmlns:a16="http://schemas.microsoft.com/office/drawing/2014/main" id="{F6D46AF4-F087-2342-BA13-88747353557A}"/>
              </a:ext>
            </a:extLst>
          </p:cNvPr>
          <p:cNvSpPr>
            <a:spLocks noGrp="1"/>
          </p:cNvSpPr>
          <p:nvPr>
            <p:ph type="body" sz="quarter" idx="21" hasCustomPrompt="1"/>
          </p:nvPr>
        </p:nvSpPr>
        <p:spPr>
          <a:xfrm>
            <a:off x="1287557" y="5040000"/>
            <a:ext cx="2160000" cy="284162"/>
          </a:xfrm>
          <a:prstGeom prst="rect">
            <a:avLst/>
          </a:prstGeom>
        </p:spPr>
        <p:txBody>
          <a:bodyPr wrap="square">
            <a:spAutoFit/>
          </a:bodyPr>
          <a:lstStyle>
            <a:lvl1pPr algn="ctr">
              <a:spcAft>
                <a:spcPts val="0"/>
              </a:spcAft>
              <a:defRPr sz="1200"/>
            </a:lvl1pPr>
          </a:lstStyle>
          <a:p>
            <a:pPr lvl="0"/>
            <a:r>
              <a:rPr lang="en-US" dirty="0"/>
              <a:t>Topic/illustration title</a:t>
            </a:r>
          </a:p>
        </p:txBody>
      </p:sp>
      <p:sp>
        <p:nvSpPr>
          <p:cNvPr id="14" name="Textplatzhalter 2">
            <a:extLst>
              <a:ext uri="{FF2B5EF4-FFF2-40B4-BE49-F238E27FC236}">
                <a16:creationId xmlns:a16="http://schemas.microsoft.com/office/drawing/2014/main" id="{C48CF33F-D9DD-B344-BFD7-F3B15645BBD1}"/>
              </a:ext>
            </a:extLst>
          </p:cNvPr>
          <p:cNvSpPr>
            <a:spLocks noGrp="1"/>
          </p:cNvSpPr>
          <p:nvPr>
            <p:ph type="body" sz="quarter" idx="22" hasCustomPrompt="1"/>
          </p:nvPr>
        </p:nvSpPr>
        <p:spPr>
          <a:xfrm>
            <a:off x="4917600" y="5040000"/>
            <a:ext cx="2160000" cy="284162"/>
          </a:xfrm>
          <a:prstGeom prst="rect">
            <a:avLst/>
          </a:prstGeom>
        </p:spPr>
        <p:txBody>
          <a:bodyPr wrap="square">
            <a:spAutoFit/>
          </a:bodyPr>
          <a:lstStyle>
            <a:lvl1pPr algn="ctr">
              <a:spcAft>
                <a:spcPts val="0"/>
              </a:spcAft>
              <a:defRPr sz="1200"/>
            </a:lvl1pPr>
          </a:lstStyle>
          <a:p>
            <a:pPr lvl="0"/>
            <a:r>
              <a:rPr lang="en-US" dirty="0"/>
              <a:t>Topic/illustration title</a:t>
            </a:r>
          </a:p>
        </p:txBody>
      </p:sp>
      <p:sp>
        <p:nvSpPr>
          <p:cNvPr id="15" name="Textplatzhalter 2">
            <a:extLst>
              <a:ext uri="{FF2B5EF4-FFF2-40B4-BE49-F238E27FC236}">
                <a16:creationId xmlns:a16="http://schemas.microsoft.com/office/drawing/2014/main" id="{FE0DB153-91A8-F04A-9F88-5BE8111FC802}"/>
              </a:ext>
            </a:extLst>
          </p:cNvPr>
          <p:cNvSpPr>
            <a:spLocks noGrp="1"/>
          </p:cNvSpPr>
          <p:nvPr>
            <p:ph type="body" sz="quarter" idx="23" hasCustomPrompt="1"/>
          </p:nvPr>
        </p:nvSpPr>
        <p:spPr>
          <a:xfrm>
            <a:off x="8506800" y="5040000"/>
            <a:ext cx="2160000" cy="284162"/>
          </a:xfrm>
          <a:prstGeom prst="rect">
            <a:avLst/>
          </a:prstGeom>
        </p:spPr>
        <p:txBody>
          <a:bodyPr wrap="square">
            <a:spAutoFit/>
          </a:bodyPr>
          <a:lstStyle>
            <a:lvl1pPr algn="ctr">
              <a:spcAft>
                <a:spcPts val="0"/>
              </a:spcAft>
              <a:defRPr sz="1200"/>
            </a:lvl1pPr>
          </a:lstStyle>
          <a:p>
            <a:pPr lvl="0"/>
            <a:r>
              <a:rPr lang="en-US" dirty="0"/>
              <a:t>Topic/illustration title</a:t>
            </a:r>
          </a:p>
        </p:txBody>
      </p:sp>
      <p:sp>
        <p:nvSpPr>
          <p:cNvPr id="11" name="Textplatzhalter 2">
            <a:extLst>
              <a:ext uri="{FF2B5EF4-FFF2-40B4-BE49-F238E27FC236}">
                <a16:creationId xmlns:a16="http://schemas.microsoft.com/office/drawing/2014/main" id="{46248110-6286-2E45-973A-9AF685470382}"/>
              </a:ext>
            </a:extLst>
          </p:cNvPr>
          <p:cNvSpPr>
            <a:spLocks noGrp="1"/>
          </p:cNvSpPr>
          <p:nvPr>
            <p:ph type="body" sz="quarter" idx="15" hasCustomPrompt="1"/>
          </p:nvPr>
        </p:nvSpPr>
        <p:spPr>
          <a:xfrm>
            <a:off x="713497" y="1104680"/>
            <a:ext cx="9360000" cy="402291"/>
          </a:xfrm>
          <a:prstGeom prst="rect">
            <a:avLst/>
          </a:prstGeom>
        </p:spPr>
        <p:txBody>
          <a:bodyPr tIns="46800" rIns="90000" bIns="46800">
            <a:spAutoFit/>
          </a:bodyPr>
          <a:lstStyle>
            <a:lvl1pPr>
              <a:defRPr sz="2000"/>
            </a:lvl1pPr>
          </a:lstStyle>
          <a:p>
            <a:pPr lvl="0"/>
            <a:r>
              <a:rPr lang="en-US" noProof="0" dirty="0" err="1"/>
              <a:t>Subheadline</a:t>
            </a:r>
            <a:r>
              <a:rPr lang="en-US" noProof="0" dirty="0"/>
              <a:t> 20 Pt Arial</a:t>
            </a:r>
          </a:p>
        </p:txBody>
      </p:sp>
    </p:spTree>
    <p:extLst>
      <p:ext uri="{BB962C8B-B14F-4D97-AF65-F5344CB8AC3E}">
        <p14:creationId xmlns:p14="http://schemas.microsoft.com/office/powerpoint/2010/main" val="57522040"/>
      </p:ext>
    </p:extLst>
  </p:cSld>
  <p:clrMapOvr>
    <a:masterClrMapping/>
  </p:clrMapOvr>
  <p:extLst>
    <p:ext uri="{DCECCB84-F9BA-43D5-87BE-67443E8EF086}">
      <p15:sldGuideLst xmlns:p15="http://schemas.microsoft.com/office/powerpoint/2012/main">
        <p15:guide id="1" pos="3840">
          <p15:clr>
            <a:srgbClr val="FBAE40"/>
          </p15:clr>
        </p15:guide>
        <p15:guide id="2" pos="523">
          <p15:clr>
            <a:srgbClr val="FBAE40"/>
          </p15:clr>
        </p15:guide>
        <p15:guide id="3" pos="869">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 slide #19">
    <p:spTree>
      <p:nvGrpSpPr>
        <p:cNvPr id="1" name=""/>
        <p:cNvGrpSpPr/>
        <p:nvPr/>
      </p:nvGrpSpPr>
      <p:grpSpPr>
        <a:xfrm>
          <a:off x="0" y="0"/>
          <a:ext cx="0" cy="0"/>
          <a:chOff x="0" y="0"/>
          <a:chExt cx="0" cy="0"/>
        </a:xfrm>
      </p:grpSpPr>
      <p:sp>
        <p:nvSpPr>
          <p:cNvPr id="25" name="Bildplatzhalter 4">
            <a:extLst>
              <a:ext uri="{FF2B5EF4-FFF2-40B4-BE49-F238E27FC236}">
                <a16:creationId xmlns:a16="http://schemas.microsoft.com/office/drawing/2014/main" id="{8C41672A-111B-9541-A401-49211EC2961C}"/>
              </a:ext>
            </a:extLst>
          </p:cNvPr>
          <p:cNvSpPr>
            <a:spLocks noGrp="1"/>
          </p:cNvSpPr>
          <p:nvPr>
            <p:ph type="pic" sz="quarter" idx="38" hasCustomPrompt="1"/>
          </p:nvPr>
        </p:nvSpPr>
        <p:spPr>
          <a:xfrm>
            <a:off x="8365176" y="2808612"/>
            <a:ext cx="442800" cy="442800"/>
          </a:xfrm>
          <a:prstGeom prst="rect">
            <a:avLst/>
          </a:prstGeom>
        </p:spPr>
        <p:txBody>
          <a:bodyPr anchor="ctr" anchorCtr="0"/>
          <a:lstStyle>
            <a:lvl1pPr>
              <a:defRPr sz="1000" baseline="0"/>
            </a:lvl1pPr>
          </a:lstStyle>
          <a:p>
            <a:r>
              <a:rPr lang="en-US" dirty="0"/>
              <a:t>Icon</a:t>
            </a:r>
          </a:p>
        </p:txBody>
      </p:sp>
      <p:sp>
        <p:nvSpPr>
          <p:cNvPr id="16" name="Bildplatzhalter 4">
            <a:extLst>
              <a:ext uri="{FF2B5EF4-FFF2-40B4-BE49-F238E27FC236}">
                <a16:creationId xmlns:a16="http://schemas.microsoft.com/office/drawing/2014/main" id="{1660D20D-68DF-9746-AF05-518F46AB17C8}"/>
              </a:ext>
            </a:extLst>
          </p:cNvPr>
          <p:cNvSpPr>
            <a:spLocks noGrp="1"/>
          </p:cNvSpPr>
          <p:nvPr>
            <p:ph type="pic" sz="quarter" idx="35" hasCustomPrompt="1"/>
          </p:nvPr>
        </p:nvSpPr>
        <p:spPr>
          <a:xfrm>
            <a:off x="4552128" y="2808612"/>
            <a:ext cx="442800" cy="442800"/>
          </a:xfrm>
          <a:prstGeom prst="rect">
            <a:avLst/>
          </a:prstGeom>
        </p:spPr>
        <p:txBody>
          <a:bodyPr anchor="ctr" anchorCtr="0"/>
          <a:lstStyle>
            <a:lvl1pPr>
              <a:defRPr sz="1000" baseline="0"/>
            </a:lvl1pPr>
          </a:lstStyle>
          <a:p>
            <a:r>
              <a:rPr lang="en-US" dirty="0"/>
              <a:t>Icon</a:t>
            </a:r>
          </a:p>
        </p:txBody>
      </p:sp>
      <p:sp>
        <p:nvSpPr>
          <p:cNvPr id="43" name="Textplatzhalter 4">
            <a:extLst>
              <a:ext uri="{FF2B5EF4-FFF2-40B4-BE49-F238E27FC236}">
                <a16:creationId xmlns:a16="http://schemas.microsoft.com/office/drawing/2014/main" id="{B533636E-8B53-8C40-A05D-8583880CEEF6}"/>
              </a:ext>
            </a:extLst>
          </p:cNvPr>
          <p:cNvSpPr>
            <a:spLocks noGrp="1"/>
          </p:cNvSpPr>
          <p:nvPr>
            <p:ph type="body" sz="quarter" idx="10" hasCustomPrompt="1"/>
          </p:nvPr>
        </p:nvSpPr>
        <p:spPr>
          <a:xfrm>
            <a:off x="713497" y="461098"/>
            <a:ext cx="10080000" cy="584775"/>
          </a:xfrm>
          <a:prstGeom prst="rect">
            <a:avLst/>
          </a:prstGeom>
        </p:spPr>
        <p:txBody>
          <a:bodyPr lIns="90000">
            <a:spAutoFit/>
          </a:bodyPr>
          <a:lstStyle>
            <a:lvl1pPr>
              <a:spcAft>
                <a:spcPts val="0"/>
              </a:spcAft>
              <a:defRPr sz="3200">
                <a:solidFill>
                  <a:schemeClr val="tx1"/>
                </a:solidFill>
              </a:defRPr>
            </a:lvl1pPr>
          </a:lstStyle>
          <a:p>
            <a:r>
              <a:rPr lang="en-US" sz="3200" noProof="0">
                <a:solidFill>
                  <a:srgbClr val="111111"/>
                </a:solidFill>
                <a:latin typeface="Arial" panose="020B0604020202020204" pitchFamily="34" charset="0"/>
                <a:cs typeface="Arial" panose="020B0604020202020204" pitchFamily="34" charset="0"/>
              </a:rPr>
              <a:t>One column text slide, 32 pt headline</a:t>
            </a:r>
          </a:p>
        </p:txBody>
      </p:sp>
      <p:sp>
        <p:nvSpPr>
          <p:cNvPr id="10" name="Foliennummernplatzhalter 6">
            <a:extLst>
              <a:ext uri="{FF2B5EF4-FFF2-40B4-BE49-F238E27FC236}">
                <a16:creationId xmlns:a16="http://schemas.microsoft.com/office/drawing/2014/main" id="{10DEBCF6-3C7F-634F-94BE-0C918B03490A}"/>
              </a:ext>
            </a:extLst>
          </p:cNvPr>
          <p:cNvSpPr txBox="1">
            <a:spLocks/>
          </p:cNvSpPr>
          <p:nvPr userDrawn="1"/>
        </p:nvSpPr>
        <p:spPr>
          <a:xfrm>
            <a:off x="832028" y="6334321"/>
            <a:ext cx="180000" cy="136383"/>
          </a:xfrm>
          <a:prstGeom prst="rect">
            <a:avLst/>
          </a:prstGeom>
        </p:spPr>
        <p:txBody>
          <a:bodyPr vert="horz" lIns="0" tIns="0" rIns="0" bIns="0" rtlCol="0" anchor="ctr" anchorCtr="0"/>
          <a:lstStyle>
            <a:defPPr>
              <a:defRPr lang="en-US"/>
            </a:defPPr>
            <a:lvl1pPr marL="0" algn="l" defTabSz="457200" rtl="0" eaLnBrk="1" latinLnBrk="0" hangingPunct="1">
              <a:defRPr lang="en-US" sz="600" b="1" kern="1200" smtClean="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en-US" sz="800" b="0" noProof="0">
              <a:solidFill>
                <a:srgbClr val="111111"/>
              </a:solidFill>
              <a:latin typeface="Arial" panose="020B0604020202020204" pitchFamily="34" charset="0"/>
              <a:cs typeface="Arial" panose="020B0604020202020204" pitchFamily="34" charset="0"/>
            </a:endParaRPr>
          </a:p>
        </p:txBody>
      </p:sp>
      <p:pic>
        <p:nvPicPr>
          <p:cNvPr id="24" name="Grafik 23">
            <a:extLst>
              <a:ext uri="{FF2B5EF4-FFF2-40B4-BE49-F238E27FC236}">
                <a16:creationId xmlns:a16="http://schemas.microsoft.com/office/drawing/2014/main" id="{40C45258-AAD8-E741-9364-58A0E39EFBC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878134" y="6191238"/>
            <a:ext cx="1531988" cy="117365"/>
          </a:xfrm>
          <a:prstGeom prst="rect">
            <a:avLst/>
          </a:prstGeom>
        </p:spPr>
      </p:pic>
      <p:sp>
        <p:nvSpPr>
          <p:cNvPr id="19" name="Textplatzhalter 2">
            <a:extLst>
              <a:ext uri="{FF2B5EF4-FFF2-40B4-BE49-F238E27FC236}">
                <a16:creationId xmlns:a16="http://schemas.microsoft.com/office/drawing/2014/main" id="{60C7FF77-EEC8-E24D-BC82-CE73CA862EBA}"/>
              </a:ext>
            </a:extLst>
          </p:cNvPr>
          <p:cNvSpPr>
            <a:spLocks noGrp="1"/>
          </p:cNvSpPr>
          <p:nvPr>
            <p:ph type="body" sz="quarter" idx="15" hasCustomPrompt="1"/>
          </p:nvPr>
        </p:nvSpPr>
        <p:spPr>
          <a:xfrm>
            <a:off x="713497" y="1104680"/>
            <a:ext cx="9360000" cy="402291"/>
          </a:xfrm>
          <a:prstGeom prst="rect">
            <a:avLst/>
          </a:prstGeom>
        </p:spPr>
        <p:txBody>
          <a:bodyPr tIns="46800" rIns="90000" bIns="46800">
            <a:spAutoFit/>
          </a:bodyPr>
          <a:lstStyle>
            <a:lvl1pPr>
              <a:defRPr sz="2000"/>
            </a:lvl1pPr>
          </a:lstStyle>
          <a:p>
            <a:pPr lvl="0"/>
            <a:r>
              <a:rPr lang="en-US" noProof="0" dirty="0" err="1"/>
              <a:t>Subheadline</a:t>
            </a:r>
            <a:r>
              <a:rPr lang="en-US" noProof="0" dirty="0"/>
              <a:t> 20 Pt Arial</a:t>
            </a:r>
          </a:p>
        </p:txBody>
      </p:sp>
      <p:sp>
        <p:nvSpPr>
          <p:cNvPr id="21" name="Bildplatzhalter 4">
            <a:extLst>
              <a:ext uri="{FF2B5EF4-FFF2-40B4-BE49-F238E27FC236}">
                <a16:creationId xmlns:a16="http://schemas.microsoft.com/office/drawing/2014/main" id="{C5087D8C-98CD-634E-A7A1-75FDA9A29160}"/>
              </a:ext>
            </a:extLst>
          </p:cNvPr>
          <p:cNvSpPr>
            <a:spLocks noGrp="1"/>
          </p:cNvSpPr>
          <p:nvPr>
            <p:ph type="pic" sz="quarter" idx="30" hasCustomPrompt="1"/>
          </p:nvPr>
        </p:nvSpPr>
        <p:spPr>
          <a:xfrm>
            <a:off x="784800" y="2808612"/>
            <a:ext cx="442800" cy="442800"/>
          </a:xfrm>
          <a:prstGeom prst="rect">
            <a:avLst/>
          </a:prstGeom>
        </p:spPr>
        <p:txBody>
          <a:bodyPr anchor="ctr" anchorCtr="0"/>
          <a:lstStyle>
            <a:lvl1pPr>
              <a:defRPr sz="1000" baseline="0"/>
            </a:lvl1pPr>
          </a:lstStyle>
          <a:p>
            <a:r>
              <a:rPr lang="en-US" dirty="0"/>
              <a:t>Icon</a:t>
            </a:r>
          </a:p>
        </p:txBody>
      </p:sp>
      <p:sp>
        <p:nvSpPr>
          <p:cNvPr id="4" name="Textplatzhalter 3">
            <a:extLst>
              <a:ext uri="{FF2B5EF4-FFF2-40B4-BE49-F238E27FC236}">
                <a16:creationId xmlns:a16="http://schemas.microsoft.com/office/drawing/2014/main" id="{930528B9-D80D-2744-BF94-4DB8FF59BF5F}"/>
              </a:ext>
            </a:extLst>
          </p:cNvPr>
          <p:cNvSpPr>
            <a:spLocks noGrp="1"/>
          </p:cNvSpPr>
          <p:nvPr>
            <p:ph type="body" sz="quarter" idx="34" hasCustomPrompt="1"/>
          </p:nvPr>
        </p:nvSpPr>
        <p:spPr>
          <a:xfrm>
            <a:off x="1332918" y="2901600"/>
            <a:ext cx="2093912" cy="369332"/>
          </a:xfrm>
          <a:prstGeom prst="rect">
            <a:avLst/>
          </a:prstGeom>
        </p:spPr>
        <p:txBody>
          <a:bodyPr>
            <a:spAutoFit/>
          </a:bodyPr>
          <a:lstStyle>
            <a:lvl1pPr>
              <a:spcAft>
                <a:spcPts val="0"/>
              </a:spcAft>
              <a:defRPr sz="1800"/>
            </a:lvl1pPr>
          </a:lstStyle>
          <a:p>
            <a:pPr lvl="0"/>
            <a:r>
              <a:rPr lang="en-US" noProof="0"/>
              <a:t>Subhead text</a:t>
            </a:r>
          </a:p>
        </p:txBody>
      </p:sp>
      <p:sp>
        <p:nvSpPr>
          <p:cNvPr id="20" name="Textplatzhalter 3">
            <a:extLst>
              <a:ext uri="{FF2B5EF4-FFF2-40B4-BE49-F238E27FC236}">
                <a16:creationId xmlns:a16="http://schemas.microsoft.com/office/drawing/2014/main" id="{AD7B804F-8CE0-2445-B234-B74B6A72EB6C}"/>
              </a:ext>
            </a:extLst>
          </p:cNvPr>
          <p:cNvSpPr>
            <a:spLocks noGrp="1"/>
          </p:cNvSpPr>
          <p:nvPr>
            <p:ph type="body" sz="quarter" idx="37" hasCustomPrompt="1"/>
          </p:nvPr>
        </p:nvSpPr>
        <p:spPr>
          <a:xfrm>
            <a:off x="5100246" y="2901600"/>
            <a:ext cx="2093912" cy="369332"/>
          </a:xfrm>
          <a:prstGeom prst="rect">
            <a:avLst/>
          </a:prstGeom>
        </p:spPr>
        <p:txBody>
          <a:bodyPr>
            <a:spAutoFit/>
          </a:bodyPr>
          <a:lstStyle>
            <a:lvl1pPr>
              <a:spcAft>
                <a:spcPts val="0"/>
              </a:spcAft>
              <a:defRPr sz="1800"/>
            </a:lvl1pPr>
          </a:lstStyle>
          <a:p>
            <a:pPr lvl="0"/>
            <a:r>
              <a:rPr lang="en-US" noProof="0"/>
              <a:t>Subhead text</a:t>
            </a:r>
          </a:p>
        </p:txBody>
      </p:sp>
      <p:sp>
        <p:nvSpPr>
          <p:cNvPr id="27" name="Textplatzhalter 3">
            <a:extLst>
              <a:ext uri="{FF2B5EF4-FFF2-40B4-BE49-F238E27FC236}">
                <a16:creationId xmlns:a16="http://schemas.microsoft.com/office/drawing/2014/main" id="{6C1111E6-9D3A-8A43-9523-32008071260F}"/>
              </a:ext>
            </a:extLst>
          </p:cNvPr>
          <p:cNvSpPr>
            <a:spLocks noGrp="1"/>
          </p:cNvSpPr>
          <p:nvPr>
            <p:ph type="body" sz="quarter" idx="40" hasCustomPrompt="1"/>
          </p:nvPr>
        </p:nvSpPr>
        <p:spPr>
          <a:xfrm>
            <a:off x="8913294" y="2901600"/>
            <a:ext cx="2093912" cy="369332"/>
          </a:xfrm>
          <a:prstGeom prst="rect">
            <a:avLst/>
          </a:prstGeom>
        </p:spPr>
        <p:txBody>
          <a:bodyPr>
            <a:spAutoFit/>
          </a:bodyPr>
          <a:lstStyle>
            <a:lvl1pPr>
              <a:spcAft>
                <a:spcPts val="0"/>
              </a:spcAft>
              <a:defRPr sz="1800"/>
            </a:lvl1pPr>
          </a:lstStyle>
          <a:p>
            <a:pPr lvl="0"/>
            <a:r>
              <a:rPr lang="en-US" noProof="0"/>
              <a:t>Subhead text</a:t>
            </a:r>
          </a:p>
        </p:txBody>
      </p:sp>
      <p:sp>
        <p:nvSpPr>
          <p:cNvPr id="33" name="Textplatzhalter 2">
            <a:extLst>
              <a:ext uri="{FF2B5EF4-FFF2-40B4-BE49-F238E27FC236}">
                <a16:creationId xmlns:a16="http://schemas.microsoft.com/office/drawing/2014/main" id="{5E9CD463-5B54-D549-ACDF-F190645873FE}"/>
              </a:ext>
            </a:extLst>
          </p:cNvPr>
          <p:cNvSpPr>
            <a:spLocks noGrp="1"/>
          </p:cNvSpPr>
          <p:nvPr>
            <p:ph type="body" sz="quarter" idx="44" hasCustomPrompt="1"/>
          </p:nvPr>
        </p:nvSpPr>
        <p:spPr>
          <a:xfrm>
            <a:off x="768731" y="3696928"/>
            <a:ext cx="3524421" cy="1169551"/>
          </a:xfrm>
          <a:prstGeom prst="rect">
            <a:avLst/>
          </a:prstGeom>
        </p:spPr>
        <p:txBody>
          <a:bodyPr wrap="square">
            <a:spAutoFit/>
          </a:bodyPr>
          <a:lstStyle>
            <a:lvl1pPr marL="115200" indent="-115200">
              <a:spcAft>
                <a:spcPts val="600"/>
              </a:spcAft>
              <a:buFont typeface="Arial" panose="020B0604020202020204" pitchFamily="34" charset="0"/>
              <a:buChar char="•"/>
              <a:defRPr sz="1400" baseline="0"/>
            </a:lvl1pPr>
          </a:lstStyle>
          <a:p>
            <a:pPr lvl="0"/>
            <a:r>
              <a:rPr lang="en-US" dirty="0"/>
              <a:t>Bullet lorem ipsum ipsum dolor</a:t>
            </a:r>
            <a:br>
              <a:rPr lang="en-US" dirty="0"/>
            </a:br>
            <a:r>
              <a:rPr lang="en-US" dirty="0"/>
              <a:t>Bullet lorem ipsum ipsum dolor</a:t>
            </a:r>
            <a:br>
              <a:rPr lang="en-US" dirty="0"/>
            </a:br>
            <a:r>
              <a:rPr lang="en-US" dirty="0"/>
              <a:t>Bullet lorem ipsum ipsum dolor</a:t>
            </a:r>
            <a:br>
              <a:rPr lang="en-US" dirty="0"/>
            </a:br>
            <a:r>
              <a:rPr lang="en-US" dirty="0"/>
              <a:t>Bullet lorem ipsum ipsum dolor</a:t>
            </a:r>
            <a:br>
              <a:rPr lang="en-US" dirty="0"/>
            </a:br>
            <a:r>
              <a:rPr lang="en-US" dirty="0"/>
              <a:t>Bullet lorem ipsum ipsum dolor</a:t>
            </a:r>
          </a:p>
        </p:txBody>
      </p:sp>
      <p:sp>
        <p:nvSpPr>
          <p:cNvPr id="36" name="Textplatzhalter 2">
            <a:extLst>
              <a:ext uri="{FF2B5EF4-FFF2-40B4-BE49-F238E27FC236}">
                <a16:creationId xmlns:a16="http://schemas.microsoft.com/office/drawing/2014/main" id="{91B242E7-2A9C-9F41-B102-72DE7CACD5AA}"/>
              </a:ext>
            </a:extLst>
          </p:cNvPr>
          <p:cNvSpPr>
            <a:spLocks noGrp="1"/>
          </p:cNvSpPr>
          <p:nvPr>
            <p:ph type="body" sz="quarter" idx="45" hasCustomPrompt="1"/>
          </p:nvPr>
        </p:nvSpPr>
        <p:spPr>
          <a:xfrm>
            <a:off x="4508627" y="3696928"/>
            <a:ext cx="3524421" cy="1169551"/>
          </a:xfrm>
          <a:prstGeom prst="rect">
            <a:avLst/>
          </a:prstGeom>
        </p:spPr>
        <p:txBody>
          <a:bodyPr wrap="square">
            <a:spAutoFit/>
          </a:bodyPr>
          <a:lstStyle>
            <a:lvl1pPr marL="115200" indent="-115200">
              <a:spcAft>
                <a:spcPts val="600"/>
              </a:spcAft>
              <a:buFont typeface="Arial" panose="020B0604020202020204" pitchFamily="34" charset="0"/>
              <a:buChar char="•"/>
              <a:defRPr sz="1400" baseline="0"/>
            </a:lvl1pPr>
          </a:lstStyle>
          <a:p>
            <a:pPr lvl="0"/>
            <a:r>
              <a:rPr lang="en-US" dirty="0"/>
              <a:t>Bullet lorem ipsum ipsum dolor</a:t>
            </a:r>
            <a:br>
              <a:rPr lang="en-US" dirty="0"/>
            </a:br>
            <a:r>
              <a:rPr lang="en-US" dirty="0"/>
              <a:t>Bullet lorem ipsum ipsum dolor</a:t>
            </a:r>
            <a:br>
              <a:rPr lang="en-US" dirty="0"/>
            </a:br>
            <a:r>
              <a:rPr lang="en-US" dirty="0"/>
              <a:t>Bullet lorem ipsum ipsum dolor</a:t>
            </a:r>
            <a:br>
              <a:rPr lang="en-US" dirty="0"/>
            </a:br>
            <a:r>
              <a:rPr lang="en-US" dirty="0"/>
              <a:t>Bullet lorem ipsum ipsum dolor</a:t>
            </a:r>
            <a:br>
              <a:rPr lang="en-US" dirty="0"/>
            </a:br>
            <a:r>
              <a:rPr lang="en-US" dirty="0"/>
              <a:t>Bullet lorem ipsum ipsum dolor</a:t>
            </a:r>
          </a:p>
        </p:txBody>
      </p:sp>
      <p:sp>
        <p:nvSpPr>
          <p:cNvPr id="38" name="Textplatzhalter 2">
            <a:extLst>
              <a:ext uri="{FF2B5EF4-FFF2-40B4-BE49-F238E27FC236}">
                <a16:creationId xmlns:a16="http://schemas.microsoft.com/office/drawing/2014/main" id="{FB4860EC-9CF1-7247-87CD-F7A39BD93E52}"/>
              </a:ext>
            </a:extLst>
          </p:cNvPr>
          <p:cNvSpPr>
            <a:spLocks noGrp="1"/>
          </p:cNvSpPr>
          <p:nvPr>
            <p:ph type="body" sz="quarter" idx="46" hasCustomPrompt="1"/>
          </p:nvPr>
        </p:nvSpPr>
        <p:spPr>
          <a:xfrm>
            <a:off x="8321675" y="3696928"/>
            <a:ext cx="3524421" cy="1169551"/>
          </a:xfrm>
          <a:prstGeom prst="rect">
            <a:avLst/>
          </a:prstGeom>
        </p:spPr>
        <p:txBody>
          <a:bodyPr wrap="square">
            <a:spAutoFit/>
          </a:bodyPr>
          <a:lstStyle>
            <a:lvl1pPr marL="115200" indent="-115200">
              <a:spcAft>
                <a:spcPts val="600"/>
              </a:spcAft>
              <a:buFont typeface="Arial" panose="020B0604020202020204" pitchFamily="34" charset="0"/>
              <a:buChar char="•"/>
              <a:defRPr sz="1400" baseline="0"/>
            </a:lvl1pPr>
          </a:lstStyle>
          <a:p>
            <a:pPr lvl="0"/>
            <a:r>
              <a:rPr lang="en-US" dirty="0"/>
              <a:t>Bullet lorem ipsum ipsum dolor</a:t>
            </a:r>
            <a:br>
              <a:rPr lang="en-US" dirty="0"/>
            </a:br>
            <a:r>
              <a:rPr lang="en-US" dirty="0"/>
              <a:t>Bullet lorem ipsum ipsum dolor</a:t>
            </a:r>
            <a:br>
              <a:rPr lang="en-US" dirty="0"/>
            </a:br>
            <a:r>
              <a:rPr lang="en-US" dirty="0"/>
              <a:t>Bullet lorem ipsum ipsum dolor</a:t>
            </a:r>
            <a:br>
              <a:rPr lang="en-US" dirty="0"/>
            </a:br>
            <a:r>
              <a:rPr lang="en-US" dirty="0"/>
              <a:t>Bullet lorem ipsum ipsum dolor</a:t>
            </a:r>
            <a:br>
              <a:rPr lang="en-US" dirty="0"/>
            </a:br>
            <a:r>
              <a:rPr lang="en-US" dirty="0"/>
              <a:t>Bullet lorem ipsum ipsum dolor</a:t>
            </a:r>
          </a:p>
        </p:txBody>
      </p:sp>
    </p:spTree>
    <p:extLst>
      <p:ext uri="{BB962C8B-B14F-4D97-AF65-F5344CB8AC3E}">
        <p14:creationId xmlns:p14="http://schemas.microsoft.com/office/powerpoint/2010/main" val="450168224"/>
      </p:ext>
    </p:extLst>
  </p:cSld>
  <p:clrMapOvr>
    <a:masterClrMapping/>
  </p:clrMapOvr>
  <p:extLst>
    <p:ext uri="{DCECCB84-F9BA-43D5-87BE-67443E8EF086}">
      <p15:sldGuideLst xmlns:p15="http://schemas.microsoft.com/office/powerpoint/2012/main">
        <p15:guide id="1" pos="3840">
          <p15:clr>
            <a:srgbClr val="FBAE40"/>
          </p15:clr>
        </p15:guide>
        <p15:guide id="2" pos="523">
          <p15:clr>
            <a:srgbClr val="FBAE40"/>
          </p15:clr>
        </p15:guide>
        <p15:guide id="3" pos="869">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ntent slide #20">
    <p:spTree>
      <p:nvGrpSpPr>
        <p:cNvPr id="1" name=""/>
        <p:cNvGrpSpPr/>
        <p:nvPr/>
      </p:nvGrpSpPr>
      <p:grpSpPr>
        <a:xfrm>
          <a:off x="0" y="0"/>
          <a:ext cx="0" cy="0"/>
          <a:chOff x="0" y="0"/>
          <a:chExt cx="0" cy="0"/>
        </a:xfrm>
      </p:grpSpPr>
      <p:pic>
        <p:nvPicPr>
          <p:cNvPr id="42" name="Grafik 41">
            <a:extLst>
              <a:ext uri="{FF2B5EF4-FFF2-40B4-BE49-F238E27FC236}">
                <a16:creationId xmlns:a16="http://schemas.microsoft.com/office/drawing/2014/main" id="{7F1627A7-9073-AA4B-B5CF-AA39DC1CBBC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878134" y="6191238"/>
            <a:ext cx="1531988" cy="117365"/>
          </a:xfrm>
          <a:prstGeom prst="rect">
            <a:avLst/>
          </a:prstGeom>
        </p:spPr>
      </p:pic>
      <p:sp>
        <p:nvSpPr>
          <p:cNvPr id="43" name="Textplatzhalter 4">
            <a:extLst>
              <a:ext uri="{FF2B5EF4-FFF2-40B4-BE49-F238E27FC236}">
                <a16:creationId xmlns:a16="http://schemas.microsoft.com/office/drawing/2014/main" id="{B533636E-8B53-8C40-A05D-8583880CEEF6}"/>
              </a:ext>
            </a:extLst>
          </p:cNvPr>
          <p:cNvSpPr>
            <a:spLocks noGrp="1"/>
          </p:cNvSpPr>
          <p:nvPr>
            <p:ph type="body" sz="quarter" idx="10" hasCustomPrompt="1"/>
          </p:nvPr>
        </p:nvSpPr>
        <p:spPr>
          <a:xfrm>
            <a:off x="713497" y="461098"/>
            <a:ext cx="10080000" cy="584775"/>
          </a:xfrm>
          <a:prstGeom prst="rect">
            <a:avLst/>
          </a:prstGeom>
        </p:spPr>
        <p:txBody>
          <a:bodyPr lIns="90000">
            <a:spAutoFit/>
          </a:bodyPr>
          <a:lstStyle>
            <a:lvl1pPr>
              <a:spcAft>
                <a:spcPts val="0"/>
              </a:spcAft>
              <a:defRPr sz="3200">
                <a:solidFill>
                  <a:schemeClr val="tx1"/>
                </a:solidFill>
              </a:defRPr>
            </a:lvl1pPr>
          </a:lstStyle>
          <a:p>
            <a:r>
              <a:rPr lang="en-US" sz="3200" noProof="0">
                <a:solidFill>
                  <a:srgbClr val="111111"/>
                </a:solidFill>
                <a:latin typeface="Arial" panose="020B0604020202020204" pitchFamily="34" charset="0"/>
                <a:cs typeface="Arial" panose="020B0604020202020204" pitchFamily="34" charset="0"/>
              </a:rPr>
              <a:t>One column text slide, 32 pt headline</a:t>
            </a:r>
          </a:p>
        </p:txBody>
      </p:sp>
      <p:sp>
        <p:nvSpPr>
          <p:cNvPr id="10" name="Textplatzhalter 2">
            <a:extLst>
              <a:ext uri="{FF2B5EF4-FFF2-40B4-BE49-F238E27FC236}">
                <a16:creationId xmlns:a16="http://schemas.microsoft.com/office/drawing/2014/main" id="{45107FF4-EA8E-2045-9EF5-861096AA0DCA}"/>
              </a:ext>
            </a:extLst>
          </p:cNvPr>
          <p:cNvSpPr>
            <a:spLocks noGrp="1"/>
          </p:cNvSpPr>
          <p:nvPr>
            <p:ph type="body" sz="quarter" idx="15" hasCustomPrompt="1"/>
          </p:nvPr>
        </p:nvSpPr>
        <p:spPr>
          <a:xfrm>
            <a:off x="713497" y="1104680"/>
            <a:ext cx="9360000" cy="402291"/>
          </a:xfrm>
          <a:prstGeom prst="rect">
            <a:avLst/>
          </a:prstGeom>
        </p:spPr>
        <p:txBody>
          <a:bodyPr tIns="46800" rIns="90000" bIns="46800">
            <a:spAutoFit/>
          </a:bodyPr>
          <a:lstStyle>
            <a:lvl1pPr>
              <a:defRPr sz="2000"/>
            </a:lvl1pPr>
          </a:lstStyle>
          <a:p>
            <a:pPr lvl="0"/>
            <a:r>
              <a:rPr lang="en-US" noProof="0"/>
              <a:t>Subheadline 20 Pt Arial</a:t>
            </a:r>
          </a:p>
        </p:txBody>
      </p:sp>
      <p:sp>
        <p:nvSpPr>
          <p:cNvPr id="23" name="Bildplatzhalter 3">
            <a:extLst>
              <a:ext uri="{FF2B5EF4-FFF2-40B4-BE49-F238E27FC236}">
                <a16:creationId xmlns:a16="http://schemas.microsoft.com/office/drawing/2014/main" id="{776D9A67-9524-D342-B453-3F7CF8EA167A}"/>
              </a:ext>
            </a:extLst>
          </p:cNvPr>
          <p:cNvSpPr>
            <a:spLocks noGrp="1"/>
          </p:cNvSpPr>
          <p:nvPr>
            <p:ph type="pic" sz="quarter" idx="25" hasCustomPrompt="1"/>
          </p:nvPr>
        </p:nvSpPr>
        <p:spPr>
          <a:xfrm>
            <a:off x="781460" y="2985619"/>
            <a:ext cx="237600" cy="237600"/>
          </a:xfrm>
          <a:prstGeom prst="rect">
            <a:avLst/>
          </a:prstGeom>
          <a:pattFill prst="dkUpDiag">
            <a:fgClr>
              <a:schemeClr val="accent1"/>
            </a:fgClr>
            <a:bgClr>
              <a:schemeClr val="bg1"/>
            </a:bgClr>
          </a:pattFill>
        </p:spPr>
        <p:txBody>
          <a:bodyPr lIns="0" tIns="0" rIns="0" anchor="ctr" anchorCtr="0">
            <a:noAutofit/>
          </a:bodyPr>
          <a:lstStyle>
            <a:lvl1pPr algn="ctr">
              <a:defRPr sz="700" baseline="0"/>
            </a:lvl1pPr>
          </a:lstStyle>
          <a:p>
            <a:r>
              <a:rPr lang="en-US" dirty="0"/>
              <a:t>Icon</a:t>
            </a:r>
          </a:p>
        </p:txBody>
      </p:sp>
      <p:sp>
        <p:nvSpPr>
          <p:cNvPr id="24" name="Bildplatzhalter 3">
            <a:extLst>
              <a:ext uri="{FF2B5EF4-FFF2-40B4-BE49-F238E27FC236}">
                <a16:creationId xmlns:a16="http://schemas.microsoft.com/office/drawing/2014/main" id="{E451DDB9-DD72-BB44-9122-B3F35D64A58A}"/>
              </a:ext>
            </a:extLst>
          </p:cNvPr>
          <p:cNvSpPr>
            <a:spLocks noGrp="1"/>
          </p:cNvSpPr>
          <p:nvPr>
            <p:ph type="pic" sz="quarter" idx="26" hasCustomPrompt="1"/>
          </p:nvPr>
        </p:nvSpPr>
        <p:spPr>
          <a:xfrm>
            <a:off x="781460" y="3622802"/>
            <a:ext cx="237600" cy="237600"/>
          </a:xfrm>
          <a:prstGeom prst="rect">
            <a:avLst/>
          </a:prstGeom>
          <a:pattFill prst="dkUpDiag">
            <a:fgClr>
              <a:schemeClr val="accent1"/>
            </a:fgClr>
            <a:bgClr>
              <a:schemeClr val="bg1"/>
            </a:bgClr>
          </a:pattFill>
        </p:spPr>
        <p:txBody>
          <a:bodyPr lIns="0" tIns="0" rIns="0" anchor="ctr" anchorCtr="0">
            <a:noAutofit/>
          </a:bodyPr>
          <a:lstStyle>
            <a:lvl1pPr algn="ctr">
              <a:defRPr sz="700" baseline="0"/>
            </a:lvl1pPr>
          </a:lstStyle>
          <a:p>
            <a:r>
              <a:rPr lang="en-US" dirty="0"/>
              <a:t>Icon</a:t>
            </a:r>
          </a:p>
        </p:txBody>
      </p:sp>
      <p:sp>
        <p:nvSpPr>
          <p:cNvPr id="25" name="Bildplatzhalter 3">
            <a:extLst>
              <a:ext uri="{FF2B5EF4-FFF2-40B4-BE49-F238E27FC236}">
                <a16:creationId xmlns:a16="http://schemas.microsoft.com/office/drawing/2014/main" id="{59007B1F-A52E-2A48-8C60-BE4E71C83758}"/>
              </a:ext>
            </a:extLst>
          </p:cNvPr>
          <p:cNvSpPr>
            <a:spLocks noGrp="1"/>
          </p:cNvSpPr>
          <p:nvPr>
            <p:ph type="pic" sz="quarter" idx="27" hasCustomPrompt="1"/>
          </p:nvPr>
        </p:nvSpPr>
        <p:spPr>
          <a:xfrm>
            <a:off x="781460" y="4259986"/>
            <a:ext cx="237600" cy="237600"/>
          </a:xfrm>
          <a:prstGeom prst="rect">
            <a:avLst/>
          </a:prstGeom>
          <a:pattFill prst="dkUpDiag">
            <a:fgClr>
              <a:schemeClr val="accent1"/>
            </a:fgClr>
            <a:bgClr>
              <a:schemeClr val="bg1"/>
            </a:bgClr>
          </a:pattFill>
        </p:spPr>
        <p:txBody>
          <a:bodyPr lIns="0" tIns="0" rIns="0" anchor="ctr" anchorCtr="0">
            <a:noAutofit/>
          </a:bodyPr>
          <a:lstStyle>
            <a:lvl1pPr algn="ctr">
              <a:defRPr sz="700" baseline="0"/>
            </a:lvl1pPr>
          </a:lstStyle>
          <a:p>
            <a:r>
              <a:rPr lang="en-US" dirty="0"/>
              <a:t>Icon</a:t>
            </a:r>
          </a:p>
        </p:txBody>
      </p:sp>
      <p:sp>
        <p:nvSpPr>
          <p:cNvPr id="16" name="Textplatzhalter 2">
            <a:extLst>
              <a:ext uri="{FF2B5EF4-FFF2-40B4-BE49-F238E27FC236}">
                <a16:creationId xmlns:a16="http://schemas.microsoft.com/office/drawing/2014/main" id="{304307F1-D1D8-C74B-A7CC-6D47C2424919}"/>
              </a:ext>
            </a:extLst>
          </p:cNvPr>
          <p:cNvSpPr>
            <a:spLocks noGrp="1"/>
          </p:cNvSpPr>
          <p:nvPr>
            <p:ph type="body" sz="quarter" idx="32" hasCustomPrompt="1"/>
          </p:nvPr>
        </p:nvSpPr>
        <p:spPr>
          <a:xfrm>
            <a:off x="1079999" y="2934000"/>
            <a:ext cx="7553497" cy="607589"/>
          </a:xfrm>
          <a:prstGeom prst="rect">
            <a:avLst/>
          </a:prstGeom>
        </p:spPr>
        <p:txBody>
          <a:bodyPr/>
          <a:lstStyle>
            <a:lvl1pPr>
              <a:spcAft>
                <a:spcPts val="0"/>
              </a:spcAft>
              <a:defRPr sz="1600" baseline="0"/>
            </a:lvl1pPr>
          </a:lstStyle>
          <a:p>
            <a:pPr lvl="0"/>
            <a:r>
              <a:rPr lang="en-US" dirty="0"/>
              <a:t>Bullet lorem ipsum ipsum dolor sit </a:t>
            </a:r>
            <a:r>
              <a:rPr lang="en-US" dirty="0" err="1"/>
              <a:t>amet</a:t>
            </a:r>
            <a:r>
              <a:rPr lang="en-US" dirty="0"/>
              <a:t>, seta </a:t>
            </a:r>
            <a:r>
              <a:rPr lang="en-US" dirty="0" err="1"/>
              <a:t>consetetur</a:t>
            </a:r>
            <a:r>
              <a:rPr lang="en-US" dirty="0"/>
              <a:t> </a:t>
            </a:r>
            <a:r>
              <a:rPr lang="en-US" dirty="0" err="1"/>
              <a:t>sadipscing</a:t>
            </a:r>
            <a:r>
              <a:rPr lang="en-US" dirty="0"/>
              <a:t> </a:t>
            </a:r>
            <a:r>
              <a:rPr lang="en-US" dirty="0" err="1"/>
              <a:t>elit</a:t>
            </a:r>
            <a:br>
              <a:rPr lang="en-US" dirty="0"/>
            </a:br>
            <a:r>
              <a:rPr lang="en-US" dirty="0"/>
              <a:t>sed diam </a:t>
            </a:r>
            <a:r>
              <a:rPr lang="en-US" dirty="0" err="1"/>
              <a:t>nonumy</a:t>
            </a:r>
            <a:r>
              <a:rPr lang="en-US" dirty="0"/>
              <a:t> </a:t>
            </a:r>
            <a:r>
              <a:rPr lang="en-US" dirty="0" err="1"/>
              <a:t>euis</a:t>
            </a:r>
            <a:r>
              <a:rPr lang="en-US" dirty="0"/>
              <a:t> mod</a:t>
            </a:r>
          </a:p>
        </p:txBody>
      </p:sp>
      <p:sp>
        <p:nvSpPr>
          <p:cNvPr id="18" name="Textplatzhalter 2">
            <a:extLst>
              <a:ext uri="{FF2B5EF4-FFF2-40B4-BE49-F238E27FC236}">
                <a16:creationId xmlns:a16="http://schemas.microsoft.com/office/drawing/2014/main" id="{69E57802-EDAD-F44F-B956-F81C1618C595}"/>
              </a:ext>
            </a:extLst>
          </p:cNvPr>
          <p:cNvSpPr>
            <a:spLocks noGrp="1"/>
          </p:cNvSpPr>
          <p:nvPr>
            <p:ph type="body" sz="quarter" idx="33" hasCustomPrompt="1"/>
          </p:nvPr>
        </p:nvSpPr>
        <p:spPr>
          <a:xfrm>
            <a:off x="1079999" y="3570494"/>
            <a:ext cx="7553497" cy="607589"/>
          </a:xfrm>
          <a:prstGeom prst="rect">
            <a:avLst/>
          </a:prstGeom>
        </p:spPr>
        <p:txBody>
          <a:bodyPr/>
          <a:lstStyle>
            <a:lvl1pPr>
              <a:spcAft>
                <a:spcPts val="0"/>
              </a:spcAft>
              <a:defRPr sz="1600" baseline="0"/>
            </a:lvl1pPr>
          </a:lstStyle>
          <a:p>
            <a:pPr lvl="0"/>
            <a:r>
              <a:rPr lang="en-US" dirty="0"/>
              <a:t>Bullet lorem ipsum ipsum dolor sit </a:t>
            </a:r>
            <a:r>
              <a:rPr lang="en-US" dirty="0" err="1"/>
              <a:t>amet</a:t>
            </a:r>
            <a:r>
              <a:rPr lang="en-US" dirty="0"/>
              <a:t>, seta </a:t>
            </a:r>
            <a:r>
              <a:rPr lang="en-US" dirty="0" err="1"/>
              <a:t>consetetur</a:t>
            </a:r>
            <a:r>
              <a:rPr lang="en-US" dirty="0"/>
              <a:t> </a:t>
            </a:r>
            <a:r>
              <a:rPr lang="en-US" dirty="0" err="1"/>
              <a:t>sadipscing</a:t>
            </a:r>
            <a:r>
              <a:rPr lang="en-US" dirty="0"/>
              <a:t> </a:t>
            </a:r>
            <a:r>
              <a:rPr lang="en-US" dirty="0" err="1"/>
              <a:t>elit</a:t>
            </a:r>
            <a:br>
              <a:rPr lang="en-US" dirty="0"/>
            </a:br>
            <a:r>
              <a:rPr lang="en-US" dirty="0"/>
              <a:t>sed diam </a:t>
            </a:r>
            <a:r>
              <a:rPr lang="en-US" dirty="0" err="1"/>
              <a:t>nonumy</a:t>
            </a:r>
            <a:r>
              <a:rPr lang="en-US" dirty="0"/>
              <a:t> </a:t>
            </a:r>
            <a:r>
              <a:rPr lang="en-US" dirty="0" err="1"/>
              <a:t>euis</a:t>
            </a:r>
            <a:r>
              <a:rPr lang="en-US" dirty="0"/>
              <a:t> mod</a:t>
            </a:r>
          </a:p>
        </p:txBody>
      </p:sp>
      <p:sp>
        <p:nvSpPr>
          <p:cNvPr id="21" name="Textplatzhalter 2">
            <a:extLst>
              <a:ext uri="{FF2B5EF4-FFF2-40B4-BE49-F238E27FC236}">
                <a16:creationId xmlns:a16="http://schemas.microsoft.com/office/drawing/2014/main" id="{5A93A5EC-D993-BB48-834B-CEF78C9F7A8F}"/>
              </a:ext>
            </a:extLst>
          </p:cNvPr>
          <p:cNvSpPr>
            <a:spLocks noGrp="1"/>
          </p:cNvSpPr>
          <p:nvPr>
            <p:ph type="body" sz="quarter" idx="34" hasCustomPrompt="1"/>
          </p:nvPr>
        </p:nvSpPr>
        <p:spPr>
          <a:xfrm>
            <a:off x="1079999" y="4224917"/>
            <a:ext cx="7553497" cy="607589"/>
          </a:xfrm>
          <a:prstGeom prst="rect">
            <a:avLst/>
          </a:prstGeom>
        </p:spPr>
        <p:txBody>
          <a:bodyPr/>
          <a:lstStyle>
            <a:lvl1pPr>
              <a:spcAft>
                <a:spcPts val="0"/>
              </a:spcAft>
              <a:defRPr sz="1600" baseline="0"/>
            </a:lvl1pPr>
          </a:lstStyle>
          <a:p>
            <a:pPr lvl="0"/>
            <a:r>
              <a:rPr lang="en-US" dirty="0"/>
              <a:t>Bullet lorem ipsum ipsum dolor sit </a:t>
            </a:r>
            <a:r>
              <a:rPr lang="en-US" dirty="0" err="1"/>
              <a:t>amet</a:t>
            </a:r>
            <a:r>
              <a:rPr lang="en-US" dirty="0"/>
              <a:t>, seta </a:t>
            </a:r>
            <a:r>
              <a:rPr lang="en-US" dirty="0" err="1"/>
              <a:t>consetetur</a:t>
            </a:r>
            <a:r>
              <a:rPr lang="en-US" dirty="0"/>
              <a:t> </a:t>
            </a:r>
            <a:r>
              <a:rPr lang="en-US" dirty="0" err="1"/>
              <a:t>sadipscing</a:t>
            </a:r>
            <a:r>
              <a:rPr lang="en-US" dirty="0"/>
              <a:t> </a:t>
            </a:r>
            <a:r>
              <a:rPr lang="en-US" dirty="0" err="1"/>
              <a:t>elit</a:t>
            </a:r>
            <a:br>
              <a:rPr lang="en-US" dirty="0"/>
            </a:br>
            <a:r>
              <a:rPr lang="en-US" dirty="0"/>
              <a:t>sed diam </a:t>
            </a:r>
            <a:r>
              <a:rPr lang="en-US" dirty="0" err="1"/>
              <a:t>nonumy</a:t>
            </a:r>
            <a:r>
              <a:rPr lang="en-US" dirty="0"/>
              <a:t> </a:t>
            </a:r>
            <a:r>
              <a:rPr lang="en-US" dirty="0" err="1"/>
              <a:t>euis</a:t>
            </a:r>
            <a:r>
              <a:rPr lang="en-US" dirty="0"/>
              <a:t> mod</a:t>
            </a:r>
          </a:p>
        </p:txBody>
      </p:sp>
    </p:spTree>
    <p:extLst>
      <p:ext uri="{BB962C8B-B14F-4D97-AF65-F5344CB8AC3E}">
        <p14:creationId xmlns:p14="http://schemas.microsoft.com/office/powerpoint/2010/main" val="3207424021"/>
      </p:ext>
    </p:extLst>
  </p:cSld>
  <p:clrMapOvr>
    <a:masterClrMapping/>
  </p:clrMapOvr>
  <p:extLst>
    <p:ext uri="{DCECCB84-F9BA-43D5-87BE-67443E8EF086}">
      <p15:sldGuideLst xmlns:p15="http://schemas.microsoft.com/office/powerpoint/2012/main">
        <p15:guide id="1" pos="3840">
          <p15:clr>
            <a:srgbClr val="FBAE40"/>
          </p15:clr>
        </p15:guide>
        <p15:guide id="2" pos="523">
          <p15:clr>
            <a:srgbClr val="FBAE40"/>
          </p15:clr>
        </p15:guide>
        <p15:guide id="3" pos="869">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tent slide #21">
    <p:spTree>
      <p:nvGrpSpPr>
        <p:cNvPr id="1" name=""/>
        <p:cNvGrpSpPr/>
        <p:nvPr/>
      </p:nvGrpSpPr>
      <p:grpSpPr>
        <a:xfrm>
          <a:off x="0" y="0"/>
          <a:ext cx="0" cy="0"/>
          <a:chOff x="0" y="0"/>
          <a:chExt cx="0" cy="0"/>
        </a:xfrm>
      </p:grpSpPr>
      <p:pic>
        <p:nvPicPr>
          <p:cNvPr id="42" name="Grafik 41">
            <a:extLst>
              <a:ext uri="{FF2B5EF4-FFF2-40B4-BE49-F238E27FC236}">
                <a16:creationId xmlns:a16="http://schemas.microsoft.com/office/drawing/2014/main" id="{7F1627A7-9073-AA4B-B5CF-AA39DC1CBBC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878134" y="6191238"/>
            <a:ext cx="1531988" cy="117365"/>
          </a:xfrm>
          <a:prstGeom prst="rect">
            <a:avLst/>
          </a:prstGeom>
        </p:spPr>
      </p:pic>
      <p:sp>
        <p:nvSpPr>
          <p:cNvPr id="43" name="Textplatzhalter 4">
            <a:extLst>
              <a:ext uri="{FF2B5EF4-FFF2-40B4-BE49-F238E27FC236}">
                <a16:creationId xmlns:a16="http://schemas.microsoft.com/office/drawing/2014/main" id="{B533636E-8B53-8C40-A05D-8583880CEEF6}"/>
              </a:ext>
            </a:extLst>
          </p:cNvPr>
          <p:cNvSpPr>
            <a:spLocks noGrp="1"/>
          </p:cNvSpPr>
          <p:nvPr>
            <p:ph type="body" sz="quarter" idx="10" hasCustomPrompt="1"/>
          </p:nvPr>
        </p:nvSpPr>
        <p:spPr>
          <a:xfrm>
            <a:off x="713497" y="461098"/>
            <a:ext cx="10080000" cy="584775"/>
          </a:xfrm>
          <a:prstGeom prst="rect">
            <a:avLst/>
          </a:prstGeom>
        </p:spPr>
        <p:txBody>
          <a:bodyPr lIns="90000">
            <a:spAutoFit/>
          </a:bodyPr>
          <a:lstStyle>
            <a:lvl1pPr>
              <a:spcAft>
                <a:spcPts val="0"/>
              </a:spcAft>
              <a:defRPr sz="3200">
                <a:solidFill>
                  <a:schemeClr val="tx1"/>
                </a:solidFill>
              </a:defRPr>
            </a:lvl1pPr>
          </a:lstStyle>
          <a:p>
            <a:r>
              <a:rPr lang="en-US" sz="3200" noProof="0">
                <a:solidFill>
                  <a:srgbClr val="111111"/>
                </a:solidFill>
                <a:latin typeface="Arial" panose="020B0604020202020204" pitchFamily="34" charset="0"/>
                <a:cs typeface="Arial" panose="020B0604020202020204" pitchFamily="34" charset="0"/>
              </a:rPr>
              <a:t>One column text slide, 32 pt headline</a:t>
            </a:r>
          </a:p>
        </p:txBody>
      </p:sp>
      <p:sp>
        <p:nvSpPr>
          <p:cNvPr id="10" name="Textplatzhalter 2">
            <a:extLst>
              <a:ext uri="{FF2B5EF4-FFF2-40B4-BE49-F238E27FC236}">
                <a16:creationId xmlns:a16="http://schemas.microsoft.com/office/drawing/2014/main" id="{45107FF4-EA8E-2045-9EF5-861096AA0DCA}"/>
              </a:ext>
            </a:extLst>
          </p:cNvPr>
          <p:cNvSpPr>
            <a:spLocks noGrp="1"/>
          </p:cNvSpPr>
          <p:nvPr>
            <p:ph type="body" sz="quarter" idx="15" hasCustomPrompt="1"/>
          </p:nvPr>
        </p:nvSpPr>
        <p:spPr>
          <a:xfrm>
            <a:off x="713497" y="1104680"/>
            <a:ext cx="9360000" cy="402291"/>
          </a:xfrm>
          <a:prstGeom prst="rect">
            <a:avLst/>
          </a:prstGeom>
        </p:spPr>
        <p:txBody>
          <a:bodyPr tIns="46800" rIns="90000" bIns="46800">
            <a:spAutoFit/>
          </a:bodyPr>
          <a:lstStyle>
            <a:lvl1pPr>
              <a:defRPr sz="2000"/>
            </a:lvl1pPr>
          </a:lstStyle>
          <a:p>
            <a:pPr lvl="0"/>
            <a:r>
              <a:rPr lang="en-US" noProof="0"/>
              <a:t>Subheadline 20 Pt Arial</a:t>
            </a:r>
          </a:p>
        </p:txBody>
      </p:sp>
      <p:sp>
        <p:nvSpPr>
          <p:cNvPr id="24" name="Textplatzhalter 2">
            <a:extLst>
              <a:ext uri="{FF2B5EF4-FFF2-40B4-BE49-F238E27FC236}">
                <a16:creationId xmlns:a16="http://schemas.microsoft.com/office/drawing/2014/main" id="{59888FDD-B77D-3C41-B49A-E7B914CB7D50}"/>
              </a:ext>
            </a:extLst>
          </p:cNvPr>
          <p:cNvSpPr>
            <a:spLocks noGrp="1"/>
          </p:cNvSpPr>
          <p:nvPr>
            <p:ph type="body" sz="quarter" idx="35" hasCustomPrompt="1"/>
          </p:nvPr>
        </p:nvSpPr>
        <p:spPr>
          <a:xfrm>
            <a:off x="795009" y="2934000"/>
            <a:ext cx="7553497" cy="607589"/>
          </a:xfrm>
          <a:prstGeom prst="rect">
            <a:avLst/>
          </a:prstGeom>
        </p:spPr>
        <p:txBody>
          <a:bodyPr>
            <a:spAutoFit/>
          </a:bodyPr>
          <a:lstStyle>
            <a:lvl1pPr marL="285750" indent="-285750">
              <a:spcAft>
                <a:spcPts val="0"/>
              </a:spcAft>
              <a:buFont typeface="Arial" panose="020B0604020202020204" pitchFamily="34" charset="0"/>
              <a:buChar char="•"/>
              <a:defRPr sz="1600" baseline="0"/>
            </a:lvl1pPr>
          </a:lstStyle>
          <a:p>
            <a:pPr lvl="0"/>
            <a:r>
              <a:rPr lang="en-US" dirty="0"/>
              <a:t>Bullet lorem ipsum ipsum dolor sit </a:t>
            </a:r>
            <a:r>
              <a:rPr lang="en-US" dirty="0" err="1"/>
              <a:t>amet</a:t>
            </a:r>
            <a:r>
              <a:rPr lang="en-US" dirty="0"/>
              <a:t>, seta </a:t>
            </a:r>
            <a:r>
              <a:rPr lang="en-US" dirty="0" err="1"/>
              <a:t>consetetur</a:t>
            </a:r>
            <a:r>
              <a:rPr lang="en-US" dirty="0"/>
              <a:t> </a:t>
            </a:r>
            <a:r>
              <a:rPr lang="en-US" dirty="0" err="1"/>
              <a:t>sadipscing</a:t>
            </a:r>
            <a:r>
              <a:rPr lang="en-US" dirty="0"/>
              <a:t> </a:t>
            </a:r>
            <a:r>
              <a:rPr lang="en-US" dirty="0" err="1"/>
              <a:t>elit</a:t>
            </a:r>
            <a:br>
              <a:rPr lang="en-US" dirty="0"/>
            </a:br>
            <a:r>
              <a:rPr lang="en-US" dirty="0"/>
              <a:t>sed diam </a:t>
            </a:r>
            <a:r>
              <a:rPr lang="en-US" dirty="0" err="1"/>
              <a:t>nonumy</a:t>
            </a:r>
            <a:r>
              <a:rPr lang="en-US" dirty="0"/>
              <a:t> </a:t>
            </a:r>
            <a:r>
              <a:rPr lang="en-US" dirty="0" err="1"/>
              <a:t>euis</a:t>
            </a:r>
            <a:r>
              <a:rPr lang="en-US" dirty="0"/>
              <a:t> mod</a:t>
            </a:r>
          </a:p>
        </p:txBody>
      </p:sp>
      <p:sp>
        <p:nvSpPr>
          <p:cNvPr id="25" name="Textplatzhalter 2">
            <a:extLst>
              <a:ext uri="{FF2B5EF4-FFF2-40B4-BE49-F238E27FC236}">
                <a16:creationId xmlns:a16="http://schemas.microsoft.com/office/drawing/2014/main" id="{5519FA7D-FBDB-1948-BE55-4130B695B379}"/>
              </a:ext>
            </a:extLst>
          </p:cNvPr>
          <p:cNvSpPr>
            <a:spLocks noGrp="1"/>
          </p:cNvSpPr>
          <p:nvPr>
            <p:ph type="body" sz="quarter" idx="36" hasCustomPrompt="1"/>
          </p:nvPr>
        </p:nvSpPr>
        <p:spPr>
          <a:xfrm>
            <a:off x="795009" y="3571200"/>
            <a:ext cx="7553497" cy="607589"/>
          </a:xfrm>
          <a:prstGeom prst="rect">
            <a:avLst/>
          </a:prstGeom>
        </p:spPr>
        <p:txBody>
          <a:bodyPr>
            <a:spAutoFit/>
          </a:bodyPr>
          <a:lstStyle>
            <a:lvl1pPr marL="285750" indent="-285750">
              <a:spcAft>
                <a:spcPts val="0"/>
              </a:spcAft>
              <a:buFont typeface="Arial" panose="020B0604020202020204" pitchFamily="34" charset="0"/>
              <a:buChar char="•"/>
              <a:defRPr sz="1600" baseline="0"/>
            </a:lvl1pPr>
          </a:lstStyle>
          <a:p>
            <a:pPr lvl="0"/>
            <a:r>
              <a:rPr lang="en-US" dirty="0"/>
              <a:t>Bullet lorem ipsum ipsum dolor sit </a:t>
            </a:r>
            <a:r>
              <a:rPr lang="en-US" dirty="0" err="1"/>
              <a:t>amet</a:t>
            </a:r>
            <a:r>
              <a:rPr lang="en-US" dirty="0"/>
              <a:t>, seta </a:t>
            </a:r>
            <a:r>
              <a:rPr lang="en-US" dirty="0" err="1"/>
              <a:t>consetetur</a:t>
            </a:r>
            <a:r>
              <a:rPr lang="en-US" dirty="0"/>
              <a:t> </a:t>
            </a:r>
            <a:r>
              <a:rPr lang="en-US" dirty="0" err="1"/>
              <a:t>sadipscing</a:t>
            </a:r>
            <a:r>
              <a:rPr lang="en-US" dirty="0"/>
              <a:t> </a:t>
            </a:r>
            <a:r>
              <a:rPr lang="en-US" dirty="0" err="1"/>
              <a:t>elit</a:t>
            </a:r>
            <a:br>
              <a:rPr lang="en-US" dirty="0"/>
            </a:br>
            <a:r>
              <a:rPr lang="en-US" dirty="0"/>
              <a:t>sed diam </a:t>
            </a:r>
            <a:r>
              <a:rPr lang="en-US" dirty="0" err="1"/>
              <a:t>nonumy</a:t>
            </a:r>
            <a:r>
              <a:rPr lang="en-US" dirty="0"/>
              <a:t> </a:t>
            </a:r>
            <a:r>
              <a:rPr lang="en-US" dirty="0" err="1"/>
              <a:t>euis</a:t>
            </a:r>
            <a:r>
              <a:rPr lang="en-US" dirty="0"/>
              <a:t> mod</a:t>
            </a:r>
          </a:p>
        </p:txBody>
      </p:sp>
      <p:sp>
        <p:nvSpPr>
          <p:cNvPr id="26" name="Textplatzhalter 2">
            <a:extLst>
              <a:ext uri="{FF2B5EF4-FFF2-40B4-BE49-F238E27FC236}">
                <a16:creationId xmlns:a16="http://schemas.microsoft.com/office/drawing/2014/main" id="{B9EDABA6-2130-3D4E-8BFF-21CEFCDA74CC}"/>
              </a:ext>
            </a:extLst>
          </p:cNvPr>
          <p:cNvSpPr>
            <a:spLocks noGrp="1"/>
          </p:cNvSpPr>
          <p:nvPr>
            <p:ph type="body" sz="quarter" idx="37" hasCustomPrompt="1"/>
          </p:nvPr>
        </p:nvSpPr>
        <p:spPr>
          <a:xfrm>
            <a:off x="795009" y="4226400"/>
            <a:ext cx="7553497" cy="607589"/>
          </a:xfrm>
          <a:prstGeom prst="rect">
            <a:avLst/>
          </a:prstGeom>
        </p:spPr>
        <p:txBody>
          <a:bodyPr>
            <a:spAutoFit/>
          </a:bodyPr>
          <a:lstStyle>
            <a:lvl1pPr marL="285750" indent="-285750">
              <a:spcAft>
                <a:spcPts val="0"/>
              </a:spcAft>
              <a:buFont typeface="Arial" panose="020B0604020202020204" pitchFamily="34" charset="0"/>
              <a:buChar char="•"/>
              <a:defRPr sz="1600" baseline="0"/>
            </a:lvl1pPr>
          </a:lstStyle>
          <a:p>
            <a:pPr lvl="0"/>
            <a:r>
              <a:rPr lang="en-US" dirty="0"/>
              <a:t>Bullet lorem ipsum ipsum dolor sit </a:t>
            </a:r>
            <a:r>
              <a:rPr lang="en-US" dirty="0" err="1"/>
              <a:t>amet</a:t>
            </a:r>
            <a:r>
              <a:rPr lang="en-US" dirty="0"/>
              <a:t>, seta </a:t>
            </a:r>
            <a:r>
              <a:rPr lang="en-US" dirty="0" err="1"/>
              <a:t>consetetur</a:t>
            </a:r>
            <a:r>
              <a:rPr lang="en-US" dirty="0"/>
              <a:t> </a:t>
            </a:r>
            <a:r>
              <a:rPr lang="en-US" dirty="0" err="1"/>
              <a:t>sadipscing</a:t>
            </a:r>
            <a:r>
              <a:rPr lang="en-US" dirty="0"/>
              <a:t> </a:t>
            </a:r>
            <a:r>
              <a:rPr lang="en-US" dirty="0" err="1"/>
              <a:t>elit</a:t>
            </a:r>
            <a:br>
              <a:rPr lang="en-US" dirty="0"/>
            </a:br>
            <a:r>
              <a:rPr lang="en-US" dirty="0"/>
              <a:t>sed diam </a:t>
            </a:r>
            <a:r>
              <a:rPr lang="en-US" dirty="0" err="1"/>
              <a:t>nonumy</a:t>
            </a:r>
            <a:r>
              <a:rPr lang="en-US" dirty="0"/>
              <a:t> </a:t>
            </a:r>
            <a:r>
              <a:rPr lang="en-US" dirty="0" err="1"/>
              <a:t>euis</a:t>
            </a:r>
            <a:r>
              <a:rPr lang="en-US" dirty="0"/>
              <a:t> mod</a:t>
            </a:r>
          </a:p>
        </p:txBody>
      </p:sp>
    </p:spTree>
    <p:extLst>
      <p:ext uri="{BB962C8B-B14F-4D97-AF65-F5344CB8AC3E}">
        <p14:creationId xmlns:p14="http://schemas.microsoft.com/office/powerpoint/2010/main" val="2503837000"/>
      </p:ext>
    </p:extLst>
  </p:cSld>
  <p:clrMapOvr>
    <a:masterClrMapping/>
  </p:clrMapOvr>
  <p:extLst>
    <p:ext uri="{DCECCB84-F9BA-43D5-87BE-67443E8EF086}">
      <p15:sldGuideLst xmlns:p15="http://schemas.microsoft.com/office/powerpoint/2012/main">
        <p15:guide id="1" pos="3840">
          <p15:clr>
            <a:srgbClr val="FBAE40"/>
          </p15:clr>
        </p15:guide>
        <p15:guide id="2" pos="523">
          <p15:clr>
            <a:srgbClr val="FBAE40"/>
          </p15:clr>
        </p15:guide>
        <p15:guide id="3" pos="869">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tent slide #22">
    <p:spTree>
      <p:nvGrpSpPr>
        <p:cNvPr id="1" name=""/>
        <p:cNvGrpSpPr/>
        <p:nvPr/>
      </p:nvGrpSpPr>
      <p:grpSpPr>
        <a:xfrm>
          <a:off x="0" y="0"/>
          <a:ext cx="0" cy="0"/>
          <a:chOff x="0" y="0"/>
          <a:chExt cx="0" cy="0"/>
        </a:xfrm>
      </p:grpSpPr>
      <p:pic>
        <p:nvPicPr>
          <p:cNvPr id="42" name="Grafik 41">
            <a:extLst>
              <a:ext uri="{FF2B5EF4-FFF2-40B4-BE49-F238E27FC236}">
                <a16:creationId xmlns:a16="http://schemas.microsoft.com/office/drawing/2014/main" id="{7F1627A7-9073-AA4B-B5CF-AA39DC1CBBC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878134" y="6191238"/>
            <a:ext cx="1531988" cy="117365"/>
          </a:xfrm>
          <a:prstGeom prst="rect">
            <a:avLst/>
          </a:prstGeom>
        </p:spPr>
      </p:pic>
      <p:sp>
        <p:nvSpPr>
          <p:cNvPr id="43" name="Textplatzhalter 4">
            <a:extLst>
              <a:ext uri="{FF2B5EF4-FFF2-40B4-BE49-F238E27FC236}">
                <a16:creationId xmlns:a16="http://schemas.microsoft.com/office/drawing/2014/main" id="{B533636E-8B53-8C40-A05D-8583880CEEF6}"/>
              </a:ext>
            </a:extLst>
          </p:cNvPr>
          <p:cNvSpPr>
            <a:spLocks noGrp="1"/>
          </p:cNvSpPr>
          <p:nvPr>
            <p:ph type="body" sz="quarter" idx="10" hasCustomPrompt="1"/>
          </p:nvPr>
        </p:nvSpPr>
        <p:spPr>
          <a:xfrm>
            <a:off x="713497" y="461098"/>
            <a:ext cx="10080000" cy="584775"/>
          </a:xfrm>
          <a:prstGeom prst="rect">
            <a:avLst/>
          </a:prstGeom>
        </p:spPr>
        <p:txBody>
          <a:bodyPr lIns="90000">
            <a:spAutoFit/>
          </a:bodyPr>
          <a:lstStyle>
            <a:lvl1pPr>
              <a:spcAft>
                <a:spcPts val="0"/>
              </a:spcAft>
              <a:defRPr sz="3200">
                <a:solidFill>
                  <a:schemeClr val="tx1"/>
                </a:solidFill>
              </a:defRPr>
            </a:lvl1pPr>
          </a:lstStyle>
          <a:p>
            <a:r>
              <a:rPr lang="en-US" sz="3200" dirty="0">
                <a:solidFill>
                  <a:srgbClr val="111111"/>
                </a:solidFill>
                <a:latin typeface="Arial" panose="020B0604020202020204" pitchFamily="34" charset="0"/>
                <a:cs typeface="Arial" panose="020B0604020202020204" pitchFamily="34" charset="0"/>
              </a:rPr>
              <a:t>One column text slide, 32 </a:t>
            </a:r>
            <a:r>
              <a:rPr lang="en-US" sz="3200" err="1">
                <a:solidFill>
                  <a:srgbClr val="111111"/>
                </a:solidFill>
                <a:latin typeface="Arial" panose="020B0604020202020204" pitchFamily="34" charset="0"/>
                <a:cs typeface="Arial" panose="020B0604020202020204" pitchFamily="34" charset="0"/>
              </a:rPr>
              <a:t>pt</a:t>
            </a:r>
            <a:r>
              <a:rPr lang="en-US" sz="3200">
                <a:solidFill>
                  <a:srgbClr val="111111"/>
                </a:solidFill>
                <a:latin typeface="Arial" panose="020B0604020202020204" pitchFamily="34" charset="0"/>
                <a:cs typeface="Arial" panose="020B0604020202020204" pitchFamily="34" charset="0"/>
              </a:rPr>
              <a:t> headline</a:t>
            </a:r>
            <a:endParaRPr lang="en-US" sz="3200" dirty="0">
              <a:solidFill>
                <a:srgbClr val="111111"/>
              </a:solidFill>
              <a:latin typeface="Arial" panose="020B0604020202020204" pitchFamily="34" charset="0"/>
              <a:cs typeface="Arial" panose="020B0604020202020204" pitchFamily="34" charset="0"/>
            </a:endParaRPr>
          </a:p>
        </p:txBody>
      </p:sp>
      <p:sp>
        <p:nvSpPr>
          <p:cNvPr id="10" name="Textplatzhalter 2">
            <a:extLst>
              <a:ext uri="{FF2B5EF4-FFF2-40B4-BE49-F238E27FC236}">
                <a16:creationId xmlns:a16="http://schemas.microsoft.com/office/drawing/2014/main" id="{45107FF4-EA8E-2045-9EF5-861096AA0DCA}"/>
              </a:ext>
            </a:extLst>
          </p:cNvPr>
          <p:cNvSpPr>
            <a:spLocks noGrp="1"/>
          </p:cNvSpPr>
          <p:nvPr>
            <p:ph type="body" sz="quarter" idx="15" hasCustomPrompt="1"/>
          </p:nvPr>
        </p:nvSpPr>
        <p:spPr>
          <a:xfrm>
            <a:off x="713497" y="1104680"/>
            <a:ext cx="9360000" cy="402291"/>
          </a:xfrm>
          <a:prstGeom prst="rect">
            <a:avLst/>
          </a:prstGeom>
        </p:spPr>
        <p:txBody>
          <a:bodyPr tIns="46800" rIns="90000" bIns="46800">
            <a:spAutoFit/>
          </a:bodyPr>
          <a:lstStyle>
            <a:lvl1pPr>
              <a:defRPr sz="2000"/>
            </a:lvl1pPr>
          </a:lstStyle>
          <a:p>
            <a:pPr lvl="0"/>
            <a:r>
              <a:rPr lang="en-US"/>
              <a:t>Subheadline 20 Pt Arial</a:t>
            </a:r>
            <a:endParaRPr lang="en-US" dirty="0"/>
          </a:p>
        </p:txBody>
      </p:sp>
      <p:sp>
        <p:nvSpPr>
          <p:cNvPr id="21" name="Tabellenplatzhalter 2">
            <a:extLst>
              <a:ext uri="{FF2B5EF4-FFF2-40B4-BE49-F238E27FC236}">
                <a16:creationId xmlns:a16="http://schemas.microsoft.com/office/drawing/2014/main" id="{D623D46F-32CC-6243-8670-A9CED87FA091}"/>
              </a:ext>
            </a:extLst>
          </p:cNvPr>
          <p:cNvSpPr>
            <a:spLocks noGrp="1"/>
          </p:cNvSpPr>
          <p:nvPr>
            <p:ph type="tbl" sz="quarter" idx="16"/>
          </p:nvPr>
        </p:nvSpPr>
        <p:spPr>
          <a:xfrm>
            <a:off x="830263" y="1990800"/>
            <a:ext cx="10278000" cy="745200"/>
          </a:xfrm>
          <a:prstGeom prst="rect">
            <a:avLst/>
          </a:prstGeom>
        </p:spPr>
        <p:txBody>
          <a:bodyPr/>
          <a:lstStyle/>
          <a:p>
            <a:endParaRPr lang="en-US" dirty="0"/>
          </a:p>
        </p:txBody>
      </p:sp>
      <p:sp>
        <p:nvSpPr>
          <p:cNvPr id="22" name="Tabellenplatzhalter 2">
            <a:extLst>
              <a:ext uri="{FF2B5EF4-FFF2-40B4-BE49-F238E27FC236}">
                <a16:creationId xmlns:a16="http://schemas.microsoft.com/office/drawing/2014/main" id="{DE8BB5FE-9D93-C44A-AAE7-1F975A620EE6}"/>
              </a:ext>
            </a:extLst>
          </p:cNvPr>
          <p:cNvSpPr>
            <a:spLocks noGrp="1"/>
          </p:cNvSpPr>
          <p:nvPr>
            <p:ph type="tbl" sz="quarter" idx="17"/>
          </p:nvPr>
        </p:nvSpPr>
        <p:spPr>
          <a:xfrm>
            <a:off x="830263" y="3103200"/>
            <a:ext cx="10278000" cy="1738800"/>
          </a:xfrm>
          <a:prstGeom prst="rect">
            <a:avLst/>
          </a:prstGeom>
        </p:spPr>
        <p:txBody>
          <a:bodyPr/>
          <a:lstStyle/>
          <a:p>
            <a:endParaRPr lang="en-US" dirty="0"/>
          </a:p>
        </p:txBody>
      </p:sp>
    </p:spTree>
    <p:extLst>
      <p:ext uri="{BB962C8B-B14F-4D97-AF65-F5344CB8AC3E}">
        <p14:creationId xmlns:p14="http://schemas.microsoft.com/office/powerpoint/2010/main" val="2308127994"/>
      </p:ext>
    </p:extLst>
  </p:cSld>
  <p:clrMapOvr>
    <a:masterClrMapping/>
  </p:clrMapOvr>
  <p:extLst>
    <p:ext uri="{DCECCB84-F9BA-43D5-87BE-67443E8EF086}">
      <p15:sldGuideLst xmlns:p15="http://schemas.microsoft.com/office/powerpoint/2012/main">
        <p15:guide id="1" pos="3840">
          <p15:clr>
            <a:srgbClr val="FBAE40"/>
          </p15:clr>
        </p15:guide>
        <p15:guide id="2" pos="523">
          <p15:clr>
            <a:srgbClr val="FBAE40"/>
          </p15:clr>
        </p15:guide>
        <p15:guide id="3" pos="869">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ntent slide #23">
    <p:spTree>
      <p:nvGrpSpPr>
        <p:cNvPr id="1" name=""/>
        <p:cNvGrpSpPr/>
        <p:nvPr/>
      </p:nvGrpSpPr>
      <p:grpSpPr>
        <a:xfrm>
          <a:off x="0" y="0"/>
          <a:ext cx="0" cy="0"/>
          <a:chOff x="0" y="0"/>
          <a:chExt cx="0" cy="0"/>
        </a:xfrm>
      </p:grpSpPr>
      <p:sp>
        <p:nvSpPr>
          <p:cNvPr id="16" name="Bildplatzhalter 19">
            <a:extLst>
              <a:ext uri="{FF2B5EF4-FFF2-40B4-BE49-F238E27FC236}">
                <a16:creationId xmlns:a16="http://schemas.microsoft.com/office/drawing/2014/main" id="{A914E362-0FB7-524B-BF27-5EFA611F5579}"/>
              </a:ext>
            </a:extLst>
          </p:cNvPr>
          <p:cNvSpPr>
            <a:spLocks noGrp="1" noChangeAspect="1"/>
          </p:cNvSpPr>
          <p:nvPr>
            <p:ph type="pic" sz="quarter" idx="30"/>
          </p:nvPr>
        </p:nvSpPr>
        <p:spPr>
          <a:xfrm>
            <a:off x="1504800" y="2125778"/>
            <a:ext cx="1897199" cy="1896808"/>
          </a:xfrm>
          <a:prstGeom prst="ellipse">
            <a:avLst/>
          </a:prstGeom>
          <a:pattFill prst="wdDnDiag">
            <a:fgClr>
              <a:schemeClr val="bg1">
                <a:lumMod val="85000"/>
              </a:schemeClr>
            </a:fgClr>
            <a:bgClr>
              <a:schemeClr val="bg1"/>
            </a:bgClr>
          </a:pattFill>
        </p:spPr>
        <p:txBody>
          <a:bodyPr/>
          <a:lstStyle>
            <a:lvl1pPr>
              <a:defRPr b="0"/>
            </a:lvl1pPr>
          </a:lstStyle>
          <a:p>
            <a:endParaRPr lang="en-US" noProof="0"/>
          </a:p>
        </p:txBody>
      </p:sp>
      <p:pic>
        <p:nvPicPr>
          <p:cNvPr id="42" name="Grafik 41">
            <a:extLst>
              <a:ext uri="{FF2B5EF4-FFF2-40B4-BE49-F238E27FC236}">
                <a16:creationId xmlns:a16="http://schemas.microsoft.com/office/drawing/2014/main" id="{7F1627A7-9073-AA4B-B5CF-AA39DC1CBBC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878134" y="6191238"/>
            <a:ext cx="1531988" cy="117365"/>
          </a:xfrm>
          <a:prstGeom prst="rect">
            <a:avLst/>
          </a:prstGeom>
        </p:spPr>
      </p:pic>
      <p:sp>
        <p:nvSpPr>
          <p:cNvPr id="43" name="Textplatzhalter 4">
            <a:extLst>
              <a:ext uri="{FF2B5EF4-FFF2-40B4-BE49-F238E27FC236}">
                <a16:creationId xmlns:a16="http://schemas.microsoft.com/office/drawing/2014/main" id="{B533636E-8B53-8C40-A05D-8583880CEEF6}"/>
              </a:ext>
            </a:extLst>
          </p:cNvPr>
          <p:cNvSpPr>
            <a:spLocks noGrp="1"/>
          </p:cNvSpPr>
          <p:nvPr>
            <p:ph type="body" sz="quarter" idx="10" hasCustomPrompt="1"/>
          </p:nvPr>
        </p:nvSpPr>
        <p:spPr>
          <a:xfrm>
            <a:off x="713497" y="461098"/>
            <a:ext cx="10080000" cy="584775"/>
          </a:xfrm>
          <a:prstGeom prst="rect">
            <a:avLst/>
          </a:prstGeom>
        </p:spPr>
        <p:txBody>
          <a:bodyPr lIns="90000">
            <a:spAutoFit/>
          </a:bodyPr>
          <a:lstStyle>
            <a:lvl1pPr>
              <a:spcAft>
                <a:spcPts val="0"/>
              </a:spcAft>
              <a:defRPr sz="3200">
                <a:solidFill>
                  <a:schemeClr val="tx1"/>
                </a:solidFill>
              </a:defRPr>
            </a:lvl1pPr>
          </a:lstStyle>
          <a:p>
            <a:r>
              <a:rPr lang="en-US" sz="3200" noProof="0">
                <a:solidFill>
                  <a:srgbClr val="111111"/>
                </a:solidFill>
                <a:latin typeface="Arial" panose="020B0604020202020204" pitchFamily="34" charset="0"/>
                <a:cs typeface="Arial" panose="020B0604020202020204" pitchFamily="34" charset="0"/>
              </a:rPr>
              <a:t>Team slide, 32 pt headline</a:t>
            </a:r>
          </a:p>
        </p:txBody>
      </p:sp>
      <p:sp>
        <p:nvSpPr>
          <p:cNvPr id="35" name="Textplatzhalter 2">
            <a:extLst>
              <a:ext uri="{FF2B5EF4-FFF2-40B4-BE49-F238E27FC236}">
                <a16:creationId xmlns:a16="http://schemas.microsoft.com/office/drawing/2014/main" id="{65A687BF-42FB-DB42-A7A1-47BF39A192A6}"/>
              </a:ext>
            </a:extLst>
          </p:cNvPr>
          <p:cNvSpPr>
            <a:spLocks noGrp="1"/>
          </p:cNvSpPr>
          <p:nvPr>
            <p:ph type="body" sz="quarter" idx="15" hasCustomPrompt="1"/>
          </p:nvPr>
        </p:nvSpPr>
        <p:spPr>
          <a:xfrm>
            <a:off x="1504800" y="4212000"/>
            <a:ext cx="1897199" cy="307777"/>
          </a:xfrm>
          <a:prstGeom prst="rect">
            <a:avLst/>
          </a:prstGeom>
        </p:spPr>
        <p:txBody>
          <a:bodyPr>
            <a:spAutoFit/>
          </a:bodyPr>
          <a:lstStyle>
            <a:lvl1pPr algn="ctr">
              <a:spcAft>
                <a:spcPts val="0"/>
              </a:spcAft>
              <a:defRPr/>
            </a:lvl1pPr>
          </a:lstStyle>
          <a:p>
            <a:pPr lvl="0"/>
            <a:r>
              <a:rPr lang="en-US" noProof="0" dirty="0"/>
              <a:t>Full Name</a:t>
            </a:r>
          </a:p>
        </p:txBody>
      </p:sp>
      <p:sp>
        <p:nvSpPr>
          <p:cNvPr id="36" name="Textplatzhalter 2">
            <a:extLst>
              <a:ext uri="{FF2B5EF4-FFF2-40B4-BE49-F238E27FC236}">
                <a16:creationId xmlns:a16="http://schemas.microsoft.com/office/drawing/2014/main" id="{5AD2192B-DA21-4F42-B84D-F2E101D611DD}"/>
              </a:ext>
            </a:extLst>
          </p:cNvPr>
          <p:cNvSpPr>
            <a:spLocks noGrp="1"/>
          </p:cNvSpPr>
          <p:nvPr>
            <p:ph type="body" sz="quarter" idx="16" hasCustomPrompt="1"/>
          </p:nvPr>
        </p:nvSpPr>
        <p:spPr>
          <a:xfrm>
            <a:off x="1504800" y="4600800"/>
            <a:ext cx="1897199" cy="400110"/>
          </a:xfrm>
          <a:prstGeom prst="rect">
            <a:avLst/>
          </a:prstGeom>
        </p:spPr>
        <p:txBody>
          <a:bodyPr>
            <a:spAutoFit/>
          </a:bodyPr>
          <a:lstStyle>
            <a:lvl1pPr algn="ctr">
              <a:spcAft>
                <a:spcPts val="0"/>
              </a:spcAft>
              <a:defRPr sz="1000"/>
            </a:lvl1pPr>
          </a:lstStyle>
          <a:p>
            <a:pPr lvl="0"/>
            <a:r>
              <a:rPr lang="en-US" noProof="0" dirty="0"/>
              <a:t> Job title</a:t>
            </a:r>
          </a:p>
          <a:p>
            <a:pPr lvl="0"/>
            <a:r>
              <a:rPr lang="en-US" noProof="0" dirty="0"/>
              <a:t>Business unit</a:t>
            </a:r>
          </a:p>
        </p:txBody>
      </p:sp>
      <p:sp>
        <p:nvSpPr>
          <p:cNvPr id="81" name="Bildplatzhalter 19">
            <a:extLst>
              <a:ext uri="{FF2B5EF4-FFF2-40B4-BE49-F238E27FC236}">
                <a16:creationId xmlns:a16="http://schemas.microsoft.com/office/drawing/2014/main" id="{BFE2B42F-DF74-D240-B609-5DD0979A4649}"/>
              </a:ext>
            </a:extLst>
          </p:cNvPr>
          <p:cNvSpPr>
            <a:spLocks noGrp="1" noChangeAspect="1"/>
          </p:cNvSpPr>
          <p:nvPr>
            <p:ph type="pic" sz="quarter" idx="17"/>
          </p:nvPr>
        </p:nvSpPr>
        <p:spPr>
          <a:xfrm>
            <a:off x="3928358" y="2125778"/>
            <a:ext cx="1897199" cy="1896808"/>
          </a:xfrm>
          <a:prstGeom prst="ellipse">
            <a:avLst/>
          </a:prstGeom>
          <a:pattFill prst="wdDnDiag">
            <a:fgClr>
              <a:schemeClr val="bg1">
                <a:lumMod val="85000"/>
              </a:schemeClr>
            </a:fgClr>
            <a:bgClr>
              <a:schemeClr val="bg1"/>
            </a:bgClr>
          </a:pattFill>
        </p:spPr>
        <p:txBody>
          <a:bodyPr/>
          <a:lstStyle>
            <a:lvl1pPr>
              <a:defRPr b="0"/>
            </a:lvl1pPr>
          </a:lstStyle>
          <a:p>
            <a:endParaRPr lang="en-US" noProof="0"/>
          </a:p>
        </p:txBody>
      </p:sp>
      <p:sp>
        <p:nvSpPr>
          <p:cNvPr id="83" name="Bildplatzhalter 19">
            <a:extLst>
              <a:ext uri="{FF2B5EF4-FFF2-40B4-BE49-F238E27FC236}">
                <a16:creationId xmlns:a16="http://schemas.microsoft.com/office/drawing/2014/main" id="{B0BD4405-D2E9-884E-8829-68B423CBC920}"/>
              </a:ext>
            </a:extLst>
          </p:cNvPr>
          <p:cNvSpPr>
            <a:spLocks noGrp="1" noChangeAspect="1"/>
          </p:cNvSpPr>
          <p:nvPr>
            <p:ph type="pic" sz="quarter" idx="23"/>
          </p:nvPr>
        </p:nvSpPr>
        <p:spPr>
          <a:xfrm>
            <a:off x="8775662" y="2125778"/>
            <a:ext cx="1897199" cy="1896808"/>
          </a:xfrm>
          <a:prstGeom prst="ellipse">
            <a:avLst/>
          </a:prstGeom>
          <a:pattFill prst="wdDnDiag">
            <a:fgClr>
              <a:schemeClr val="bg1">
                <a:lumMod val="85000"/>
              </a:schemeClr>
            </a:fgClr>
            <a:bgClr>
              <a:schemeClr val="bg1"/>
            </a:bgClr>
          </a:pattFill>
        </p:spPr>
        <p:txBody>
          <a:bodyPr/>
          <a:lstStyle>
            <a:lvl1pPr>
              <a:defRPr b="0"/>
            </a:lvl1pPr>
          </a:lstStyle>
          <a:p>
            <a:endParaRPr lang="en-US" noProof="0"/>
          </a:p>
        </p:txBody>
      </p:sp>
      <p:sp>
        <p:nvSpPr>
          <p:cNvPr id="84" name="Textplatzhalter 2">
            <a:extLst>
              <a:ext uri="{FF2B5EF4-FFF2-40B4-BE49-F238E27FC236}">
                <a16:creationId xmlns:a16="http://schemas.microsoft.com/office/drawing/2014/main" id="{7EBF85A6-6395-5144-8919-524B3F4D4020}"/>
              </a:ext>
            </a:extLst>
          </p:cNvPr>
          <p:cNvSpPr>
            <a:spLocks noGrp="1"/>
          </p:cNvSpPr>
          <p:nvPr>
            <p:ph type="body" sz="quarter" idx="24" hasCustomPrompt="1"/>
          </p:nvPr>
        </p:nvSpPr>
        <p:spPr>
          <a:xfrm>
            <a:off x="3928800" y="4212000"/>
            <a:ext cx="1897199" cy="307777"/>
          </a:xfrm>
          <a:prstGeom prst="rect">
            <a:avLst/>
          </a:prstGeom>
        </p:spPr>
        <p:txBody>
          <a:bodyPr>
            <a:spAutoFit/>
          </a:bodyPr>
          <a:lstStyle>
            <a:lvl1pPr algn="ctr">
              <a:spcAft>
                <a:spcPts val="0"/>
              </a:spcAft>
              <a:defRPr/>
            </a:lvl1pPr>
          </a:lstStyle>
          <a:p>
            <a:pPr lvl="0"/>
            <a:r>
              <a:rPr lang="en-US" noProof="0"/>
              <a:t>Full Name</a:t>
            </a:r>
          </a:p>
        </p:txBody>
      </p:sp>
      <p:sp>
        <p:nvSpPr>
          <p:cNvPr id="85" name="Textplatzhalter 2">
            <a:extLst>
              <a:ext uri="{FF2B5EF4-FFF2-40B4-BE49-F238E27FC236}">
                <a16:creationId xmlns:a16="http://schemas.microsoft.com/office/drawing/2014/main" id="{7B8216BE-DFE1-F245-8DAB-A7F687DA76D5}"/>
              </a:ext>
            </a:extLst>
          </p:cNvPr>
          <p:cNvSpPr>
            <a:spLocks noGrp="1"/>
          </p:cNvSpPr>
          <p:nvPr>
            <p:ph type="body" sz="quarter" idx="25" hasCustomPrompt="1"/>
          </p:nvPr>
        </p:nvSpPr>
        <p:spPr>
          <a:xfrm>
            <a:off x="3928800" y="4600800"/>
            <a:ext cx="1897199" cy="400110"/>
          </a:xfrm>
          <a:prstGeom prst="rect">
            <a:avLst/>
          </a:prstGeom>
        </p:spPr>
        <p:txBody>
          <a:bodyPr>
            <a:spAutoFit/>
          </a:bodyPr>
          <a:lstStyle>
            <a:lvl1pPr algn="ctr">
              <a:spcAft>
                <a:spcPts val="0"/>
              </a:spcAft>
              <a:defRPr sz="1000"/>
            </a:lvl1pPr>
          </a:lstStyle>
          <a:p>
            <a:pPr lvl="0"/>
            <a:r>
              <a:rPr lang="en-US" noProof="0"/>
              <a:t> Job title</a:t>
            </a:r>
          </a:p>
          <a:p>
            <a:pPr lvl="0"/>
            <a:r>
              <a:rPr lang="en-US" noProof="0"/>
              <a:t>Business unit</a:t>
            </a:r>
          </a:p>
        </p:txBody>
      </p:sp>
      <p:sp>
        <p:nvSpPr>
          <p:cNvPr id="86" name="Textplatzhalter 2">
            <a:extLst>
              <a:ext uri="{FF2B5EF4-FFF2-40B4-BE49-F238E27FC236}">
                <a16:creationId xmlns:a16="http://schemas.microsoft.com/office/drawing/2014/main" id="{3B98CE37-0D14-174B-88BA-6C6F772869B1}"/>
              </a:ext>
            </a:extLst>
          </p:cNvPr>
          <p:cNvSpPr>
            <a:spLocks noGrp="1"/>
          </p:cNvSpPr>
          <p:nvPr>
            <p:ph type="body" sz="quarter" idx="26" hasCustomPrompt="1"/>
          </p:nvPr>
        </p:nvSpPr>
        <p:spPr>
          <a:xfrm>
            <a:off x="6352800" y="4212000"/>
            <a:ext cx="1897199" cy="307777"/>
          </a:xfrm>
          <a:prstGeom prst="rect">
            <a:avLst/>
          </a:prstGeom>
        </p:spPr>
        <p:txBody>
          <a:bodyPr>
            <a:spAutoFit/>
          </a:bodyPr>
          <a:lstStyle>
            <a:lvl1pPr algn="ctr">
              <a:spcAft>
                <a:spcPts val="0"/>
              </a:spcAft>
              <a:defRPr/>
            </a:lvl1pPr>
          </a:lstStyle>
          <a:p>
            <a:pPr lvl="0"/>
            <a:r>
              <a:rPr lang="en-US" noProof="0"/>
              <a:t>Full Name</a:t>
            </a:r>
          </a:p>
        </p:txBody>
      </p:sp>
      <p:sp>
        <p:nvSpPr>
          <p:cNvPr id="87" name="Textplatzhalter 2">
            <a:extLst>
              <a:ext uri="{FF2B5EF4-FFF2-40B4-BE49-F238E27FC236}">
                <a16:creationId xmlns:a16="http://schemas.microsoft.com/office/drawing/2014/main" id="{887D109F-80AE-9D44-BA2E-4E06ECA60A48}"/>
              </a:ext>
            </a:extLst>
          </p:cNvPr>
          <p:cNvSpPr>
            <a:spLocks noGrp="1"/>
          </p:cNvSpPr>
          <p:nvPr>
            <p:ph type="body" sz="quarter" idx="27" hasCustomPrompt="1"/>
          </p:nvPr>
        </p:nvSpPr>
        <p:spPr>
          <a:xfrm>
            <a:off x="6352800" y="4600800"/>
            <a:ext cx="1897199" cy="400110"/>
          </a:xfrm>
          <a:prstGeom prst="rect">
            <a:avLst/>
          </a:prstGeom>
        </p:spPr>
        <p:txBody>
          <a:bodyPr>
            <a:spAutoFit/>
          </a:bodyPr>
          <a:lstStyle>
            <a:lvl1pPr algn="ctr">
              <a:spcAft>
                <a:spcPts val="0"/>
              </a:spcAft>
              <a:defRPr sz="1000"/>
            </a:lvl1pPr>
          </a:lstStyle>
          <a:p>
            <a:pPr lvl="0"/>
            <a:r>
              <a:rPr lang="en-US" noProof="0" dirty="0"/>
              <a:t> Job title</a:t>
            </a:r>
          </a:p>
          <a:p>
            <a:pPr lvl="0"/>
            <a:r>
              <a:rPr lang="en-US" noProof="0" dirty="0"/>
              <a:t>Business unit</a:t>
            </a:r>
          </a:p>
        </p:txBody>
      </p:sp>
      <p:sp>
        <p:nvSpPr>
          <p:cNvPr id="88" name="Textplatzhalter 2">
            <a:extLst>
              <a:ext uri="{FF2B5EF4-FFF2-40B4-BE49-F238E27FC236}">
                <a16:creationId xmlns:a16="http://schemas.microsoft.com/office/drawing/2014/main" id="{20728A3F-54C8-7A4E-8383-30CD4F7C574F}"/>
              </a:ext>
            </a:extLst>
          </p:cNvPr>
          <p:cNvSpPr>
            <a:spLocks noGrp="1"/>
          </p:cNvSpPr>
          <p:nvPr>
            <p:ph type="body" sz="quarter" idx="28" hasCustomPrompt="1"/>
          </p:nvPr>
        </p:nvSpPr>
        <p:spPr>
          <a:xfrm>
            <a:off x="8776800" y="4212000"/>
            <a:ext cx="1897199" cy="307777"/>
          </a:xfrm>
          <a:prstGeom prst="rect">
            <a:avLst/>
          </a:prstGeom>
        </p:spPr>
        <p:txBody>
          <a:bodyPr>
            <a:spAutoFit/>
          </a:bodyPr>
          <a:lstStyle>
            <a:lvl1pPr algn="ctr">
              <a:spcAft>
                <a:spcPts val="0"/>
              </a:spcAft>
              <a:defRPr/>
            </a:lvl1pPr>
          </a:lstStyle>
          <a:p>
            <a:pPr lvl="0"/>
            <a:r>
              <a:rPr lang="en-US" noProof="0"/>
              <a:t>Full Name</a:t>
            </a:r>
          </a:p>
        </p:txBody>
      </p:sp>
      <p:sp>
        <p:nvSpPr>
          <p:cNvPr id="89" name="Textplatzhalter 2">
            <a:extLst>
              <a:ext uri="{FF2B5EF4-FFF2-40B4-BE49-F238E27FC236}">
                <a16:creationId xmlns:a16="http://schemas.microsoft.com/office/drawing/2014/main" id="{ACDD33F2-49A5-F04F-9198-C2D8D60698B0}"/>
              </a:ext>
            </a:extLst>
          </p:cNvPr>
          <p:cNvSpPr>
            <a:spLocks noGrp="1"/>
          </p:cNvSpPr>
          <p:nvPr>
            <p:ph type="body" sz="quarter" idx="29" hasCustomPrompt="1"/>
          </p:nvPr>
        </p:nvSpPr>
        <p:spPr>
          <a:xfrm>
            <a:off x="8776800" y="4600800"/>
            <a:ext cx="1897199" cy="400110"/>
          </a:xfrm>
          <a:prstGeom prst="rect">
            <a:avLst/>
          </a:prstGeom>
        </p:spPr>
        <p:txBody>
          <a:bodyPr>
            <a:spAutoFit/>
          </a:bodyPr>
          <a:lstStyle>
            <a:lvl1pPr algn="ctr">
              <a:spcAft>
                <a:spcPts val="0"/>
              </a:spcAft>
              <a:defRPr sz="1000"/>
            </a:lvl1pPr>
          </a:lstStyle>
          <a:p>
            <a:pPr lvl="0"/>
            <a:r>
              <a:rPr lang="en-US" noProof="0"/>
              <a:t> Job title</a:t>
            </a:r>
          </a:p>
          <a:p>
            <a:pPr lvl="0"/>
            <a:r>
              <a:rPr lang="en-US" noProof="0"/>
              <a:t>Business unit</a:t>
            </a:r>
          </a:p>
        </p:txBody>
      </p:sp>
      <p:sp>
        <p:nvSpPr>
          <p:cNvPr id="17" name="Bildplatzhalter 19">
            <a:extLst>
              <a:ext uri="{FF2B5EF4-FFF2-40B4-BE49-F238E27FC236}">
                <a16:creationId xmlns:a16="http://schemas.microsoft.com/office/drawing/2014/main" id="{27D8B4E8-1540-4A49-A956-EE33197F1885}"/>
              </a:ext>
            </a:extLst>
          </p:cNvPr>
          <p:cNvSpPr>
            <a:spLocks noGrp="1" noChangeAspect="1"/>
          </p:cNvSpPr>
          <p:nvPr>
            <p:ph type="pic" sz="quarter" idx="31"/>
          </p:nvPr>
        </p:nvSpPr>
        <p:spPr>
          <a:xfrm>
            <a:off x="6350400" y="2124000"/>
            <a:ext cx="1897199" cy="1896808"/>
          </a:xfrm>
          <a:prstGeom prst="ellipse">
            <a:avLst/>
          </a:prstGeom>
          <a:pattFill prst="wdDnDiag">
            <a:fgClr>
              <a:schemeClr val="bg1">
                <a:lumMod val="85000"/>
              </a:schemeClr>
            </a:fgClr>
            <a:bgClr>
              <a:schemeClr val="bg1"/>
            </a:bgClr>
          </a:pattFill>
        </p:spPr>
        <p:txBody>
          <a:bodyPr/>
          <a:lstStyle>
            <a:lvl1pPr>
              <a:defRPr b="0"/>
            </a:lvl1pPr>
          </a:lstStyle>
          <a:p>
            <a:endParaRPr lang="en-US" noProof="0"/>
          </a:p>
        </p:txBody>
      </p:sp>
    </p:spTree>
    <p:extLst>
      <p:ext uri="{BB962C8B-B14F-4D97-AF65-F5344CB8AC3E}">
        <p14:creationId xmlns:p14="http://schemas.microsoft.com/office/powerpoint/2010/main" val="3982414789"/>
      </p:ext>
    </p:extLst>
  </p:cSld>
  <p:clrMapOvr>
    <a:masterClrMapping/>
  </p:clrMapOvr>
  <p:extLst>
    <p:ext uri="{DCECCB84-F9BA-43D5-87BE-67443E8EF086}">
      <p15:sldGuideLst xmlns:p15="http://schemas.microsoft.com/office/powerpoint/2012/main">
        <p15:guide id="1" pos="3840">
          <p15:clr>
            <a:srgbClr val="FBAE40"/>
          </p15:clr>
        </p15:guide>
        <p15:guide id="2" pos="523">
          <p15:clr>
            <a:srgbClr val="FBAE40"/>
          </p15:clr>
        </p15:guide>
        <p15:guide id="3" pos="869">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ntent slide #24">
    <p:spTree>
      <p:nvGrpSpPr>
        <p:cNvPr id="1" name=""/>
        <p:cNvGrpSpPr/>
        <p:nvPr/>
      </p:nvGrpSpPr>
      <p:grpSpPr>
        <a:xfrm>
          <a:off x="0" y="0"/>
          <a:ext cx="0" cy="0"/>
          <a:chOff x="0" y="0"/>
          <a:chExt cx="0" cy="0"/>
        </a:xfrm>
      </p:grpSpPr>
      <p:sp>
        <p:nvSpPr>
          <p:cNvPr id="41" name="Bildplatzhalter 19">
            <a:extLst>
              <a:ext uri="{FF2B5EF4-FFF2-40B4-BE49-F238E27FC236}">
                <a16:creationId xmlns:a16="http://schemas.microsoft.com/office/drawing/2014/main" id="{5725EDC1-36BD-9D4E-9D0F-14AD0DBC5F76}"/>
              </a:ext>
            </a:extLst>
          </p:cNvPr>
          <p:cNvSpPr>
            <a:spLocks noGrp="1" noChangeAspect="1"/>
          </p:cNvSpPr>
          <p:nvPr>
            <p:ph type="pic" sz="quarter" idx="49"/>
          </p:nvPr>
        </p:nvSpPr>
        <p:spPr>
          <a:xfrm>
            <a:off x="6318000" y="2279686"/>
            <a:ext cx="1397088" cy="1396800"/>
          </a:xfrm>
          <a:prstGeom prst="ellipse">
            <a:avLst/>
          </a:prstGeom>
          <a:pattFill prst="wdDnDiag">
            <a:fgClr>
              <a:schemeClr val="bg1">
                <a:lumMod val="85000"/>
              </a:schemeClr>
            </a:fgClr>
            <a:bgClr>
              <a:schemeClr val="bg1"/>
            </a:bgClr>
          </a:pattFill>
        </p:spPr>
        <p:txBody>
          <a:bodyPr/>
          <a:lstStyle>
            <a:lvl1pPr>
              <a:defRPr sz="1200" b="0"/>
            </a:lvl1pPr>
          </a:lstStyle>
          <a:p>
            <a:endParaRPr lang="en-US" noProof="0"/>
          </a:p>
        </p:txBody>
      </p:sp>
      <p:sp>
        <p:nvSpPr>
          <p:cNvPr id="40" name="Bildplatzhalter 19">
            <a:extLst>
              <a:ext uri="{FF2B5EF4-FFF2-40B4-BE49-F238E27FC236}">
                <a16:creationId xmlns:a16="http://schemas.microsoft.com/office/drawing/2014/main" id="{B009C836-29E4-A74F-A130-E5654A7D4372}"/>
              </a:ext>
            </a:extLst>
          </p:cNvPr>
          <p:cNvSpPr>
            <a:spLocks noGrp="1" noChangeAspect="1"/>
          </p:cNvSpPr>
          <p:nvPr>
            <p:ph type="pic" sz="quarter" idx="48"/>
          </p:nvPr>
        </p:nvSpPr>
        <p:spPr>
          <a:xfrm>
            <a:off x="4492800" y="2279686"/>
            <a:ext cx="1397088" cy="1396800"/>
          </a:xfrm>
          <a:prstGeom prst="ellipse">
            <a:avLst/>
          </a:prstGeom>
          <a:pattFill prst="wdDnDiag">
            <a:fgClr>
              <a:schemeClr val="bg1">
                <a:lumMod val="85000"/>
              </a:schemeClr>
            </a:fgClr>
            <a:bgClr>
              <a:schemeClr val="bg1"/>
            </a:bgClr>
          </a:pattFill>
        </p:spPr>
        <p:txBody>
          <a:bodyPr/>
          <a:lstStyle>
            <a:lvl1pPr>
              <a:defRPr sz="1200" b="0"/>
            </a:lvl1pPr>
          </a:lstStyle>
          <a:p>
            <a:endParaRPr lang="en-US" noProof="0"/>
          </a:p>
        </p:txBody>
      </p:sp>
      <p:sp>
        <p:nvSpPr>
          <p:cNvPr id="36" name="Bildplatzhalter 19">
            <a:extLst>
              <a:ext uri="{FF2B5EF4-FFF2-40B4-BE49-F238E27FC236}">
                <a16:creationId xmlns:a16="http://schemas.microsoft.com/office/drawing/2014/main" id="{C3BFE6C3-0421-124E-A6DE-18B2E2993747}"/>
              </a:ext>
            </a:extLst>
          </p:cNvPr>
          <p:cNvSpPr>
            <a:spLocks noGrp="1" noChangeAspect="1"/>
          </p:cNvSpPr>
          <p:nvPr>
            <p:ph type="pic" sz="quarter" idx="47"/>
          </p:nvPr>
        </p:nvSpPr>
        <p:spPr>
          <a:xfrm>
            <a:off x="9968400" y="2278800"/>
            <a:ext cx="1397088" cy="1396800"/>
          </a:xfrm>
          <a:prstGeom prst="ellipse">
            <a:avLst/>
          </a:prstGeom>
          <a:pattFill prst="wdDnDiag">
            <a:fgClr>
              <a:schemeClr val="bg1">
                <a:lumMod val="85000"/>
              </a:schemeClr>
            </a:fgClr>
            <a:bgClr>
              <a:schemeClr val="bg1"/>
            </a:bgClr>
          </a:pattFill>
        </p:spPr>
        <p:txBody>
          <a:bodyPr/>
          <a:lstStyle>
            <a:lvl1pPr>
              <a:defRPr sz="1200" b="0"/>
            </a:lvl1pPr>
          </a:lstStyle>
          <a:p>
            <a:endParaRPr lang="en-US" noProof="0"/>
          </a:p>
        </p:txBody>
      </p:sp>
      <p:sp>
        <p:nvSpPr>
          <p:cNvPr id="35" name="Bildplatzhalter 19">
            <a:extLst>
              <a:ext uri="{FF2B5EF4-FFF2-40B4-BE49-F238E27FC236}">
                <a16:creationId xmlns:a16="http://schemas.microsoft.com/office/drawing/2014/main" id="{F0EE7A80-4E59-9143-B34A-76EE0FCA3E4A}"/>
              </a:ext>
            </a:extLst>
          </p:cNvPr>
          <p:cNvSpPr>
            <a:spLocks noGrp="1" noChangeAspect="1"/>
          </p:cNvSpPr>
          <p:nvPr>
            <p:ph type="pic" sz="quarter" idx="46"/>
          </p:nvPr>
        </p:nvSpPr>
        <p:spPr>
          <a:xfrm>
            <a:off x="842400" y="2279686"/>
            <a:ext cx="1397088" cy="1396800"/>
          </a:xfrm>
          <a:prstGeom prst="ellipse">
            <a:avLst/>
          </a:prstGeom>
          <a:pattFill prst="wdDnDiag">
            <a:fgClr>
              <a:schemeClr val="bg1">
                <a:lumMod val="85000"/>
              </a:schemeClr>
            </a:fgClr>
            <a:bgClr>
              <a:schemeClr val="bg1"/>
            </a:bgClr>
          </a:pattFill>
        </p:spPr>
        <p:txBody>
          <a:bodyPr/>
          <a:lstStyle>
            <a:lvl1pPr>
              <a:defRPr sz="1200" b="0"/>
            </a:lvl1pPr>
          </a:lstStyle>
          <a:p>
            <a:endParaRPr lang="en-US" noProof="0"/>
          </a:p>
        </p:txBody>
      </p:sp>
      <p:pic>
        <p:nvPicPr>
          <p:cNvPr id="42" name="Grafik 41">
            <a:extLst>
              <a:ext uri="{FF2B5EF4-FFF2-40B4-BE49-F238E27FC236}">
                <a16:creationId xmlns:a16="http://schemas.microsoft.com/office/drawing/2014/main" id="{7F1627A7-9073-AA4B-B5CF-AA39DC1CBBC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878134" y="6191238"/>
            <a:ext cx="1531988" cy="117365"/>
          </a:xfrm>
          <a:prstGeom prst="rect">
            <a:avLst/>
          </a:prstGeom>
        </p:spPr>
      </p:pic>
      <p:sp>
        <p:nvSpPr>
          <p:cNvPr id="43" name="Textplatzhalter 4">
            <a:extLst>
              <a:ext uri="{FF2B5EF4-FFF2-40B4-BE49-F238E27FC236}">
                <a16:creationId xmlns:a16="http://schemas.microsoft.com/office/drawing/2014/main" id="{B533636E-8B53-8C40-A05D-8583880CEEF6}"/>
              </a:ext>
            </a:extLst>
          </p:cNvPr>
          <p:cNvSpPr>
            <a:spLocks noGrp="1"/>
          </p:cNvSpPr>
          <p:nvPr>
            <p:ph type="body" sz="quarter" idx="10" hasCustomPrompt="1"/>
          </p:nvPr>
        </p:nvSpPr>
        <p:spPr>
          <a:xfrm>
            <a:off x="713497" y="461098"/>
            <a:ext cx="10080000" cy="584775"/>
          </a:xfrm>
          <a:prstGeom prst="rect">
            <a:avLst/>
          </a:prstGeom>
        </p:spPr>
        <p:txBody>
          <a:bodyPr lIns="90000">
            <a:spAutoFit/>
          </a:bodyPr>
          <a:lstStyle>
            <a:lvl1pPr>
              <a:spcAft>
                <a:spcPts val="0"/>
              </a:spcAft>
              <a:defRPr sz="3200">
                <a:solidFill>
                  <a:schemeClr val="tx1"/>
                </a:solidFill>
              </a:defRPr>
            </a:lvl1pPr>
          </a:lstStyle>
          <a:p>
            <a:r>
              <a:rPr lang="en-US" sz="3200" noProof="0">
                <a:solidFill>
                  <a:srgbClr val="111111"/>
                </a:solidFill>
                <a:latin typeface="Arial" panose="020B0604020202020204" pitchFamily="34" charset="0"/>
                <a:cs typeface="Arial" panose="020B0604020202020204" pitchFamily="34" charset="0"/>
              </a:rPr>
              <a:t>Team slide, 32 pt headline</a:t>
            </a:r>
          </a:p>
        </p:txBody>
      </p:sp>
      <p:sp>
        <p:nvSpPr>
          <p:cNvPr id="21" name="Textplatzhalter 2">
            <a:extLst>
              <a:ext uri="{FF2B5EF4-FFF2-40B4-BE49-F238E27FC236}">
                <a16:creationId xmlns:a16="http://schemas.microsoft.com/office/drawing/2014/main" id="{09EBF9A6-1ABB-1E4A-8A28-1521F4FBDEA7}"/>
              </a:ext>
            </a:extLst>
          </p:cNvPr>
          <p:cNvSpPr>
            <a:spLocks noGrp="1"/>
          </p:cNvSpPr>
          <p:nvPr>
            <p:ph type="body" sz="quarter" idx="15" hasCustomPrompt="1"/>
          </p:nvPr>
        </p:nvSpPr>
        <p:spPr>
          <a:xfrm>
            <a:off x="843677" y="3863787"/>
            <a:ext cx="1396800" cy="307777"/>
          </a:xfrm>
          <a:prstGeom prst="rect">
            <a:avLst/>
          </a:prstGeom>
        </p:spPr>
        <p:txBody>
          <a:bodyPr>
            <a:spAutoFit/>
          </a:bodyPr>
          <a:lstStyle>
            <a:lvl1pPr algn="ctr">
              <a:spcAft>
                <a:spcPts val="0"/>
              </a:spcAft>
              <a:defRPr/>
            </a:lvl1pPr>
          </a:lstStyle>
          <a:p>
            <a:pPr lvl="0"/>
            <a:r>
              <a:rPr lang="en-US" noProof="0"/>
              <a:t>Full Name</a:t>
            </a:r>
          </a:p>
        </p:txBody>
      </p:sp>
      <p:sp>
        <p:nvSpPr>
          <p:cNvPr id="22" name="Textplatzhalter 2">
            <a:extLst>
              <a:ext uri="{FF2B5EF4-FFF2-40B4-BE49-F238E27FC236}">
                <a16:creationId xmlns:a16="http://schemas.microsoft.com/office/drawing/2014/main" id="{1C4BFB7D-7C70-C942-BA31-39193B1B0642}"/>
              </a:ext>
            </a:extLst>
          </p:cNvPr>
          <p:cNvSpPr>
            <a:spLocks noGrp="1"/>
          </p:cNvSpPr>
          <p:nvPr>
            <p:ph type="body" sz="quarter" idx="16" hasCustomPrompt="1"/>
          </p:nvPr>
        </p:nvSpPr>
        <p:spPr>
          <a:xfrm>
            <a:off x="843677" y="4252587"/>
            <a:ext cx="1396800" cy="400110"/>
          </a:xfrm>
          <a:prstGeom prst="rect">
            <a:avLst/>
          </a:prstGeom>
        </p:spPr>
        <p:txBody>
          <a:bodyPr>
            <a:spAutoFit/>
          </a:bodyPr>
          <a:lstStyle>
            <a:lvl1pPr algn="ctr">
              <a:spcAft>
                <a:spcPts val="0"/>
              </a:spcAft>
              <a:defRPr sz="1000"/>
            </a:lvl1pPr>
          </a:lstStyle>
          <a:p>
            <a:pPr lvl="0"/>
            <a:r>
              <a:rPr lang="en-US" noProof="0"/>
              <a:t> Job title</a:t>
            </a:r>
          </a:p>
          <a:p>
            <a:pPr lvl="0"/>
            <a:r>
              <a:rPr lang="en-US" noProof="0"/>
              <a:t>Business unit</a:t>
            </a:r>
          </a:p>
        </p:txBody>
      </p:sp>
      <p:sp>
        <p:nvSpPr>
          <p:cNvPr id="23" name="Bildplatzhalter 19">
            <a:extLst>
              <a:ext uri="{FF2B5EF4-FFF2-40B4-BE49-F238E27FC236}">
                <a16:creationId xmlns:a16="http://schemas.microsoft.com/office/drawing/2014/main" id="{2D3489F9-2887-1349-8E84-C0F3BA1BA17B}"/>
              </a:ext>
            </a:extLst>
          </p:cNvPr>
          <p:cNvSpPr>
            <a:spLocks noGrp="1" noChangeAspect="1"/>
          </p:cNvSpPr>
          <p:nvPr>
            <p:ph type="pic" sz="quarter" idx="31"/>
          </p:nvPr>
        </p:nvSpPr>
        <p:spPr>
          <a:xfrm>
            <a:off x="2668501" y="2279686"/>
            <a:ext cx="1397088" cy="1396800"/>
          </a:xfrm>
          <a:prstGeom prst="ellipse">
            <a:avLst/>
          </a:prstGeom>
          <a:pattFill prst="wdDnDiag">
            <a:fgClr>
              <a:schemeClr val="bg1">
                <a:lumMod val="85000"/>
              </a:schemeClr>
            </a:fgClr>
            <a:bgClr>
              <a:schemeClr val="bg1"/>
            </a:bgClr>
          </a:pattFill>
        </p:spPr>
        <p:txBody>
          <a:bodyPr/>
          <a:lstStyle>
            <a:lvl1pPr>
              <a:defRPr sz="1200" b="0"/>
            </a:lvl1pPr>
          </a:lstStyle>
          <a:p>
            <a:endParaRPr lang="en-US" noProof="0"/>
          </a:p>
        </p:txBody>
      </p:sp>
      <p:sp>
        <p:nvSpPr>
          <p:cNvPr id="24" name="Textplatzhalter 2">
            <a:extLst>
              <a:ext uri="{FF2B5EF4-FFF2-40B4-BE49-F238E27FC236}">
                <a16:creationId xmlns:a16="http://schemas.microsoft.com/office/drawing/2014/main" id="{F9A14CA4-B29F-E946-8FB3-98C53EDA915A}"/>
              </a:ext>
            </a:extLst>
          </p:cNvPr>
          <p:cNvSpPr>
            <a:spLocks noGrp="1"/>
          </p:cNvSpPr>
          <p:nvPr>
            <p:ph type="body" sz="quarter" idx="32" hasCustomPrompt="1"/>
          </p:nvPr>
        </p:nvSpPr>
        <p:spPr>
          <a:xfrm>
            <a:off x="2668501" y="3863787"/>
            <a:ext cx="1396800" cy="307777"/>
          </a:xfrm>
          <a:prstGeom prst="rect">
            <a:avLst/>
          </a:prstGeom>
        </p:spPr>
        <p:txBody>
          <a:bodyPr>
            <a:spAutoFit/>
          </a:bodyPr>
          <a:lstStyle>
            <a:lvl1pPr algn="ctr">
              <a:spcAft>
                <a:spcPts val="0"/>
              </a:spcAft>
              <a:defRPr/>
            </a:lvl1pPr>
          </a:lstStyle>
          <a:p>
            <a:pPr lvl="0"/>
            <a:r>
              <a:rPr lang="en-US" noProof="0"/>
              <a:t>Full Name</a:t>
            </a:r>
          </a:p>
        </p:txBody>
      </p:sp>
      <p:sp>
        <p:nvSpPr>
          <p:cNvPr id="25" name="Textplatzhalter 2">
            <a:extLst>
              <a:ext uri="{FF2B5EF4-FFF2-40B4-BE49-F238E27FC236}">
                <a16:creationId xmlns:a16="http://schemas.microsoft.com/office/drawing/2014/main" id="{3C171CE1-2BAE-5043-89B0-FDE3113B668B}"/>
              </a:ext>
            </a:extLst>
          </p:cNvPr>
          <p:cNvSpPr>
            <a:spLocks noGrp="1"/>
          </p:cNvSpPr>
          <p:nvPr>
            <p:ph type="body" sz="quarter" idx="33" hasCustomPrompt="1"/>
          </p:nvPr>
        </p:nvSpPr>
        <p:spPr>
          <a:xfrm>
            <a:off x="2668501" y="4252587"/>
            <a:ext cx="1396800" cy="400110"/>
          </a:xfrm>
          <a:prstGeom prst="rect">
            <a:avLst/>
          </a:prstGeom>
        </p:spPr>
        <p:txBody>
          <a:bodyPr>
            <a:spAutoFit/>
          </a:bodyPr>
          <a:lstStyle>
            <a:lvl1pPr algn="ctr">
              <a:spcAft>
                <a:spcPts val="0"/>
              </a:spcAft>
              <a:defRPr sz="1000"/>
            </a:lvl1pPr>
          </a:lstStyle>
          <a:p>
            <a:pPr lvl="0"/>
            <a:r>
              <a:rPr lang="en-US" noProof="0"/>
              <a:t> Job title</a:t>
            </a:r>
          </a:p>
          <a:p>
            <a:pPr lvl="0"/>
            <a:r>
              <a:rPr lang="en-US" noProof="0"/>
              <a:t>Business unit</a:t>
            </a:r>
          </a:p>
        </p:txBody>
      </p:sp>
      <p:sp>
        <p:nvSpPr>
          <p:cNvPr id="27" name="Textplatzhalter 2">
            <a:extLst>
              <a:ext uri="{FF2B5EF4-FFF2-40B4-BE49-F238E27FC236}">
                <a16:creationId xmlns:a16="http://schemas.microsoft.com/office/drawing/2014/main" id="{BAECC262-340C-CE4D-8F26-FDD5222E651C}"/>
              </a:ext>
            </a:extLst>
          </p:cNvPr>
          <p:cNvSpPr>
            <a:spLocks noGrp="1"/>
          </p:cNvSpPr>
          <p:nvPr>
            <p:ph type="body" sz="quarter" idx="35" hasCustomPrompt="1"/>
          </p:nvPr>
        </p:nvSpPr>
        <p:spPr>
          <a:xfrm>
            <a:off x="4493325" y="3863787"/>
            <a:ext cx="1396800" cy="307777"/>
          </a:xfrm>
          <a:prstGeom prst="rect">
            <a:avLst/>
          </a:prstGeom>
        </p:spPr>
        <p:txBody>
          <a:bodyPr>
            <a:spAutoFit/>
          </a:bodyPr>
          <a:lstStyle>
            <a:lvl1pPr algn="ctr">
              <a:spcAft>
                <a:spcPts val="0"/>
              </a:spcAft>
              <a:defRPr/>
            </a:lvl1pPr>
          </a:lstStyle>
          <a:p>
            <a:pPr lvl="0"/>
            <a:r>
              <a:rPr lang="en-US" noProof="0"/>
              <a:t>Full Name</a:t>
            </a:r>
          </a:p>
        </p:txBody>
      </p:sp>
      <p:sp>
        <p:nvSpPr>
          <p:cNvPr id="28" name="Textplatzhalter 2">
            <a:extLst>
              <a:ext uri="{FF2B5EF4-FFF2-40B4-BE49-F238E27FC236}">
                <a16:creationId xmlns:a16="http://schemas.microsoft.com/office/drawing/2014/main" id="{8D1ABDF8-F66B-8147-B107-5904D16D86DC}"/>
              </a:ext>
            </a:extLst>
          </p:cNvPr>
          <p:cNvSpPr>
            <a:spLocks noGrp="1"/>
          </p:cNvSpPr>
          <p:nvPr>
            <p:ph type="body" sz="quarter" idx="36" hasCustomPrompt="1"/>
          </p:nvPr>
        </p:nvSpPr>
        <p:spPr>
          <a:xfrm>
            <a:off x="4493325" y="4252587"/>
            <a:ext cx="1396800" cy="400110"/>
          </a:xfrm>
          <a:prstGeom prst="rect">
            <a:avLst/>
          </a:prstGeom>
        </p:spPr>
        <p:txBody>
          <a:bodyPr>
            <a:spAutoFit/>
          </a:bodyPr>
          <a:lstStyle>
            <a:lvl1pPr algn="ctr">
              <a:spcAft>
                <a:spcPts val="0"/>
              </a:spcAft>
              <a:defRPr sz="1000"/>
            </a:lvl1pPr>
          </a:lstStyle>
          <a:p>
            <a:pPr lvl="0"/>
            <a:r>
              <a:rPr lang="en-US" noProof="0"/>
              <a:t> Job title</a:t>
            </a:r>
          </a:p>
          <a:p>
            <a:pPr lvl="0"/>
            <a:r>
              <a:rPr lang="en-US" noProof="0"/>
              <a:t>Business unit</a:t>
            </a:r>
          </a:p>
        </p:txBody>
      </p:sp>
      <p:sp>
        <p:nvSpPr>
          <p:cNvPr id="30" name="Textplatzhalter 2">
            <a:extLst>
              <a:ext uri="{FF2B5EF4-FFF2-40B4-BE49-F238E27FC236}">
                <a16:creationId xmlns:a16="http://schemas.microsoft.com/office/drawing/2014/main" id="{341BAF15-21D8-9F45-B407-6BD484F29F51}"/>
              </a:ext>
            </a:extLst>
          </p:cNvPr>
          <p:cNvSpPr>
            <a:spLocks noGrp="1"/>
          </p:cNvSpPr>
          <p:nvPr>
            <p:ph type="body" sz="quarter" idx="38" hasCustomPrompt="1"/>
          </p:nvPr>
        </p:nvSpPr>
        <p:spPr>
          <a:xfrm>
            <a:off x="6318149" y="3863787"/>
            <a:ext cx="1396800" cy="307777"/>
          </a:xfrm>
          <a:prstGeom prst="rect">
            <a:avLst/>
          </a:prstGeom>
        </p:spPr>
        <p:txBody>
          <a:bodyPr>
            <a:spAutoFit/>
          </a:bodyPr>
          <a:lstStyle>
            <a:lvl1pPr algn="ctr">
              <a:spcAft>
                <a:spcPts val="0"/>
              </a:spcAft>
              <a:defRPr/>
            </a:lvl1pPr>
          </a:lstStyle>
          <a:p>
            <a:pPr lvl="0"/>
            <a:r>
              <a:rPr lang="en-US" noProof="0"/>
              <a:t>Full Name</a:t>
            </a:r>
          </a:p>
        </p:txBody>
      </p:sp>
      <p:sp>
        <p:nvSpPr>
          <p:cNvPr id="31" name="Textplatzhalter 2">
            <a:extLst>
              <a:ext uri="{FF2B5EF4-FFF2-40B4-BE49-F238E27FC236}">
                <a16:creationId xmlns:a16="http://schemas.microsoft.com/office/drawing/2014/main" id="{CD56AF9F-670A-6343-9D1A-088CF2DC8F5B}"/>
              </a:ext>
            </a:extLst>
          </p:cNvPr>
          <p:cNvSpPr>
            <a:spLocks noGrp="1"/>
          </p:cNvSpPr>
          <p:nvPr>
            <p:ph type="body" sz="quarter" idx="39" hasCustomPrompt="1"/>
          </p:nvPr>
        </p:nvSpPr>
        <p:spPr>
          <a:xfrm>
            <a:off x="6318149" y="4252587"/>
            <a:ext cx="1396800" cy="400110"/>
          </a:xfrm>
          <a:prstGeom prst="rect">
            <a:avLst/>
          </a:prstGeom>
        </p:spPr>
        <p:txBody>
          <a:bodyPr>
            <a:spAutoFit/>
          </a:bodyPr>
          <a:lstStyle>
            <a:lvl1pPr algn="ctr">
              <a:spcAft>
                <a:spcPts val="0"/>
              </a:spcAft>
              <a:defRPr sz="1000"/>
            </a:lvl1pPr>
          </a:lstStyle>
          <a:p>
            <a:pPr lvl="0"/>
            <a:r>
              <a:rPr lang="en-US" noProof="0"/>
              <a:t> Job title</a:t>
            </a:r>
          </a:p>
          <a:p>
            <a:pPr lvl="0"/>
            <a:r>
              <a:rPr lang="en-US" noProof="0"/>
              <a:t>Business unit</a:t>
            </a:r>
          </a:p>
        </p:txBody>
      </p:sp>
      <p:sp>
        <p:nvSpPr>
          <p:cNvPr id="32" name="Bildplatzhalter 19">
            <a:extLst>
              <a:ext uri="{FF2B5EF4-FFF2-40B4-BE49-F238E27FC236}">
                <a16:creationId xmlns:a16="http://schemas.microsoft.com/office/drawing/2014/main" id="{9E3B7B6C-549A-A044-AFB5-5ACA6F5A2EE0}"/>
              </a:ext>
            </a:extLst>
          </p:cNvPr>
          <p:cNvSpPr>
            <a:spLocks noGrp="1" noChangeAspect="1"/>
          </p:cNvSpPr>
          <p:nvPr>
            <p:ph type="pic" sz="quarter" idx="40"/>
          </p:nvPr>
        </p:nvSpPr>
        <p:spPr>
          <a:xfrm>
            <a:off x="8142973" y="2279686"/>
            <a:ext cx="1397088" cy="1396800"/>
          </a:xfrm>
          <a:prstGeom prst="ellipse">
            <a:avLst/>
          </a:prstGeom>
          <a:pattFill prst="wdDnDiag">
            <a:fgClr>
              <a:schemeClr val="bg1">
                <a:lumMod val="85000"/>
              </a:schemeClr>
            </a:fgClr>
            <a:bgClr>
              <a:schemeClr val="bg1"/>
            </a:bgClr>
          </a:pattFill>
        </p:spPr>
        <p:txBody>
          <a:bodyPr/>
          <a:lstStyle>
            <a:lvl1pPr>
              <a:defRPr sz="1200" b="0"/>
            </a:lvl1pPr>
          </a:lstStyle>
          <a:p>
            <a:endParaRPr lang="en-US" noProof="0"/>
          </a:p>
        </p:txBody>
      </p:sp>
      <p:sp>
        <p:nvSpPr>
          <p:cNvPr id="33" name="Textplatzhalter 2">
            <a:extLst>
              <a:ext uri="{FF2B5EF4-FFF2-40B4-BE49-F238E27FC236}">
                <a16:creationId xmlns:a16="http://schemas.microsoft.com/office/drawing/2014/main" id="{80D4223A-6E92-854F-9C77-ECAD61455B47}"/>
              </a:ext>
            </a:extLst>
          </p:cNvPr>
          <p:cNvSpPr>
            <a:spLocks noGrp="1"/>
          </p:cNvSpPr>
          <p:nvPr>
            <p:ph type="body" sz="quarter" idx="41" hasCustomPrompt="1"/>
          </p:nvPr>
        </p:nvSpPr>
        <p:spPr>
          <a:xfrm>
            <a:off x="8142973" y="3863787"/>
            <a:ext cx="1396800" cy="307777"/>
          </a:xfrm>
          <a:prstGeom prst="rect">
            <a:avLst/>
          </a:prstGeom>
        </p:spPr>
        <p:txBody>
          <a:bodyPr>
            <a:spAutoFit/>
          </a:bodyPr>
          <a:lstStyle>
            <a:lvl1pPr algn="ctr">
              <a:spcAft>
                <a:spcPts val="0"/>
              </a:spcAft>
              <a:defRPr/>
            </a:lvl1pPr>
          </a:lstStyle>
          <a:p>
            <a:pPr lvl="0"/>
            <a:r>
              <a:rPr lang="en-US" noProof="0"/>
              <a:t>Full Name</a:t>
            </a:r>
          </a:p>
        </p:txBody>
      </p:sp>
      <p:sp>
        <p:nvSpPr>
          <p:cNvPr id="34" name="Textplatzhalter 2">
            <a:extLst>
              <a:ext uri="{FF2B5EF4-FFF2-40B4-BE49-F238E27FC236}">
                <a16:creationId xmlns:a16="http://schemas.microsoft.com/office/drawing/2014/main" id="{EF27B8E6-4F2F-0640-A713-B58E784539B8}"/>
              </a:ext>
            </a:extLst>
          </p:cNvPr>
          <p:cNvSpPr>
            <a:spLocks noGrp="1"/>
          </p:cNvSpPr>
          <p:nvPr>
            <p:ph type="body" sz="quarter" idx="42" hasCustomPrompt="1"/>
          </p:nvPr>
        </p:nvSpPr>
        <p:spPr>
          <a:xfrm>
            <a:off x="8142973" y="4252587"/>
            <a:ext cx="1396800" cy="400110"/>
          </a:xfrm>
          <a:prstGeom prst="rect">
            <a:avLst/>
          </a:prstGeom>
        </p:spPr>
        <p:txBody>
          <a:bodyPr>
            <a:spAutoFit/>
          </a:bodyPr>
          <a:lstStyle>
            <a:lvl1pPr algn="ctr">
              <a:spcAft>
                <a:spcPts val="0"/>
              </a:spcAft>
              <a:defRPr sz="1000"/>
            </a:lvl1pPr>
          </a:lstStyle>
          <a:p>
            <a:pPr lvl="0"/>
            <a:r>
              <a:rPr lang="en-US" noProof="0"/>
              <a:t> Job title</a:t>
            </a:r>
          </a:p>
          <a:p>
            <a:pPr lvl="0"/>
            <a:r>
              <a:rPr lang="en-US" noProof="0"/>
              <a:t>Business unit</a:t>
            </a:r>
          </a:p>
        </p:txBody>
      </p:sp>
      <p:sp>
        <p:nvSpPr>
          <p:cNvPr id="38" name="Textplatzhalter 2">
            <a:extLst>
              <a:ext uri="{FF2B5EF4-FFF2-40B4-BE49-F238E27FC236}">
                <a16:creationId xmlns:a16="http://schemas.microsoft.com/office/drawing/2014/main" id="{C280608E-66E3-4C4E-BBD3-B5E6E8AD8088}"/>
              </a:ext>
            </a:extLst>
          </p:cNvPr>
          <p:cNvSpPr>
            <a:spLocks noGrp="1"/>
          </p:cNvSpPr>
          <p:nvPr>
            <p:ph type="body" sz="quarter" idx="44" hasCustomPrompt="1"/>
          </p:nvPr>
        </p:nvSpPr>
        <p:spPr>
          <a:xfrm>
            <a:off x="9967799" y="3863787"/>
            <a:ext cx="1396800" cy="307777"/>
          </a:xfrm>
          <a:prstGeom prst="rect">
            <a:avLst/>
          </a:prstGeom>
        </p:spPr>
        <p:txBody>
          <a:bodyPr>
            <a:spAutoFit/>
          </a:bodyPr>
          <a:lstStyle>
            <a:lvl1pPr algn="ctr">
              <a:spcAft>
                <a:spcPts val="0"/>
              </a:spcAft>
              <a:defRPr/>
            </a:lvl1pPr>
          </a:lstStyle>
          <a:p>
            <a:pPr lvl="0"/>
            <a:r>
              <a:rPr lang="en-US" noProof="0"/>
              <a:t>Full Name</a:t>
            </a:r>
          </a:p>
        </p:txBody>
      </p:sp>
      <p:sp>
        <p:nvSpPr>
          <p:cNvPr id="39" name="Textplatzhalter 2">
            <a:extLst>
              <a:ext uri="{FF2B5EF4-FFF2-40B4-BE49-F238E27FC236}">
                <a16:creationId xmlns:a16="http://schemas.microsoft.com/office/drawing/2014/main" id="{7CEF10E3-CB7C-6B41-9DD7-9A65CE299522}"/>
              </a:ext>
            </a:extLst>
          </p:cNvPr>
          <p:cNvSpPr>
            <a:spLocks noGrp="1"/>
          </p:cNvSpPr>
          <p:nvPr>
            <p:ph type="body" sz="quarter" idx="45" hasCustomPrompt="1"/>
          </p:nvPr>
        </p:nvSpPr>
        <p:spPr>
          <a:xfrm>
            <a:off x="9967799" y="4252587"/>
            <a:ext cx="1396800" cy="400110"/>
          </a:xfrm>
          <a:prstGeom prst="rect">
            <a:avLst/>
          </a:prstGeom>
        </p:spPr>
        <p:txBody>
          <a:bodyPr>
            <a:spAutoFit/>
          </a:bodyPr>
          <a:lstStyle>
            <a:lvl1pPr algn="ctr">
              <a:spcAft>
                <a:spcPts val="0"/>
              </a:spcAft>
              <a:defRPr sz="1000"/>
            </a:lvl1pPr>
          </a:lstStyle>
          <a:p>
            <a:pPr lvl="0"/>
            <a:r>
              <a:rPr lang="en-US" noProof="0"/>
              <a:t> Job title</a:t>
            </a:r>
          </a:p>
          <a:p>
            <a:pPr lvl="0"/>
            <a:r>
              <a:rPr lang="en-US" noProof="0"/>
              <a:t>Business unit</a:t>
            </a:r>
          </a:p>
        </p:txBody>
      </p:sp>
    </p:spTree>
    <p:extLst>
      <p:ext uri="{BB962C8B-B14F-4D97-AF65-F5344CB8AC3E}">
        <p14:creationId xmlns:p14="http://schemas.microsoft.com/office/powerpoint/2010/main" val="3344462507"/>
      </p:ext>
    </p:extLst>
  </p:cSld>
  <p:clrMapOvr>
    <a:masterClrMapping/>
  </p:clrMapOvr>
  <p:extLst>
    <p:ext uri="{DCECCB84-F9BA-43D5-87BE-67443E8EF086}">
      <p15:sldGuideLst xmlns:p15="http://schemas.microsoft.com/office/powerpoint/2012/main">
        <p15:guide id="1" pos="3840">
          <p15:clr>
            <a:srgbClr val="FBAE40"/>
          </p15:clr>
        </p15:guide>
        <p15:guide id="2" pos="523">
          <p15:clr>
            <a:srgbClr val="FBAE40"/>
          </p15:clr>
        </p15:guide>
        <p15:guide id="3" pos="869">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hank you slides #1">
    <p:spTree>
      <p:nvGrpSpPr>
        <p:cNvPr id="1" name=""/>
        <p:cNvGrpSpPr/>
        <p:nvPr/>
      </p:nvGrpSpPr>
      <p:grpSpPr>
        <a:xfrm>
          <a:off x="0" y="0"/>
          <a:ext cx="0" cy="0"/>
          <a:chOff x="0" y="0"/>
          <a:chExt cx="0" cy="0"/>
        </a:xfrm>
      </p:grpSpPr>
      <p:sp>
        <p:nvSpPr>
          <p:cNvPr id="5" name="Rechteck 4">
            <a:extLst>
              <a:ext uri="{FF2B5EF4-FFF2-40B4-BE49-F238E27FC236}">
                <a16:creationId xmlns:a16="http://schemas.microsoft.com/office/drawing/2014/main" id="{34B64934-96A2-7442-85CF-750145FA655D}"/>
              </a:ext>
            </a:extLst>
          </p:cNvPr>
          <p:cNvSpPr/>
          <p:nvPr userDrawn="1"/>
        </p:nvSpPr>
        <p:spPr>
          <a:xfrm>
            <a:off x="0" y="0"/>
            <a:ext cx="12192000" cy="68580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6" name="Textfeld 5">
            <a:extLst>
              <a:ext uri="{FF2B5EF4-FFF2-40B4-BE49-F238E27FC236}">
                <a16:creationId xmlns:a16="http://schemas.microsoft.com/office/drawing/2014/main" id="{3C5DC22F-C982-164B-A5BC-EC1A91253F04}"/>
              </a:ext>
            </a:extLst>
          </p:cNvPr>
          <p:cNvSpPr txBox="1"/>
          <p:nvPr userDrawn="1"/>
        </p:nvSpPr>
        <p:spPr>
          <a:xfrm>
            <a:off x="3217909" y="3788729"/>
            <a:ext cx="5400000" cy="923330"/>
          </a:xfrm>
          <a:prstGeom prst="rect">
            <a:avLst/>
          </a:prstGeom>
          <a:noFill/>
        </p:spPr>
        <p:txBody>
          <a:bodyPr wrap="square" rtlCol="0">
            <a:spAutoFit/>
          </a:bodyPr>
          <a:lstStyle/>
          <a:p>
            <a:pPr algn="ctr"/>
            <a:r>
              <a:rPr lang="en-US" sz="5400" noProof="0">
                <a:solidFill>
                  <a:schemeClr val="bg1"/>
                </a:solidFill>
                <a:latin typeface="Arial" panose="020B0604020202020204" pitchFamily="34" charset="0"/>
                <a:cs typeface="Arial" panose="020B0604020202020204" pitchFamily="34" charset="0"/>
              </a:rPr>
              <a:t>Thank you.</a:t>
            </a:r>
          </a:p>
        </p:txBody>
      </p:sp>
      <p:pic>
        <p:nvPicPr>
          <p:cNvPr id="7" name="Grafik 6">
            <a:extLst>
              <a:ext uri="{FF2B5EF4-FFF2-40B4-BE49-F238E27FC236}">
                <a16:creationId xmlns:a16="http://schemas.microsoft.com/office/drawing/2014/main" id="{C4E987BD-DE42-7849-8F5E-8390311737A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277002" y="1971483"/>
            <a:ext cx="1320473" cy="1532403"/>
          </a:xfrm>
          <a:prstGeom prst="rect">
            <a:avLst/>
          </a:prstGeom>
        </p:spPr>
      </p:pic>
    </p:spTree>
    <p:extLst>
      <p:ext uri="{BB962C8B-B14F-4D97-AF65-F5344CB8AC3E}">
        <p14:creationId xmlns:p14="http://schemas.microsoft.com/office/powerpoint/2010/main" val="4198932826"/>
      </p:ext>
    </p:extLst>
  </p:cSld>
  <p:clrMapOvr>
    <a:masterClrMapping/>
  </p:clrMapOvr>
  <p:extLst>
    <p:ext uri="{DCECCB84-F9BA-43D5-87BE-67443E8EF086}">
      <p15:sldGuideLst xmlns:p15="http://schemas.microsoft.com/office/powerpoint/2012/main">
        <p15:guide id="1" pos="3840">
          <p15:clr>
            <a:srgbClr val="FBAE40"/>
          </p15:clr>
        </p15:guide>
        <p15:guide id="2" pos="523">
          <p15:clr>
            <a:srgbClr val="FBAE40"/>
          </p15:clr>
        </p15:guide>
        <p15:guide id="3" pos="869">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hank you slides #2">
    <p:spTree>
      <p:nvGrpSpPr>
        <p:cNvPr id="1" name=""/>
        <p:cNvGrpSpPr/>
        <p:nvPr/>
      </p:nvGrpSpPr>
      <p:grpSpPr>
        <a:xfrm>
          <a:off x="0" y="0"/>
          <a:ext cx="0" cy="0"/>
          <a:chOff x="0" y="0"/>
          <a:chExt cx="0" cy="0"/>
        </a:xfrm>
      </p:grpSpPr>
      <p:sp>
        <p:nvSpPr>
          <p:cNvPr id="44" name="Rechteck 43">
            <a:extLst>
              <a:ext uri="{FF2B5EF4-FFF2-40B4-BE49-F238E27FC236}">
                <a16:creationId xmlns:a16="http://schemas.microsoft.com/office/drawing/2014/main" id="{7FF80095-ED86-074F-B227-788CF7A3A2EB}"/>
              </a:ext>
            </a:extLst>
          </p:cNvPr>
          <p:cNvSpPr/>
          <p:nvPr userDrawn="1"/>
        </p:nvSpPr>
        <p:spPr>
          <a:xfrm>
            <a:off x="0" y="0"/>
            <a:ext cx="12192000" cy="68580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latin typeface="Arial" panose="020B0604020202020204" pitchFamily="34" charset="0"/>
              <a:cs typeface="Arial" panose="020B0604020202020204" pitchFamily="34" charset="0"/>
            </a:endParaRPr>
          </a:p>
        </p:txBody>
      </p:sp>
      <p:sp>
        <p:nvSpPr>
          <p:cNvPr id="45" name="Textfeld 44">
            <a:extLst>
              <a:ext uri="{FF2B5EF4-FFF2-40B4-BE49-F238E27FC236}">
                <a16:creationId xmlns:a16="http://schemas.microsoft.com/office/drawing/2014/main" id="{B10C1C27-12D0-EC4A-9958-2DE0316B474F}"/>
              </a:ext>
            </a:extLst>
          </p:cNvPr>
          <p:cNvSpPr txBox="1"/>
          <p:nvPr userDrawn="1"/>
        </p:nvSpPr>
        <p:spPr>
          <a:xfrm>
            <a:off x="835751" y="5113161"/>
            <a:ext cx="5400000" cy="923330"/>
          </a:xfrm>
          <a:prstGeom prst="rect">
            <a:avLst/>
          </a:prstGeom>
          <a:noFill/>
        </p:spPr>
        <p:txBody>
          <a:bodyPr wrap="square" rtlCol="0">
            <a:spAutoFit/>
          </a:bodyPr>
          <a:lstStyle/>
          <a:p>
            <a:r>
              <a:rPr lang="en-US" sz="5400" noProof="0">
                <a:solidFill>
                  <a:schemeClr val="bg1"/>
                </a:solidFill>
                <a:latin typeface="Arial" panose="020B0604020202020204" pitchFamily="34" charset="0"/>
                <a:cs typeface="Arial" panose="020B0604020202020204" pitchFamily="34" charset="0"/>
              </a:rPr>
              <a:t>Thank you.</a:t>
            </a:r>
          </a:p>
        </p:txBody>
      </p:sp>
      <p:pic>
        <p:nvPicPr>
          <p:cNvPr id="46" name="Grafik 45">
            <a:extLst>
              <a:ext uri="{FF2B5EF4-FFF2-40B4-BE49-F238E27FC236}">
                <a16:creationId xmlns:a16="http://schemas.microsoft.com/office/drawing/2014/main" id="{C8B89A05-A390-EA4D-9883-084B1B99920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990927" y="3158029"/>
            <a:ext cx="1320473" cy="1532403"/>
          </a:xfrm>
          <a:prstGeom prst="rect">
            <a:avLst/>
          </a:prstGeom>
        </p:spPr>
      </p:pic>
    </p:spTree>
    <p:extLst>
      <p:ext uri="{BB962C8B-B14F-4D97-AF65-F5344CB8AC3E}">
        <p14:creationId xmlns:p14="http://schemas.microsoft.com/office/powerpoint/2010/main" val="3693016041"/>
      </p:ext>
    </p:extLst>
  </p:cSld>
  <p:clrMapOvr>
    <a:masterClrMapping/>
  </p:clrMapOvr>
  <p:extLst>
    <p:ext uri="{DCECCB84-F9BA-43D5-87BE-67443E8EF086}">
      <p15:sldGuideLst xmlns:p15="http://schemas.microsoft.com/office/powerpoint/2012/main">
        <p15:guide id="1" pos="3840">
          <p15:clr>
            <a:srgbClr val="FBAE40"/>
          </p15:clr>
        </p15:guide>
        <p15:guide id="2" pos="523">
          <p15:clr>
            <a:srgbClr val="FBAE40"/>
          </p15:clr>
        </p15:guide>
        <p15:guide id="3" pos="869">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theme" Target="../theme/theme2.xml"/><Relationship Id="rId5" Type="http://schemas.openxmlformats.org/officeDocument/2006/relationships/slideLayout" Target="../slideLayouts/slideLayout17.xml"/><Relationship Id="rId4" Type="http://schemas.openxmlformats.org/officeDocument/2006/relationships/slideLayout" Target="../slideLayouts/slideLayout16.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9.xml"/><Relationship Id="rId1" Type="http://schemas.openxmlformats.org/officeDocument/2006/relationships/slideLayout" Target="../slideLayouts/slideLayout18.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21.xml"/><Relationship Id="rId1" Type="http://schemas.openxmlformats.org/officeDocument/2006/relationships/slideLayout" Target="../slideLayouts/slideLayout20.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29.xml"/><Relationship Id="rId13" Type="http://schemas.openxmlformats.org/officeDocument/2006/relationships/slideLayout" Target="../slideLayouts/slideLayout34.xml"/><Relationship Id="rId18" Type="http://schemas.openxmlformats.org/officeDocument/2006/relationships/slideLayout" Target="../slideLayouts/slideLayout39.xml"/><Relationship Id="rId3" Type="http://schemas.openxmlformats.org/officeDocument/2006/relationships/slideLayout" Target="../slideLayouts/slideLayout24.xml"/><Relationship Id="rId21" Type="http://schemas.openxmlformats.org/officeDocument/2006/relationships/slideLayout" Target="../slideLayouts/slideLayout42.xml"/><Relationship Id="rId7" Type="http://schemas.openxmlformats.org/officeDocument/2006/relationships/slideLayout" Target="../slideLayouts/slideLayout28.xml"/><Relationship Id="rId12" Type="http://schemas.openxmlformats.org/officeDocument/2006/relationships/slideLayout" Target="../slideLayouts/slideLayout33.xml"/><Relationship Id="rId17" Type="http://schemas.openxmlformats.org/officeDocument/2006/relationships/slideLayout" Target="../slideLayouts/slideLayout38.xml"/><Relationship Id="rId25" Type="http://schemas.openxmlformats.org/officeDocument/2006/relationships/theme" Target="../theme/theme5.xml"/><Relationship Id="rId2" Type="http://schemas.openxmlformats.org/officeDocument/2006/relationships/slideLayout" Target="../slideLayouts/slideLayout23.xml"/><Relationship Id="rId16" Type="http://schemas.openxmlformats.org/officeDocument/2006/relationships/slideLayout" Target="../slideLayouts/slideLayout37.xml"/><Relationship Id="rId20" Type="http://schemas.openxmlformats.org/officeDocument/2006/relationships/slideLayout" Target="../slideLayouts/slideLayout41.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24" Type="http://schemas.openxmlformats.org/officeDocument/2006/relationships/slideLayout" Target="../slideLayouts/slideLayout45.xml"/><Relationship Id="rId5" Type="http://schemas.openxmlformats.org/officeDocument/2006/relationships/slideLayout" Target="../slideLayouts/slideLayout26.xml"/><Relationship Id="rId15" Type="http://schemas.openxmlformats.org/officeDocument/2006/relationships/slideLayout" Target="../slideLayouts/slideLayout36.xml"/><Relationship Id="rId23" Type="http://schemas.openxmlformats.org/officeDocument/2006/relationships/slideLayout" Target="../slideLayouts/slideLayout44.xml"/><Relationship Id="rId10" Type="http://schemas.openxmlformats.org/officeDocument/2006/relationships/slideLayout" Target="../slideLayouts/slideLayout31.xml"/><Relationship Id="rId19" Type="http://schemas.openxmlformats.org/officeDocument/2006/relationships/slideLayout" Target="../slideLayouts/slideLayout40.xml"/><Relationship Id="rId4" Type="http://schemas.openxmlformats.org/officeDocument/2006/relationships/slideLayout" Target="../slideLayouts/slideLayout25.xml"/><Relationship Id="rId9" Type="http://schemas.openxmlformats.org/officeDocument/2006/relationships/slideLayout" Target="../slideLayouts/slideLayout30.xml"/><Relationship Id="rId14" Type="http://schemas.openxmlformats.org/officeDocument/2006/relationships/slideLayout" Target="../slideLayouts/slideLayout35.xml"/><Relationship Id="rId22" Type="http://schemas.openxmlformats.org/officeDocument/2006/relationships/slideLayout" Target="../slideLayouts/slideLayout43.xml"/></Relationships>
</file>

<file path=ppt/slideMasters/_rels/slideMaster6.xml.rels><?xml version="1.0" encoding="UTF-8" standalone="yes"?>
<Relationships xmlns="http://schemas.openxmlformats.org/package/2006/relationships"><Relationship Id="rId3" Type="http://schemas.openxmlformats.org/officeDocument/2006/relationships/theme" Target="../theme/theme6.xml"/><Relationship Id="rId2" Type="http://schemas.openxmlformats.org/officeDocument/2006/relationships/slideLayout" Target="../slideLayouts/slideLayout47.xml"/><Relationship Id="rId1" Type="http://schemas.openxmlformats.org/officeDocument/2006/relationships/slideLayout" Target="../slideLayouts/slideLayout4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C4539F1-C6E1-401F-89FF-E55AC2F1F15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de-DE"/>
          </a:p>
        </p:txBody>
      </p:sp>
      <p:sp>
        <p:nvSpPr>
          <p:cNvPr id="3" name="Text Placeholder 2">
            <a:extLst>
              <a:ext uri="{FF2B5EF4-FFF2-40B4-BE49-F238E27FC236}">
                <a16:creationId xmlns:a16="http://schemas.microsoft.com/office/drawing/2014/main" id="{A8E0FA77-F1AB-4FC4-874D-35FA316F6CD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Date Placeholder 3">
            <a:extLst>
              <a:ext uri="{FF2B5EF4-FFF2-40B4-BE49-F238E27FC236}">
                <a16:creationId xmlns:a16="http://schemas.microsoft.com/office/drawing/2014/main" id="{938C9323-A93E-4B70-8BFE-988AB8BDD56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C0A380A-5CE3-4869-9B21-A99286A636E7}" type="datetimeFigureOut">
              <a:rPr lang="de-DE" smtClean="0"/>
              <a:t>12.05.26</a:t>
            </a:fld>
            <a:endParaRPr lang="de-DE"/>
          </a:p>
        </p:txBody>
      </p:sp>
      <p:sp>
        <p:nvSpPr>
          <p:cNvPr id="5" name="Footer Placeholder 4">
            <a:extLst>
              <a:ext uri="{FF2B5EF4-FFF2-40B4-BE49-F238E27FC236}">
                <a16:creationId xmlns:a16="http://schemas.microsoft.com/office/drawing/2014/main" id="{079514ED-2E8E-47B9-9FF8-4BF7385FD81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DE"/>
          </a:p>
        </p:txBody>
      </p:sp>
      <p:sp>
        <p:nvSpPr>
          <p:cNvPr id="6" name="Slide Number Placeholder 5">
            <a:extLst>
              <a:ext uri="{FF2B5EF4-FFF2-40B4-BE49-F238E27FC236}">
                <a16:creationId xmlns:a16="http://schemas.microsoft.com/office/drawing/2014/main" id="{43AB8864-4EB8-4632-854D-10C0DB92FF3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49447DA-CF3F-434C-A651-BB3C29452E17}" type="slidenum">
              <a:rPr lang="de-DE" smtClean="0"/>
              <a:t>‹#›</a:t>
            </a:fld>
            <a:endParaRPr lang="de-DE"/>
          </a:p>
        </p:txBody>
      </p:sp>
    </p:spTree>
    <p:extLst>
      <p:ext uri="{BB962C8B-B14F-4D97-AF65-F5344CB8AC3E}">
        <p14:creationId xmlns:p14="http://schemas.microsoft.com/office/powerpoint/2010/main" val="7453726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70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4667614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ftr="0" dt="0"/>
  <p:txStyles>
    <p:titleStyle>
      <a:lvl1pPr algn="l" defTabSz="914400" rtl="0" eaLnBrk="1" latinLnBrk="0" hangingPunct="1">
        <a:lnSpc>
          <a:spcPct val="90000"/>
        </a:lnSpc>
        <a:spcBef>
          <a:spcPct val="0"/>
        </a:spcBef>
        <a:buNone/>
        <a:defRPr sz="5400" b="0" i="0" kern="1200" baseline="0">
          <a:solidFill>
            <a:schemeClr val="tx1"/>
          </a:solidFill>
          <a:latin typeface="Arial" panose="020B0604020202020204" pitchFamily="34" charset="0"/>
          <a:ea typeface="+mj-ea"/>
          <a:cs typeface="+mj-cs"/>
        </a:defRPr>
      </a:lvl1pPr>
    </p:titleStyle>
    <p:bodyStyle>
      <a:lvl1pPr marL="0" indent="0" algn="l" defTabSz="914400" rtl="0" eaLnBrk="1" latinLnBrk="0" hangingPunct="1">
        <a:lnSpc>
          <a:spcPct val="100000"/>
        </a:lnSpc>
        <a:spcBef>
          <a:spcPts val="0"/>
        </a:spcBef>
        <a:spcAft>
          <a:spcPts val="2200"/>
        </a:spcAft>
        <a:buFont typeface="Arial" panose="020B0604020202020204" pitchFamily="34" charset="0"/>
        <a:buNone/>
        <a:tabLst/>
        <a:defRPr sz="1400" b="0" i="0" kern="1200" baseline="0">
          <a:solidFill>
            <a:schemeClr val="tx1"/>
          </a:solidFill>
          <a:latin typeface="Arial" panose="020B0604020202020204" pitchFamily="34" charset="0"/>
          <a:ea typeface="+mn-ea"/>
          <a:cs typeface="Arial" panose="020B0604020202020204" pitchFamily="34" charset="0"/>
        </a:defRPr>
      </a:lvl1pPr>
      <a:lvl2pPr marL="358775" indent="-206375" algn="l" defTabSz="914400" rtl="0" eaLnBrk="1" latinLnBrk="0" hangingPunct="1">
        <a:lnSpc>
          <a:spcPct val="100000"/>
        </a:lnSpc>
        <a:spcBef>
          <a:spcPts val="600"/>
        </a:spcBef>
        <a:spcAft>
          <a:spcPts val="1000"/>
        </a:spcAft>
        <a:buFont typeface="Arial" panose="020B0604020202020204" pitchFamily="34" charset="0"/>
        <a:buChar char="•"/>
        <a:tabLst/>
        <a:defRPr sz="1400" b="0" i="0" kern="1200" baseline="0">
          <a:solidFill>
            <a:schemeClr val="tx1"/>
          </a:solidFill>
          <a:latin typeface="Arial" panose="020B0604020202020204" pitchFamily="34" charset="0"/>
          <a:ea typeface="+mn-ea"/>
          <a:cs typeface="Arial" panose="020B0604020202020204" pitchFamily="34" charset="0"/>
        </a:defRPr>
      </a:lvl2pPr>
      <a:lvl3pPr marL="0" indent="0" algn="l" defTabSz="914400" rtl="0" eaLnBrk="1" latinLnBrk="0" hangingPunct="1">
        <a:lnSpc>
          <a:spcPct val="100000"/>
        </a:lnSpc>
        <a:spcBef>
          <a:spcPts val="0"/>
        </a:spcBef>
        <a:spcAft>
          <a:spcPts val="1000"/>
        </a:spcAft>
        <a:buFont typeface="Arial" panose="020B0604020202020204" pitchFamily="34" charset="0"/>
        <a:buChar char="•"/>
        <a:tabLst/>
        <a:defRPr sz="1400" b="0" i="0" kern="1200" baseline="0">
          <a:solidFill>
            <a:schemeClr val="tx1"/>
          </a:solidFill>
          <a:latin typeface="Arial" panose="020B0604020202020204" pitchFamily="34" charset="0"/>
          <a:ea typeface="+mn-ea"/>
          <a:cs typeface="Arial" panose="020B0604020202020204" pitchFamily="34" charset="0"/>
        </a:defRPr>
      </a:lvl3pPr>
      <a:lvl4pPr marL="7938" indent="0" algn="l" defTabSz="914400" rtl="0" eaLnBrk="1" latinLnBrk="0" hangingPunct="1">
        <a:lnSpc>
          <a:spcPct val="90000"/>
        </a:lnSpc>
        <a:spcBef>
          <a:spcPts val="500"/>
        </a:spcBef>
        <a:buFont typeface="Arial" panose="020B0604020202020204" pitchFamily="34" charset="0"/>
        <a:buChar char="•"/>
        <a:tabLst/>
        <a:defRPr sz="1400" kern="1200" baseline="0">
          <a:solidFill>
            <a:schemeClr val="tx1"/>
          </a:solidFill>
          <a:latin typeface="Arial" panose="020B0604020202020204" pitchFamily="34" charset="0"/>
          <a:ea typeface="+mn-ea"/>
          <a:cs typeface="+mn-cs"/>
        </a:defRPr>
      </a:lvl4pPr>
      <a:lvl5pPr marL="223838" indent="-215900" algn="l" defTabSz="914400" rtl="0" eaLnBrk="1" latinLnBrk="0" hangingPunct="1">
        <a:lnSpc>
          <a:spcPct val="100000"/>
        </a:lnSpc>
        <a:spcBef>
          <a:spcPts val="0"/>
        </a:spcBef>
        <a:spcAft>
          <a:spcPts val="1000"/>
        </a:spcAft>
        <a:buClr>
          <a:schemeClr val="accent2"/>
        </a:buClr>
        <a:buFont typeface="+mj-lt"/>
        <a:buAutoNum type="arabicPeriod"/>
        <a:tabLst/>
        <a:defRPr sz="1400" b="0" i="0" kern="1200" baseline="0">
          <a:solidFill>
            <a:schemeClr val="tx1"/>
          </a:solidFill>
          <a:latin typeface="Arial" panose="020B0604020202020204" pitchFamily="34" charset="0"/>
          <a:ea typeface="+mn-ea"/>
          <a:cs typeface="Arial" panose="020B0604020202020204" pitchFamily="34" charset="0"/>
        </a:defRPr>
      </a:lvl5pPr>
      <a:lvl6pPr marL="223838" indent="-215900" algn="l" defTabSz="914400" rtl="0" eaLnBrk="1" latinLnBrk="0" hangingPunct="1">
        <a:lnSpc>
          <a:spcPct val="100000"/>
        </a:lnSpc>
        <a:spcBef>
          <a:spcPts val="600"/>
        </a:spcBef>
        <a:spcAft>
          <a:spcPts val="1000"/>
        </a:spcAft>
        <a:buClr>
          <a:schemeClr val="accent2"/>
        </a:buClr>
        <a:buFont typeface="+mj-lt"/>
        <a:buAutoNum type="alphaLcPeriod"/>
        <a:tabLst/>
        <a:defRPr sz="1400" b="0" i="0" kern="1200">
          <a:solidFill>
            <a:schemeClr val="tx1"/>
          </a:solidFill>
          <a:latin typeface="Arial" panose="020B0604020202020204" pitchFamily="34" charset="0"/>
          <a:ea typeface="+mn-ea"/>
          <a:cs typeface="Arial" panose="020B0604020202020204" pitchFamily="34" charset="0"/>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5538540"/>
      </p:ext>
    </p:extLst>
  </p:cSld>
  <p:clrMap bg1="lt1" tx1="dk1" bg2="lt2" tx2="dk2" accent1="accent1" accent2="accent2" accent3="accent3" accent4="accent4" accent5="accent5" accent6="accent6" hlink="hlink" folHlink="folHlink"/>
  <p:sldLayoutIdLst>
    <p:sldLayoutId id="2147483667" r:id="rId1"/>
    <p:sldLayoutId id="2147483668" r:id="rId2"/>
  </p:sldLayoutIdLst>
  <p:hf hdr="0" ftr="0" dt="0"/>
  <p:txStyles>
    <p:titleStyle>
      <a:lvl1pPr algn="l" defTabSz="914400" rtl="0" eaLnBrk="1" latinLnBrk="0" hangingPunct="1">
        <a:lnSpc>
          <a:spcPct val="90000"/>
        </a:lnSpc>
        <a:spcBef>
          <a:spcPct val="0"/>
        </a:spcBef>
        <a:buNone/>
        <a:defRPr sz="5400" b="0" i="0" kern="1200" baseline="0">
          <a:solidFill>
            <a:schemeClr val="tx1"/>
          </a:solidFill>
          <a:latin typeface="Arial" panose="020B0604020202020204" pitchFamily="34" charset="0"/>
          <a:ea typeface="+mj-ea"/>
          <a:cs typeface="+mj-cs"/>
        </a:defRPr>
      </a:lvl1pPr>
    </p:titleStyle>
    <p:bodyStyle>
      <a:lvl1pPr marL="0" indent="0" algn="l" defTabSz="914400" rtl="0" eaLnBrk="1" latinLnBrk="0" hangingPunct="1">
        <a:lnSpc>
          <a:spcPct val="100000"/>
        </a:lnSpc>
        <a:spcBef>
          <a:spcPts val="0"/>
        </a:spcBef>
        <a:spcAft>
          <a:spcPts val="2200"/>
        </a:spcAft>
        <a:buFont typeface="Arial" panose="020B0604020202020204" pitchFamily="34" charset="0"/>
        <a:buNone/>
        <a:tabLst/>
        <a:defRPr sz="1400" b="0" i="0" kern="1200" baseline="0">
          <a:solidFill>
            <a:schemeClr val="tx1"/>
          </a:solidFill>
          <a:latin typeface="Arial" panose="020B0604020202020204" pitchFamily="34" charset="0"/>
          <a:ea typeface="+mn-ea"/>
          <a:cs typeface="Arial" panose="020B0604020202020204" pitchFamily="34" charset="0"/>
        </a:defRPr>
      </a:lvl1pPr>
      <a:lvl2pPr marL="358775" indent="-206375" algn="l" defTabSz="914400" rtl="0" eaLnBrk="1" latinLnBrk="0" hangingPunct="1">
        <a:lnSpc>
          <a:spcPct val="100000"/>
        </a:lnSpc>
        <a:spcBef>
          <a:spcPts val="600"/>
        </a:spcBef>
        <a:spcAft>
          <a:spcPts val="1000"/>
        </a:spcAft>
        <a:buFont typeface="Arial" panose="020B0604020202020204" pitchFamily="34" charset="0"/>
        <a:buChar char="•"/>
        <a:tabLst/>
        <a:defRPr sz="1400" b="0" i="0" kern="1200" baseline="0">
          <a:solidFill>
            <a:schemeClr val="tx1"/>
          </a:solidFill>
          <a:latin typeface="Arial" panose="020B0604020202020204" pitchFamily="34" charset="0"/>
          <a:ea typeface="+mn-ea"/>
          <a:cs typeface="Arial" panose="020B0604020202020204" pitchFamily="34" charset="0"/>
        </a:defRPr>
      </a:lvl2pPr>
      <a:lvl3pPr marL="0" indent="0" algn="l" defTabSz="914400" rtl="0" eaLnBrk="1" latinLnBrk="0" hangingPunct="1">
        <a:lnSpc>
          <a:spcPct val="100000"/>
        </a:lnSpc>
        <a:spcBef>
          <a:spcPts val="0"/>
        </a:spcBef>
        <a:spcAft>
          <a:spcPts val="1000"/>
        </a:spcAft>
        <a:buFont typeface="Arial" panose="020B0604020202020204" pitchFamily="34" charset="0"/>
        <a:buChar char="•"/>
        <a:tabLst/>
        <a:defRPr sz="1400" b="0" i="0" kern="1200" baseline="0">
          <a:solidFill>
            <a:schemeClr val="tx1"/>
          </a:solidFill>
          <a:latin typeface="Arial" panose="020B0604020202020204" pitchFamily="34" charset="0"/>
          <a:ea typeface="+mn-ea"/>
          <a:cs typeface="Arial" panose="020B0604020202020204" pitchFamily="34" charset="0"/>
        </a:defRPr>
      </a:lvl3pPr>
      <a:lvl4pPr marL="7938" indent="0" algn="l" defTabSz="914400" rtl="0" eaLnBrk="1" latinLnBrk="0" hangingPunct="1">
        <a:lnSpc>
          <a:spcPct val="90000"/>
        </a:lnSpc>
        <a:spcBef>
          <a:spcPts val="500"/>
        </a:spcBef>
        <a:buFont typeface="Arial" panose="020B0604020202020204" pitchFamily="34" charset="0"/>
        <a:buChar char="•"/>
        <a:tabLst/>
        <a:defRPr sz="1400" kern="1200" baseline="0">
          <a:solidFill>
            <a:schemeClr val="tx1"/>
          </a:solidFill>
          <a:latin typeface="Arial" panose="020B0604020202020204" pitchFamily="34" charset="0"/>
          <a:ea typeface="+mn-ea"/>
          <a:cs typeface="+mn-cs"/>
        </a:defRPr>
      </a:lvl4pPr>
      <a:lvl5pPr marL="223838" indent="-215900" algn="l" defTabSz="914400" rtl="0" eaLnBrk="1" latinLnBrk="0" hangingPunct="1">
        <a:lnSpc>
          <a:spcPct val="100000"/>
        </a:lnSpc>
        <a:spcBef>
          <a:spcPts val="0"/>
        </a:spcBef>
        <a:spcAft>
          <a:spcPts val="1000"/>
        </a:spcAft>
        <a:buClr>
          <a:schemeClr val="accent2"/>
        </a:buClr>
        <a:buFont typeface="+mj-lt"/>
        <a:buAutoNum type="arabicPeriod"/>
        <a:tabLst/>
        <a:defRPr sz="1400" b="0" i="0" kern="1200" baseline="0">
          <a:solidFill>
            <a:schemeClr val="tx1"/>
          </a:solidFill>
          <a:latin typeface="Arial" panose="020B0604020202020204" pitchFamily="34" charset="0"/>
          <a:ea typeface="+mn-ea"/>
          <a:cs typeface="Arial" panose="020B0604020202020204" pitchFamily="34" charset="0"/>
        </a:defRPr>
      </a:lvl5pPr>
      <a:lvl6pPr marL="223838" indent="-215900" algn="l" defTabSz="914400" rtl="0" eaLnBrk="1" latinLnBrk="0" hangingPunct="1">
        <a:lnSpc>
          <a:spcPct val="100000"/>
        </a:lnSpc>
        <a:spcBef>
          <a:spcPts val="600"/>
        </a:spcBef>
        <a:spcAft>
          <a:spcPts val="1000"/>
        </a:spcAft>
        <a:buClr>
          <a:schemeClr val="accent2"/>
        </a:buClr>
        <a:buFont typeface="+mj-lt"/>
        <a:buAutoNum type="alphaLcPeriod"/>
        <a:tabLst/>
        <a:defRPr sz="1400" b="0" i="0" kern="1200">
          <a:solidFill>
            <a:schemeClr val="tx1"/>
          </a:solidFill>
          <a:latin typeface="Arial" panose="020B0604020202020204" pitchFamily="34" charset="0"/>
          <a:ea typeface="+mn-ea"/>
          <a:cs typeface="Arial" panose="020B0604020202020204" pitchFamily="34" charset="0"/>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4899217"/>
      </p:ext>
    </p:extLst>
  </p:cSld>
  <p:clrMap bg1="lt1" tx1="dk1" bg2="lt2" tx2="dk2" accent1="accent1" accent2="accent2" accent3="accent3" accent4="accent4" accent5="accent5" accent6="accent6" hlink="hlink" folHlink="folHlink"/>
  <p:sldLayoutIdLst>
    <p:sldLayoutId id="2147483670" r:id="rId1"/>
    <p:sldLayoutId id="2147483671" r:id="rId2"/>
  </p:sldLayoutIdLst>
  <p:hf hdr="0" ftr="0" dt="0"/>
  <p:txStyles>
    <p:titleStyle>
      <a:lvl1pPr algn="l" defTabSz="914400" rtl="0" eaLnBrk="1" latinLnBrk="0" hangingPunct="1">
        <a:lnSpc>
          <a:spcPct val="90000"/>
        </a:lnSpc>
        <a:spcBef>
          <a:spcPct val="0"/>
        </a:spcBef>
        <a:buNone/>
        <a:defRPr sz="5400" b="0" i="0" kern="1200" baseline="0">
          <a:solidFill>
            <a:schemeClr val="tx1"/>
          </a:solidFill>
          <a:latin typeface="Arial" panose="020B0604020202020204" pitchFamily="34" charset="0"/>
          <a:ea typeface="+mj-ea"/>
          <a:cs typeface="+mj-cs"/>
        </a:defRPr>
      </a:lvl1pPr>
    </p:titleStyle>
    <p:bodyStyle>
      <a:lvl1pPr marL="0" indent="0" algn="l" defTabSz="914400" rtl="0" eaLnBrk="1" latinLnBrk="0" hangingPunct="1">
        <a:lnSpc>
          <a:spcPct val="100000"/>
        </a:lnSpc>
        <a:spcBef>
          <a:spcPts val="0"/>
        </a:spcBef>
        <a:spcAft>
          <a:spcPts val="2200"/>
        </a:spcAft>
        <a:buFont typeface="Arial" panose="020B0604020202020204" pitchFamily="34" charset="0"/>
        <a:buNone/>
        <a:tabLst/>
        <a:defRPr sz="1400" b="0" i="0" kern="1200" baseline="0">
          <a:solidFill>
            <a:schemeClr val="tx1"/>
          </a:solidFill>
          <a:latin typeface="Arial" panose="020B0604020202020204" pitchFamily="34" charset="0"/>
          <a:ea typeface="+mn-ea"/>
          <a:cs typeface="Arial" panose="020B0604020202020204" pitchFamily="34" charset="0"/>
        </a:defRPr>
      </a:lvl1pPr>
      <a:lvl2pPr marL="358775" indent="-206375" algn="l" defTabSz="914400" rtl="0" eaLnBrk="1" latinLnBrk="0" hangingPunct="1">
        <a:lnSpc>
          <a:spcPct val="100000"/>
        </a:lnSpc>
        <a:spcBef>
          <a:spcPts val="600"/>
        </a:spcBef>
        <a:spcAft>
          <a:spcPts val="1000"/>
        </a:spcAft>
        <a:buFont typeface="Arial" panose="020B0604020202020204" pitchFamily="34" charset="0"/>
        <a:buChar char="•"/>
        <a:tabLst/>
        <a:defRPr sz="1400" b="0" i="0" kern="1200" baseline="0">
          <a:solidFill>
            <a:schemeClr val="tx1"/>
          </a:solidFill>
          <a:latin typeface="Arial" panose="020B0604020202020204" pitchFamily="34" charset="0"/>
          <a:ea typeface="+mn-ea"/>
          <a:cs typeface="Arial" panose="020B0604020202020204" pitchFamily="34" charset="0"/>
        </a:defRPr>
      </a:lvl2pPr>
      <a:lvl3pPr marL="0" indent="0" algn="l" defTabSz="914400" rtl="0" eaLnBrk="1" latinLnBrk="0" hangingPunct="1">
        <a:lnSpc>
          <a:spcPct val="100000"/>
        </a:lnSpc>
        <a:spcBef>
          <a:spcPts val="0"/>
        </a:spcBef>
        <a:spcAft>
          <a:spcPts val="1000"/>
        </a:spcAft>
        <a:buFont typeface="Arial" panose="020B0604020202020204" pitchFamily="34" charset="0"/>
        <a:buChar char="•"/>
        <a:tabLst/>
        <a:defRPr sz="1400" b="0" i="0" kern="1200" baseline="0">
          <a:solidFill>
            <a:schemeClr val="tx1"/>
          </a:solidFill>
          <a:latin typeface="Arial" panose="020B0604020202020204" pitchFamily="34" charset="0"/>
          <a:ea typeface="+mn-ea"/>
          <a:cs typeface="Arial" panose="020B0604020202020204" pitchFamily="34" charset="0"/>
        </a:defRPr>
      </a:lvl3pPr>
      <a:lvl4pPr marL="7938" indent="0" algn="l" defTabSz="914400" rtl="0" eaLnBrk="1" latinLnBrk="0" hangingPunct="1">
        <a:lnSpc>
          <a:spcPct val="90000"/>
        </a:lnSpc>
        <a:spcBef>
          <a:spcPts val="500"/>
        </a:spcBef>
        <a:buFont typeface="Arial" panose="020B0604020202020204" pitchFamily="34" charset="0"/>
        <a:buChar char="•"/>
        <a:tabLst/>
        <a:defRPr sz="1400" kern="1200" baseline="0">
          <a:solidFill>
            <a:schemeClr val="tx1"/>
          </a:solidFill>
          <a:latin typeface="Arial" panose="020B0604020202020204" pitchFamily="34" charset="0"/>
          <a:ea typeface="+mn-ea"/>
          <a:cs typeface="+mn-cs"/>
        </a:defRPr>
      </a:lvl4pPr>
      <a:lvl5pPr marL="223838" indent="-215900" algn="l" defTabSz="914400" rtl="0" eaLnBrk="1" latinLnBrk="0" hangingPunct="1">
        <a:lnSpc>
          <a:spcPct val="100000"/>
        </a:lnSpc>
        <a:spcBef>
          <a:spcPts val="0"/>
        </a:spcBef>
        <a:spcAft>
          <a:spcPts val="1000"/>
        </a:spcAft>
        <a:buClr>
          <a:schemeClr val="accent2"/>
        </a:buClr>
        <a:buFont typeface="+mj-lt"/>
        <a:buAutoNum type="arabicPeriod"/>
        <a:tabLst/>
        <a:defRPr sz="1400" b="0" i="0" kern="1200" baseline="0">
          <a:solidFill>
            <a:schemeClr val="tx1"/>
          </a:solidFill>
          <a:latin typeface="Arial" panose="020B0604020202020204" pitchFamily="34" charset="0"/>
          <a:ea typeface="+mn-ea"/>
          <a:cs typeface="Arial" panose="020B0604020202020204" pitchFamily="34" charset="0"/>
        </a:defRPr>
      </a:lvl5pPr>
      <a:lvl6pPr marL="223838" indent="-215900" algn="l" defTabSz="914400" rtl="0" eaLnBrk="1" latinLnBrk="0" hangingPunct="1">
        <a:lnSpc>
          <a:spcPct val="100000"/>
        </a:lnSpc>
        <a:spcBef>
          <a:spcPts val="600"/>
        </a:spcBef>
        <a:spcAft>
          <a:spcPts val="1000"/>
        </a:spcAft>
        <a:buClr>
          <a:schemeClr val="accent2"/>
        </a:buClr>
        <a:buFont typeface="+mj-lt"/>
        <a:buAutoNum type="alphaLcPeriod"/>
        <a:tabLst/>
        <a:defRPr sz="1400" b="0" i="0" kern="1200">
          <a:solidFill>
            <a:schemeClr val="tx1"/>
          </a:solidFill>
          <a:latin typeface="Arial" panose="020B0604020202020204" pitchFamily="34" charset="0"/>
          <a:ea typeface="+mn-ea"/>
          <a:cs typeface="Arial" panose="020B0604020202020204" pitchFamily="34" charset="0"/>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4060218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 id="2147483690" r:id="rId18"/>
    <p:sldLayoutId id="2147483691" r:id="rId19"/>
    <p:sldLayoutId id="2147483692" r:id="rId20"/>
    <p:sldLayoutId id="2147483693" r:id="rId21"/>
    <p:sldLayoutId id="2147483694" r:id="rId22"/>
    <p:sldLayoutId id="2147483695" r:id="rId23"/>
    <p:sldLayoutId id="2147483696" r:id="rId24"/>
  </p:sldLayoutIdLst>
  <p:hf hdr="0" ftr="0" dt="0"/>
  <p:txStyles>
    <p:titleStyle>
      <a:lvl1pPr algn="l" defTabSz="914400" rtl="0" eaLnBrk="1" latinLnBrk="0" hangingPunct="1">
        <a:lnSpc>
          <a:spcPct val="90000"/>
        </a:lnSpc>
        <a:spcBef>
          <a:spcPct val="0"/>
        </a:spcBef>
        <a:buNone/>
        <a:defRPr sz="5400" b="0" i="0" kern="1200" baseline="0">
          <a:solidFill>
            <a:schemeClr val="tx1"/>
          </a:solidFill>
          <a:latin typeface="Arial" panose="020B0604020202020204" pitchFamily="34" charset="0"/>
          <a:ea typeface="+mj-ea"/>
          <a:cs typeface="+mj-cs"/>
        </a:defRPr>
      </a:lvl1pPr>
    </p:titleStyle>
    <p:bodyStyle>
      <a:lvl1pPr marL="0" indent="0" algn="l" defTabSz="914400" rtl="0" eaLnBrk="1" latinLnBrk="0" hangingPunct="1">
        <a:lnSpc>
          <a:spcPct val="100000"/>
        </a:lnSpc>
        <a:spcBef>
          <a:spcPts val="0"/>
        </a:spcBef>
        <a:spcAft>
          <a:spcPts val="2200"/>
        </a:spcAft>
        <a:buFont typeface="Arial" panose="020B0604020202020204" pitchFamily="34" charset="0"/>
        <a:buNone/>
        <a:tabLst/>
        <a:defRPr sz="1400" b="0" i="0" kern="1200" baseline="0">
          <a:solidFill>
            <a:schemeClr val="tx1"/>
          </a:solidFill>
          <a:latin typeface="Arial" panose="020B0604020202020204" pitchFamily="34" charset="0"/>
          <a:ea typeface="+mn-ea"/>
          <a:cs typeface="Arial" panose="020B0604020202020204" pitchFamily="34" charset="0"/>
        </a:defRPr>
      </a:lvl1pPr>
      <a:lvl2pPr marL="358775" indent="-206375" algn="l" defTabSz="914400" rtl="0" eaLnBrk="1" latinLnBrk="0" hangingPunct="1">
        <a:lnSpc>
          <a:spcPct val="100000"/>
        </a:lnSpc>
        <a:spcBef>
          <a:spcPts val="600"/>
        </a:spcBef>
        <a:spcAft>
          <a:spcPts val="1000"/>
        </a:spcAft>
        <a:buFont typeface="Arial" panose="020B0604020202020204" pitchFamily="34" charset="0"/>
        <a:buChar char="•"/>
        <a:tabLst/>
        <a:defRPr sz="1400" b="0" i="0" kern="1200" baseline="0">
          <a:solidFill>
            <a:schemeClr val="tx1"/>
          </a:solidFill>
          <a:latin typeface="Arial" panose="020B0604020202020204" pitchFamily="34" charset="0"/>
          <a:ea typeface="+mn-ea"/>
          <a:cs typeface="Arial" panose="020B0604020202020204" pitchFamily="34" charset="0"/>
        </a:defRPr>
      </a:lvl2pPr>
      <a:lvl3pPr marL="0" indent="0" algn="l" defTabSz="914400" rtl="0" eaLnBrk="1" latinLnBrk="0" hangingPunct="1">
        <a:lnSpc>
          <a:spcPct val="100000"/>
        </a:lnSpc>
        <a:spcBef>
          <a:spcPts val="0"/>
        </a:spcBef>
        <a:spcAft>
          <a:spcPts val="1000"/>
        </a:spcAft>
        <a:buFont typeface="Arial" panose="020B0604020202020204" pitchFamily="34" charset="0"/>
        <a:buChar char="•"/>
        <a:tabLst/>
        <a:defRPr sz="1400" b="0" i="0" kern="1200" baseline="0">
          <a:solidFill>
            <a:schemeClr val="tx1"/>
          </a:solidFill>
          <a:latin typeface="Arial" panose="020B0604020202020204" pitchFamily="34" charset="0"/>
          <a:ea typeface="+mn-ea"/>
          <a:cs typeface="Arial" panose="020B0604020202020204" pitchFamily="34" charset="0"/>
        </a:defRPr>
      </a:lvl3pPr>
      <a:lvl4pPr marL="7938" indent="0" algn="l" defTabSz="914400" rtl="0" eaLnBrk="1" latinLnBrk="0" hangingPunct="1">
        <a:lnSpc>
          <a:spcPct val="90000"/>
        </a:lnSpc>
        <a:spcBef>
          <a:spcPts val="500"/>
        </a:spcBef>
        <a:buFont typeface="Arial" panose="020B0604020202020204" pitchFamily="34" charset="0"/>
        <a:buChar char="•"/>
        <a:tabLst/>
        <a:defRPr sz="1400" kern="1200" baseline="0">
          <a:solidFill>
            <a:schemeClr val="tx1"/>
          </a:solidFill>
          <a:latin typeface="Arial" panose="020B0604020202020204" pitchFamily="34" charset="0"/>
          <a:ea typeface="+mn-ea"/>
          <a:cs typeface="+mn-cs"/>
        </a:defRPr>
      </a:lvl4pPr>
      <a:lvl5pPr marL="223838" indent="-215900" algn="l" defTabSz="914400" rtl="0" eaLnBrk="1" latinLnBrk="0" hangingPunct="1">
        <a:lnSpc>
          <a:spcPct val="100000"/>
        </a:lnSpc>
        <a:spcBef>
          <a:spcPts val="0"/>
        </a:spcBef>
        <a:spcAft>
          <a:spcPts val="1000"/>
        </a:spcAft>
        <a:buClr>
          <a:schemeClr val="accent2"/>
        </a:buClr>
        <a:buFont typeface="+mj-lt"/>
        <a:buAutoNum type="arabicPeriod"/>
        <a:tabLst/>
        <a:defRPr sz="1400" b="0" i="0" kern="1200" baseline="0">
          <a:solidFill>
            <a:schemeClr val="tx1"/>
          </a:solidFill>
          <a:latin typeface="Arial" panose="020B0604020202020204" pitchFamily="34" charset="0"/>
          <a:ea typeface="+mn-ea"/>
          <a:cs typeface="Arial" panose="020B0604020202020204" pitchFamily="34" charset="0"/>
        </a:defRPr>
      </a:lvl5pPr>
      <a:lvl6pPr marL="223838" indent="-215900" algn="l" defTabSz="914400" rtl="0" eaLnBrk="1" latinLnBrk="0" hangingPunct="1">
        <a:lnSpc>
          <a:spcPct val="100000"/>
        </a:lnSpc>
        <a:spcBef>
          <a:spcPts val="600"/>
        </a:spcBef>
        <a:spcAft>
          <a:spcPts val="1000"/>
        </a:spcAft>
        <a:buClr>
          <a:schemeClr val="accent2"/>
        </a:buClr>
        <a:buFont typeface="+mj-lt"/>
        <a:buAutoNum type="alphaLcPeriod"/>
        <a:tabLst/>
        <a:defRPr sz="1400" b="0" i="0" kern="1200">
          <a:solidFill>
            <a:schemeClr val="tx1"/>
          </a:solidFill>
          <a:latin typeface="Arial" panose="020B0604020202020204" pitchFamily="34" charset="0"/>
          <a:ea typeface="+mn-ea"/>
          <a:cs typeface="Arial" panose="020B0604020202020204" pitchFamily="34" charset="0"/>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62812998"/>
      </p:ext>
    </p:extLst>
  </p:cSld>
  <p:clrMap bg1="lt1" tx1="dk1" bg2="lt2" tx2="dk2" accent1="accent1" accent2="accent2" accent3="accent3" accent4="accent4" accent5="accent5" accent6="accent6" hlink="hlink" folHlink="folHlink"/>
  <p:sldLayoutIdLst>
    <p:sldLayoutId id="2147483698" r:id="rId1"/>
    <p:sldLayoutId id="2147483699" r:id="rId2"/>
  </p:sldLayoutIdLst>
  <p:hf hdr="0" ftr="0" dt="0"/>
  <p:txStyles>
    <p:titleStyle>
      <a:lvl1pPr algn="l" defTabSz="914400" rtl="0" eaLnBrk="1" latinLnBrk="0" hangingPunct="1">
        <a:lnSpc>
          <a:spcPct val="90000"/>
        </a:lnSpc>
        <a:spcBef>
          <a:spcPct val="0"/>
        </a:spcBef>
        <a:buNone/>
        <a:defRPr sz="5400" b="0" i="0"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18.jpeg"/><Relationship Id="rId5" Type="http://schemas.openxmlformats.org/officeDocument/2006/relationships/image" Target="../media/image17.jpeg"/><Relationship Id="rId4" Type="http://schemas.openxmlformats.org/officeDocument/2006/relationships/image" Target="../media/image16.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230.png"/><Relationship Id="rId7" Type="http://schemas.openxmlformats.org/officeDocument/2006/relationships/image" Target="../media/image32.png"/><Relationship Id="rId2" Type="http://schemas.openxmlformats.org/officeDocument/2006/relationships/notesSlide" Target="../notesSlides/notesSlide7.xml"/><Relationship Id="rId1" Type="http://schemas.openxmlformats.org/officeDocument/2006/relationships/slideLayout" Target="../slideLayouts/slideLayout22.xml"/><Relationship Id="rId6" Type="http://schemas.openxmlformats.org/officeDocument/2006/relationships/image" Target="../media/image31.png"/><Relationship Id="rId5" Type="http://schemas.openxmlformats.org/officeDocument/2006/relationships/image" Target="../media/image23.png"/><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2.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22.xml"/></Relationships>
</file>

<file path=ppt/slides/_rels/slide18.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6.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2.xml"/></Relationships>
</file>

<file path=ppt/slides/_rels/slide21.xml.rels><?xml version="1.0" encoding="UTF-8" standalone="yes"?>
<Relationships xmlns="http://schemas.openxmlformats.org/package/2006/relationships"><Relationship Id="rId3" Type="http://schemas.openxmlformats.org/officeDocument/2006/relationships/image" Target="../media/image28.gif"/><Relationship Id="rId2" Type="http://schemas.openxmlformats.org/officeDocument/2006/relationships/notesSlide" Target="../notesSlides/notesSlide11.xml"/><Relationship Id="rId1" Type="http://schemas.openxmlformats.org/officeDocument/2006/relationships/slideLayout" Target="../slideLayouts/slideLayout22.xml"/></Relationships>
</file>

<file path=ppt/slides/_rels/slide22.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12.xml"/><Relationship Id="rId1" Type="http://schemas.openxmlformats.org/officeDocument/2006/relationships/slideLayout" Target="../slideLayouts/slideLayout22.xml"/></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3.xml"/><Relationship Id="rId1" Type="http://schemas.openxmlformats.org/officeDocument/2006/relationships/slideLayout" Target="../slideLayouts/slideLayout22.xml"/></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4.xml"/><Relationship Id="rId1" Type="http://schemas.openxmlformats.org/officeDocument/2006/relationships/slideLayout" Target="../slideLayouts/slideLayout22.xml"/><Relationship Id="rId5" Type="http://schemas.openxmlformats.org/officeDocument/2006/relationships/image" Target="../media/image35.png"/><Relationship Id="rId4" Type="http://schemas.openxmlformats.org/officeDocument/2006/relationships/image" Target="../media/image34.png"/></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22.xml"/><Relationship Id="rId5" Type="http://schemas.openxmlformats.org/officeDocument/2006/relationships/image" Target="../media/image390.png"/><Relationship Id="rId4" Type="http://schemas.openxmlformats.org/officeDocument/2006/relationships/image" Target="../media/image3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7.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430.png"/><Relationship Id="rId2" Type="http://schemas.openxmlformats.org/officeDocument/2006/relationships/notesSlide" Target="../notesSlides/notesSlide17.xml"/><Relationship Id="rId1" Type="http://schemas.openxmlformats.org/officeDocument/2006/relationships/slideLayout" Target="../slideLayouts/slideLayout22.xml"/><Relationship Id="rId4" Type="http://schemas.openxmlformats.org/officeDocument/2006/relationships/image" Target="../media/image38.png"/></Relationships>
</file>

<file path=ppt/slides/_rels/slide29.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18.xml"/><Relationship Id="rId1" Type="http://schemas.openxmlformats.org/officeDocument/2006/relationships/slideLayout" Target="../slideLayouts/slideLayout22.xml"/><Relationship Id="rId6" Type="http://schemas.openxmlformats.org/officeDocument/2006/relationships/image" Target="../media/image42.jpeg"/><Relationship Id="rId5" Type="http://schemas.openxmlformats.org/officeDocument/2006/relationships/image" Target="../media/image41.png"/><Relationship Id="rId4" Type="http://schemas.openxmlformats.org/officeDocument/2006/relationships/image" Target="../media/image40.jpeg"/></Relationships>
</file>

<file path=ppt/slides/_rels/slide3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9.xml"/><Relationship Id="rId1" Type="http://schemas.openxmlformats.org/officeDocument/2006/relationships/slideLayout" Target="../slideLayouts/slideLayout22.xml"/><Relationship Id="rId4" Type="http://schemas.openxmlformats.org/officeDocument/2006/relationships/image" Target="../media/image44.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3.xml.rels><?xml version="1.0" encoding="UTF-8" standalone="yes"?>
<Relationships xmlns="http://schemas.openxmlformats.org/package/2006/relationships"><Relationship Id="rId3" Type="http://schemas.openxmlformats.org/officeDocument/2006/relationships/hyperlink" Target="https://www.nature.com/articles/s41596-020-0353-1" TargetMode="External"/><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2.xml"/></Relationships>
</file>

<file path=ppt/slides/_rels/slide3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1.xml"/><Relationship Id="rId1" Type="http://schemas.openxmlformats.org/officeDocument/2006/relationships/slideLayout" Target="../slideLayouts/slideLayout22.xml"/></Relationships>
</file>

<file path=ppt/slides/_rels/slide3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2.xml"/><Relationship Id="rId1" Type="http://schemas.openxmlformats.org/officeDocument/2006/relationships/slideLayout" Target="../slideLayouts/slideLayout22.xml"/></Relationships>
</file>

<file path=ppt/slides/_rels/slide3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3.xml"/><Relationship Id="rId1" Type="http://schemas.openxmlformats.org/officeDocument/2006/relationships/slideLayout" Target="../slideLayouts/slideLayout22.xml"/></Relationships>
</file>

<file path=ppt/slides/_rels/slide3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4.xml"/><Relationship Id="rId1" Type="http://schemas.openxmlformats.org/officeDocument/2006/relationships/slideLayout" Target="../slideLayouts/slideLayout22.xml"/><Relationship Id="rId4" Type="http://schemas.openxmlformats.org/officeDocument/2006/relationships/image" Target="../media/image47.png"/></Relationships>
</file>

<file path=ppt/slides/_rels/slide3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5.xml"/><Relationship Id="rId1" Type="http://schemas.openxmlformats.org/officeDocument/2006/relationships/slideLayout" Target="../slideLayouts/slideLayout22.xml"/></Relationships>
</file>

<file path=ppt/slides/_rels/slide4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6.xml"/><Relationship Id="rId1" Type="http://schemas.openxmlformats.org/officeDocument/2006/relationships/slideLayout" Target="../slideLayouts/slideLayout22.xml"/><Relationship Id="rId4" Type="http://schemas.openxmlformats.org/officeDocument/2006/relationships/image" Target="../media/image49.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2.xml"/></Relationships>
</file>

<file path=ppt/slides/_rels/slide4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8.xml"/><Relationship Id="rId1" Type="http://schemas.openxmlformats.org/officeDocument/2006/relationships/slideLayout" Target="../slideLayouts/slideLayout22.xml"/><Relationship Id="rId4" Type="http://schemas.openxmlformats.org/officeDocument/2006/relationships/image" Target="../media/image500.png"/></Relationships>
</file>

<file path=ppt/slides/_rels/slide43.xml.rels><?xml version="1.0" encoding="UTF-8" standalone="yes"?>
<Relationships xmlns="http://schemas.openxmlformats.org/package/2006/relationships"><Relationship Id="rId3" Type="http://schemas.openxmlformats.org/officeDocument/2006/relationships/image" Target="../media/image510.png"/><Relationship Id="rId2" Type="http://schemas.openxmlformats.org/officeDocument/2006/relationships/notesSlide" Target="../notesSlides/notesSlide29.xml"/><Relationship Id="rId1" Type="http://schemas.openxmlformats.org/officeDocument/2006/relationships/slideLayout" Target="../slideLayouts/slideLayout2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1.xml"/><Relationship Id="rId1" Type="http://schemas.openxmlformats.org/officeDocument/2006/relationships/slideLayout" Target="../slideLayouts/slideLayout22.xml"/><Relationship Id="rId4" Type="http://schemas.openxmlformats.org/officeDocument/2006/relationships/image" Target="../media/image50.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2.xml"/><Relationship Id="rId1" Type="http://schemas.openxmlformats.org/officeDocument/2006/relationships/slideLayout" Target="../slideLayouts/slideLayout22.xml"/><Relationship Id="rId4" Type="http://schemas.openxmlformats.org/officeDocument/2006/relationships/image" Target="../media/image51.png"/></Relationships>
</file>

<file path=ppt/slides/_rels/slide4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3.xml"/><Relationship Id="rId1" Type="http://schemas.openxmlformats.org/officeDocument/2006/relationships/slideLayout" Target="../slideLayouts/slideLayout22.xml"/></Relationships>
</file>

<file path=ppt/slides/_rels/slide5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4.xml"/><Relationship Id="rId1" Type="http://schemas.openxmlformats.org/officeDocument/2006/relationships/slideLayout" Target="../slideLayouts/slideLayout22.xml"/><Relationship Id="rId4" Type="http://schemas.openxmlformats.org/officeDocument/2006/relationships/image" Target="../media/image54.png"/></Relationships>
</file>

<file path=ppt/slides/_rels/slide51.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35.xml"/><Relationship Id="rId1" Type="http://schemas.openxmlformats.org/officeDocument/2006/relationships/slideLayout" Target="../slideLayouts/slideLayout22.xml"/></Relationships>
</file>

<file path=ppt/slides/_rels/slide5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6.xml"/><Relationship Id="rId1" Type="http://schemas.openxmlformats.org/officeDocument/2006/relationships/slideLayout" Target="../slideLayouts/slideLayout22.xml"/></Relationships>
</file>

<file path=ppt/slides/_rels/slide5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2.xml"/></Relationships>
</file>

<file path=ppt/slides/_rels/slide5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40.xml"/><Relationship Id="rId1" Type="http://schemas.openxmlformats.org/officeDocument/2006/relationships/slideLayout" Target="../slideLayouts/slideLayout22.xml"/></Relationships>
</file>

<file path=ppt/slides/_rels/slide5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41.xml"/><Relationship Id="rId1" Type="http://schemas.openxmlformats.org/officeDocument/2006/relationships/slideLayout" Target="../slideLayouts/slideLayout22.xml"/><Relationship Id="rId4" Type="http://schemas.openxmlformats.org/officeDocument/2006/relationships/image" Target="../media/image61.png"/></Relationships>
</file>

<file path=ppt/slides/_rels/slide59.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42.xml"/><Relationship Id="rId1" Type="http://schemas.openxmlformats.org/officeDocument/2006/relationships/slideLayout" Target="../slideLayouts/slideLayout22.xml"/><Relationship Id="rId4" Type="http://schemas.openxmlformats.org/officeDocument/2006/relationships/image" Target="../media/image63.png"/></Relationships>
</file>

<file path=ppt/slides/_rels/slide60.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43.xml"/><Relationship Id="rId1" Type="http://schemas.openxmlformats.org/officeDocument/2006/relationships/slideLayout" Target="../slideLayouts/slideLayout22.xml"/></Relationships>
</file>

<file path=ppt/slides/_rels/slide61.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44.xml"/><Relationship Id="rId1" Type="http://schemas.openxmlformats.org/officeDocument/2006/relationships/slideLayout" Target="../slideLayouts/slideLayout2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el 13">
            <a:extLst>
              <a:ext uri="{FF2B5EF4-FFF2-40B4-BE49-F238E27FC236}">
                <a16:creationId xmlns:a16="http://schemas.microsoft.com/office/drawing/2014/main" id="{C9477DFB-6A09-C84A-8265-B6DA996E2A35}"/>
              </a:ext>
            </a:extLst>
          </p:cNvPr>
          <p:cNvSpPr>
            <a:spLocks noGrp="1"/>
          </p:cNvSpPr>
          <p:nvPr>
            <p:ph type="title"/>
          </p:nvPr>
        </p:nvSpPr>
        <p:spPr>
          <a:xfrm>
            <a:off x="1175657" y="3042000"/>
            <a:ext cx="10070275" cy="1590308"/>
          </a:xfrm>
        </p:spPr>
        <p:txBody>
          <a:bodyPr/>
          <a:lstStyle/>
          <a:p>
            <a:r>
              <a:rPr lang="en-US" dirty="0"/>
              <a:t>Polygenic scores</a:t>
            </a:r>
          </a:p>
        </p:txBody>
      </p:sp>
      <p:sp>
        <p:nvSpPr>
          <p:cNvPr id="15" name="Textplatzhalter 14">
            <a:extLst>
              <a:ext uri="{FF2B5EF4-FFF2-40B4-BE49-F238E27FC236}">
                <a16:creationId xmlns:a16="http://schemas.microsoft.com/office/drawing/2014/main" id="{9ACD076C-F0DF-544C-A795-F1CF48E0A95B}"/>
              </a:ext>
            </a:extLst>
          </p:cNvPr>
          <p:cNvSpPr>
            <a:spLocks noGrp="1"/>
          </p:cNvSpPr>
          <p:nvPr>
            <p:ph type="body" sz="quarter" idx="10"/>
          </p:nvPr>
        </p:nvSpPr>
        <p:spPr>
          <a:xfrm>
            <a:off x="1270800" y="4996800"/>
            <a:ext cx="5400000" cy="523220"/>
          </a:xfrm>
        </p:spPr>
        <p:txBody>
          <a:bodyPr/>
          <a:lstStyle/>
          <a:p>
            <a:r>
              <a:rPr lang="en-US" dirty="0"/>
              <a:t>Ana Luiza Arruda</a:t>
            </a:r>
          </a:p>
          <a:p>
            <a:r>
              <a:rPr lang="en-US" dirty="0"/>
              <a:t>Volos Summer School 2026</a:t>
            </a:r>
          </a:p>
        </p:txBody>
      </p:sp>
    </p:spTree>
    <p:extLst>
      <p:ext uri="{BB962C8B-B14F-4D97-AF65-F5344CB8AC3E}">
        <p14:creationId xmlns:p14="http://schemas.microsoft.com/office/powerpoint/2010/main" val="3573867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12CC60B7-25E0-8E4E-A54F-759F222AF4E5}"/>
              </a:ext>
            </a:extLst>
          </p:cNvPr>
          <p:cNvSpPr>
            <a:spLocks noGrp="1"/>
          </p:cNvSpPr>
          <p:nvPr>
            <p:ph type="body" sz="quarter" idx="10"/>
          </p:nvPr>
        </p:nvSpPr>
        <p:spPr>
          <a:xfrm>
            <a:off x="1306800" y="1209600"/>
            <a:ext cx="3600000" cy="584775"/>
          </a:xfrm>
        </p:spPr>
        <p:txBody>
          <a:bodyPr/>
          <a:lstStyle/>
          <a:p>
            <a:r>
              <a:rPr lang="en-US" b="1" dirty="0"/>
              <a:t>Agenda</a:t>
            </a:r>
          </a:p>
        </p:txBody>
      </p:sp>
      <p:sp>
        <p:nvSpPr>
          <p:cNvPr id="10" name="Textplatzhalter 9">
            <a:extLst>
              <a:ext uri="{FF2B5EF4-FFF2-40B4-BE49-F238E27FC236}">
                <a16:creationId xmlns:a16="http://schemas.microsoft.com/office/drawing/2014/main" id="{4D46998C-406A-7C41-B86B-926C3E7E400A}"/>
              </a:ext>
            </a:extLst>
          </p:cNvPr>
          <p:cNvSpPr>
            <a:spLocks noGrp="1"/>
          </p:cNvSpPr>
          <p:nvPr>
            <p:ph type="body" sz="quarter" idx="11"/>
          </p:nvPr>
        </p:nvSpPr>
        <p:spPr>
          <a:xfrm>
            <a:off x="1306800" y="2196000"/>
            <a:ext cx="3600000" cy="1461939"/>
          </a:xfrm>
        </p:spPr>
        <p:txBody>
          <a:bodyPr/>
          <a:lstStyle/>
          <a:p>
            <a:r>
              <a:rPr lang="en-US" dirty="0"/>
              <a:t>Human genetics recap</a:t>
            </a:r>
          </a:p>
          <a:p>
            <a:r>
              <a:rPr lang="en-US" dirty="0"/>
              <a:t>GWAS recap</a:t>
            </a:r>
          </a:p>
          <a:p>
            <a:r>
              <a:rPr lang="en-US" dirty="0"/>
              <a:t>Complex traits</a:t>
            </a:r>
          </a:p>
          <a:p>
            <a:r>
              <a:rPr lang="en-US" dirty="0"/>
              <a:t>Polygenic scores</a:t>
            </a:r>
          </a:p>
        </p:txBody>
      </p:sp>
    </p:spTree>
    <p:extLst>
      <p:ext uri="{BB962C8B-B14F-4D97-AF65-F5344CB8AC3E}">
        <p14:creationId xmlns:p14="http://schemas.microsoft.com/office/powerpoint/2010/main" val="18561029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platzhalter 14">
            <a:extLst>
              <a:ext uri="{FF2B5EF4-FFF2-40B4-BE49-F238E27FC236}">
                <a16:creationId xmlns:a16="http://schemas.microsoft.com/office/drawing/2014/main" id="{C71C2824-B117-0D45-9D5A-80F61C83CEDE}"/>
              </a:ext>
            </a:extLst>
          </p:cNvPr>
          <p:cNvSpPr>
            <a:spLocks noGrp="1"/>
          </p:cNvSpPr>
          <p:nvPr>
            <p:ph type="body" sz="quarter" idx="10"/>
          </p:nvPr>
        </p:nvSpPr>
        <p:spPr>
          <a:xfrm>
            <a:off x="1141200" y="1598400"/>
            <a:ext cx="7200000" cy="707886"/>
          </a:xfrm>
        </p:spPr>
        <p:txBody>
          <a:bodyPr/>
          <a:lstStyle/>
          <a:p>
            <a:r>
              <a:rPr lang="en-US" dirty="0"/>
              <a:t>1</a:t>
            </a:r>
          </a:p>
        </p:txBody>
      </p:sp>
      <p:sp>
        <p:nvSpPr>
          <p:cNvPr id="17" name="Textplatzhalter 16">
            <a:extLst>
              <a:ext uri="{FF2B5EF4-FFF2-40B4-BE49-F238E27FC236}">
                <a16:creationId xmlns:a16="http://schemas.microsoft.com/office/drawing/2014/main" id="{6636A809-B452-D846-9163-71D92F1C39EE}"/>
              </a:ext>
            </a:extLst>
          </p:cNvPr>
          <p:cNvSpPr>
            <a:spLocks noGrp="1"/>
          </p:cNvSpPr>
          <p:nvPr>
            <p:ph type="body" sz="quarter" idx="11"/>
          </p:nvPr>
        </p:nvSpPr>
        <p:spPr>
          <a:xfrm>
            <a:off x="1141200" y="2538000"/>
            <a:ext cx="7200000" cy="707886"/>
          </a:xfrm>
        </p:spPr>
        <p:txBody>
          <a:bodyPr/>
          <a:lstStyle/>
          <a:p>
            <a:r>
              <a:rPr lang="en-US" dirty="0"/>
              <a:t>Human genetics recap</a:t>
            </a:r>
          </a:p>
        </p:txBody>
      </p:sp>
    </p:spTree>
    <p:extLst>
      <p:ext uri="{BB962C8B-B14F-4D97-AF65-F5344CB8AC3E}">
        <p14:creationId xmlns:p14="http://schemas.microsoft.com/office/powerpoint/2010/main" val="41489837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5DF5D8E-4463-4091-8A71-20DEB454EB32}"/>
              </a:ext>
            </a:extLst>
          </p:cNvPr>
          <p:cNvSpPr>
            <a:spLocks noGrp="1"/>
          </p:cNvSpPr>
          <p:nvPr>
            <p:ph type="body" sz="quarter" idx="10"/>
          </p:nvPr>
        </p:nvSpPr>
        <p:spPr>
          <a:xfrm>
            <a:off x="2217600" y="1288800"/>
            <a:ext cx="8640000" cy="1015663"/>
          </a:xfrm>
        </p:spPr>
        <p:txBody>
          <a:bodyPr/>
          <a:lstStyle/>
          <a:p>
            <a:r>
              <a:rPr lang="en-US" dirty="0"/>
              <a:t>What is a </a:t>
            </a:r>
            <a:r>
              <a:rPr lang="en-US" b="1" dirty="0"/>
              <a:t>gene</a:t>
            </a:r>
            <a:r>
              <a:rPr lang="en-US" dirty="0"/>
              <a:t>?</a:t>
            </a:r>
            <a:endParaRPr lang="de-DE" dirty="0"/>
          </a:p>
        </p:txBody>
      </p:sp>
    </p:spTree>
    <p:extLst>
      <p:ext uri="{BB962C8B-B14F-4D97-AF65-F5344CB8AC3E}">
        <p14:creationId xmlns:p14="http://schemas.microsoft.com/office/powerpoint/2010/main" val="6703390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FD55DF13-2BA4-45AF-8DD9-7F76D1DDCE85}"/>
              </a:ext>
            </a:extLst>
          </p:cNvPr>
          <p:cNvSpPr txBox="1">
            <a:spLocks/>
          </p:cNvSpPr>
          <p:nvPr/>
        </p:nvSpPr>
        <p:spPr>
          <a:xfrm>
            <a:off x="838200" y="591267"/>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de-DE" sz="3600" dirty="0">
              <a:latin typeface="Arial" panose="020B0604020202020204" pitchFamily="34" charset="0"/>
              <a:cs typeface="Arial" panose="020B0604020202020204" pitchFamily="34" charset="0"/>
            </a:endParaRPr>
          </a:p>
        </p:txBody>
      </p:sp>
      <p:sp>
        <p:nvSpPr>
          <p:cNvPr id="2" name="TextBox 1">
            <a:extLst>
              <a:ext uri="{FF2B5EF4-FFF2-40B4-BE49-F238E27FC236}">
                <a16:creationId xmlns:a16="http://schemas.microsoft.com/office/drawing/2014/main" id="{3D06C79E-33CE-4C1A-BFA5-EA2CD1E9B27B}"/>
              </a:ext>
            </a:extLst>
          </p:cNvPr>
          <p:cNvSpPr txBox="1"/>
          <p:nvPr/>
        </p:nvSpPr>
        <p:spPr>
          <a:xfrm>
            <a:off x="486697" y="1135626"/>
            <a:ext cx="11053916" cy="2677656"/>
          </a:xfrm>
          <a:prstGeom prst="rect">
            <a:avLst/>
          </a:prstGeom>
          <a:noFill/>
        </p:spPr>
        <p:txBody>
          <a:bodyPr wrap="square" rtlCol="0">
            <a:spAutoFit/>
          </a:bodyPr>
          <a:lstStyle/>
          <a:p>
            <a:r>
              <a:rPr lang="en-US" sz="2400" dirty="0"/>
              <a:t>A gene is a </a:t>
            </a:r>
            <a:r>
              <a:rPr lang="en-US" sz="2400" b="1" dirty="0"/>
              <a:t>sequence of nucleotides</a:t>
            </a:r>
            <a:r>
              <a:rPr lang="en-US" sz="2400" dirty="0"/>
              <a:t> in DNA or RNA that </a:t>
            </a:r>
            <a:r>
              <a:rPr lang="en-US" sz="2400" b="1" dirty="0"/>
              <a:t>encodes the synthesis of a gene product</a:t>
            </a:r>
            <a:r>
              <a:rPr lang="en-US" sz="2400" dirty="0"/>
              <a:t>, either RNA or protein. </a:t>
            </a:r>
          </a:p>
          <a:p>
            <a:endParaRPr lang="en-US" sz="2400" dirty="0"/>
          </a:p>
          <a:p>
            <a:r>
              <a:rPr lang="en-US" sz="2400" dirty="0"/>
              <a:t>A genome region that includes all of the sequence elements necessary to </a:t>
            </a:r>
            <a:r>
              <a:rPr lang="en-US" sz="2400" b="1" dirty="0"/>
              <a:t>encode a functional transcript</a:t>
            </a:r>
            <a:r>
              <a:rPr lang="en-US" sz="2400" dirty="0"/>
              <a:t> and specifies a trait.</a:t>
            </a:r>
          </a:p>
          <a:p>
            <a:endParaRPr lang="en-US" sz="2400" dirty="0"/>
          </a:p>
          <a:p>
            <a:endParaRPr lang="de-DE" sz="2400" dirty="0"/>
          </a:p>
        </p:txBody>
      </p:sp>
      <p:pic>
        <p:nvPicPr>
          <p:cNvPr id="2052" name="Picture 4" descr="Genes and Genetics (for Teens) - Nemours KidsHealth">
            <a:extLst>
              <a:ext uri="{FF2B5EF4-FFF2-40B4-BE49-F238E27FC236}">
                <a16:creationId xmlns:a16="http://schemas.microsoft.com/office/drawing/2014/main" id="{23B6695D-3D7E-4E5B-8467-084771C9D0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34126" y="3555635"/>
            <a:ext cx="4828784" cy="27110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05536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5DF5D8E-4463-4091-8A71-20DEB454EB32}"/>
              </a:ext>
            </a:extLst>
          </p:cNvPr>
          <p:cNvSpPr>
            <a:spLocks noGrp="1"/>
          </p:cNvSpPr>
          <p:nvPr>
            <p:ph type="body" sz="quarter" idx="10"/>
          </p:nvPr>
        </p:nvSpPr>
        <p:spPr>
          <a:xfrm>
            <a:off x="2217600" y="1288800"/>
            <a:ext cx="8640000" cy="1015663"/>
          </a:xfrm>
        </p:spPr>
        <p:txBody>
          <a:bodyPr/>
          <a:lstStyle/>
          <a:p>
            <a:r>
              <a:rPr lang="en-US" dirty="0"/>
              <a:t>What is an </a:t>
            </a:r>
            <a:r>
              <a:rPr lang="en-US" b="1" dirty="0"/>
              <a:t>allele</a:t>
            </a:r>
            <a:r>
              <a:rPr lang="en-US" dirty="0"/>
              <a:t>?</a:t>
            </a:r>
            <a:endParaRPr lang="de-DE" dirty="0"/>
          </a:p>
        </p:txBody>
      </p:sp>
    </p:spTree>
    <p:extLst>
      <p:ext uri="{BB962C8B-B14F-4D97-AF65-F5344CB8AC3E}">
        <p14:creationId xmlns:p14="http://schemas.microsoft.com/office/powerpoint/2010/main" val="41448779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s://lh3.googleusercontent.com/EEhYAqUn81dmGE3JUHfl2e3-9Hyywma7L5kwO7D3qzei3ouLoGtfgkbCtp2e-_EDoXhvIbh5-Nh_AgfXcOnPK6uSde-BFYQu_7SSnhLhMY8IBQCTDFD6_XmF65TLb2fABxJrLbvsjgLAPsWkKeQRbbU84pzsi29xypAxMbX_MXHw-0OLYMkhdAT3tMXh">
            <a:extLst>
              <a:ext uri="{FF2B5EF4-FFF2-40B4-BE49-F238E27FC236}">
                <a16:creationId xmlns:a16="http://schemas.microsoft.com/office/drawing/2014/main" id="{81C8FE03-38FE-4A92-AE8B-14B5F17C7A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6515" y="2636069"/>
            <a:ext cx="5943600" cy="294322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 name="Table 1">
            <a:extLst>
              <a:ext uri="{FF2B5EF4-FFF2-40B4-BE49-F238E27FC236}">
                <a16:creationId xmlns:a16="http://schemas.microsoft.com/office/drawing/2014/main" id="{E0A4B96E-744B-4850-84E7-CEDCA7343A7A}"/>
              </a:ext>
            </a:extLst>
          </p:cNvPr>
          <p:cNvGraphicFramePr>
            <a:graphicFrameLocks noGrp="1"/>
          </p:cNvGraphicFramePr>
          <p:nvPr>
            <p:extLst>
              <p:ext uri="{D42A27DB-BD31-4B8C-83A1-F6EECF244321}">
                <p14:modId xmlns:p14="http://schemas.microsoft.com/office/powerpoint/2010/main" val="2682872440"/>
              </p:ext>
            </p:extLst>
          </p:nvPr>
        </p:nvGraphicFramePr>
        <p:xfrm>
          <a:off x="8470491" y="3293909"/>
          <a:ext cx="2207342" cy="1295400"/>
        </p:xfrm>
        <a:graphic>
          <a:graphicData uri="http://schemas.openxmlformats.org/drawingml/2006/table">
            <a:tbl>
              <a:tblPr firstRow="1"/>
              <a:tblGrid>
                <a:gridCol w="481781">
                  <a:extLst>
                    <a:ext uri="{9D8B030D-6E8A-4147-A177-3AD203B41FA5}">
                      <a16:colId xmlns:a16="http://schemas.microsoft.com/office/drawing/2014/main" val="1808891247"/>
                    </a:ext>
                  </a:extLst>
                </a:gridCol>
                <a:gridCol w="567813">
                  <a:extLst>
                    <a:ext uri="{9D8B030D-6E8A-4147-A177-3AD203B41FA5}">
                      <a16:colId xmlns:a16="http://schemas.microsoft.com/office/drawing/2014/main" val="3047326328"/>
                    </a:ext>
                  </a:extLst>
                </a:gridCol>
                <a:gridCol w="553065">
                  <a:extLst>
                    <a:ext uri="{9D8B030D-6E8A-4147-A177-3AD203B41FA5}">
                      <a16:colId xmlns:a16="http://schemas.microsoft.com/office/drawing/2014/main" val="3134825538"/>
                    </a:ext>
                  </a:extLst>
                </a:gridCol>
                <a:gridCol w="604683">
                  <a:extLst>
                    <a:ext uri="{9D8B030D-6E8A-4147-A177-3AD203B41FA5}">
                      <a16:colId xmlns:a16="http://schemas.microsoft.com/office/drawing/2014/main" val="2898316952"/>
                    </a:ext>
                  </a:extLst>
                </a:gridCol>
              </a:tblGrid>
              <a:tr h="0">
                <a:tc gridSpan="4">
                  <a:txBody>
                    <a:bodyPr/>
                    <a:lstStyle/>
                    <a:p>
                      <a:pPr algn="ctr" rtl="0" fontAlgn="t">
                        <a:spcBef>
                          <a:spcPts val="0"/>
                        </a:spcBef>
                        <a:spcAft>
                          <a:spcPts val="0"/>
                        </a:spcAft>
                      </a:pPr>
                      <a:r>
                        <a:rPr lang="en-US" sz="2400" dirty="0">
                          <a:effectLst/>
                        </a:rPr>
                        <a:t>Allele b count</a:t>
                      </a:r>
                      <a:endParaRPr lang="de-DE" sz="2400" dirty="0">
                        <a:effectLst/>
                      </a:endParaRPr>
                    </a:p>
                  </a:txBody>
                  <a:tcPr marL="63500" marR="63500" marT="63500" marB="635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rtl="0" fontAlgn="t">
                        <a:spcBef>
                          <a:spcPts val="0"/>
                        </a:spcBef>
                        <a:spcAft>
                          <a:spcPts val="0"/>
                        </a:spcAft>
                      </a:pPr>
                      <a:endParaRPr lang="de-DE" sz="3200" dirty="0">
                        <a:effectLst/>
                      </a:endParaRPr>
                    </a:p>
                  </a:txBody>
                  <a:tcPr marL="63500" marR="63500" marT="63500" marB="635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rtl="0" fontAlgn="t">
                        <a:spcBef>
                          <a:spcPts val="0"/>
                        </a:spcBef>
                        <a:spcAft>
                          <a:spcPts val="0"/>
                        </a:spcAft>
                      </a:pPr>
                      <a:endParaRPr lang="de-DE" sz="3200" dirty="0">
                        <a:effectLst/>
                      </a:endParaRPr>
                    </a:p>
                  </a:txBody>
                  <a:tcPr marL="63500" marR="63500" marT="63500" marB="6350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rtl="0" fontAlgn="t">
                        <a:spcBef>
                          <a:spcPts val="0"/>
                        </a:spcBef>
                        <a:spcAft>
                          <a:spcPts val="0"/>
                        </a:spcAft>
                      </a:pPr>
                      <a:endParaRPr lang="de-DE" sz="3200" dirty="0">
                        <a:effectLst/>
                      </a:endParaRPr>
                    </a:p>
                  </a:txBody>
                  <a:tcPr marL="63500" marR="63500" marT="63500" marB="63500">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63782761"/>
                  </a:ext>
                </a:extLst>
              </a:tr>
              <a:tr h="0">
                <a:tc>
                  <a:txBody>
                    <a:bodyPr/>
                    <a:lstStyle/>
                    <a:p>
                      <a:pPr rtl="0" fontAlgn="t">
                        <a:spcBef>
                          <a:spcPts val="0"/>
                        </a:spcBef>
                        <a:spcAft>
                          <a:spcPts val="0"/>
                        </a:spcAft>
                      </a:pPr>
                      <a:r>
                        <a:rPr lang="de-DE" sz="1800" b="0" i="0" u="none" strike="noStrike" dirty="0">
                          <a:solidFill>
                            <a:srgbClr val="000000"/>
                          </a:solidFill>
                          <a:effectLst/>
                          <a:latin typeface="Arial" panose="020B0604020202020204" pitchFamily="34" charset="0"/>
                        </a:rPr>
                        <a:t>BB</a:t>
                      </a:r>
                      <a:endParaRPr lang="de-DE" sz="3200" dirty="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rtl="0" fontAlgn="t">
                        <a:spcBef>
                          <a:spcPts val="0"/>
                        </a:spcBef>
                        <a:spcAft>
                          <a:spcPts val="0"/>
                        </a:spcAft>
                      </a:pPr>
                      <a:r>
                        <a:rPr lang="de-DE" sz="1800" b="0" i="0" u="none" strike="noStrike">
                          <a:solidFill>
                            <a:srgbClr val="000000"/>
                          </a:solidFill>
                          <a:effectLst/>
                          <a:latin typeface="Arial" panose="020B0604020202020204" pitchFamily="34" charset="0"/>
                        </a:rPr>
                        <a:t>bB</a:t>
                      </a:r>
                      <a:endParaRPr lang="de-DE" sz="320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rtl="0" fontAlgn="t">
                        <a:spcBef>
                          <a:spcPts val="0"/>
                        </a:spcBef>
                        <a:spcAft>
                          <a:spcPts val="0"/>
                        </a:spcAft>
                      </a:pPr>
                      <a:r>
                        <a:rPr lang="de-DE" sz="1800" b="0" i="0" u="none" strike="noStrike" dirty="0" err="1">
                          <a:solidFill>
                            <a:srgbClr val="000000"/>
                          </a:solidFill>
                          <a:effectLst/>
                          <a:latin typeface="Arial" panose="020B0604020202020204" pitchFamily="34" charset="0"/>
                        </a:rPr>
                        <a:t>Bb</a:t>
                      </a:r>
                      <a:endParaRPr lang="de-DE" sz="3200" dirty="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rtl="0" fontAlgn="t">
                        <a:spcBef>
                          <a:spcPts val="0"/>
                        </a:spcBef>
                        <a:spcAft>
                          <a:spcPts val="0"/>
                        </a:spcAft>
                      </a:pPr>
                      <a:r>
                        <a:rPr lang="de-DE" sz="1800" b="0" i="0" u="none" strike="noStrike" dirty="0" err="1">
                          <a:solidFill>
                            <a:srgbClr val="000000"/>
                          </a:solidFill>
                          <a:effectLst/>
                          <a:latin typeface="Arial" panose="020B0604020202020204" pitchFamily="34" charset="0"/>
                        </a:rPr>
                        <a:t>bb</a:t>
                      </a:r>
                      <a:endParaRPr lang="de-DE" sz="3200" dirty="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13777749"/>
                  </a:ext>
                </a:extLst>
              </a:tr>
              <a:tr h="0">
                <a:tc>
                  <a:txBody>
                    <a:bodyPr/>
                    <a:lstStyle/>
                    <a:p>
                      <a:pPr rtl="0" fontAlgn="t">
                        <a:spcBef>
                          <a:spcPts val="0"/>
                        </a:spcBef>
                        <a:spcAft>
                          <a:spcPts val="0"/>
                        </a:spcAft>
                      </a:pPr>
                      <a:r>
                        <a:rPr lang="de-DE" sz="1800" b="0" i="0" u="none" strike="noStrike">
                          <a:solidFill>
                            <a:srgbClr val="000000"/>
                          </a:solidFill>
                          <a:effectLst/>
                          <a:latin typeface="Arial" panose="020B0604020202020204" pitchFamily="34" charset="0"/>
                        </a:rPr>
                        <a:t>0</a:t>
                      </a:r>
                      <a:endParaRPr lang="de-DE" sz="320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rtl="0" fontAlgn="t">
                        <a:spcBef>
                          <a:spcPts val="0"/>
                        </a:spcBef>
                        <a:spcAft>
                          <a:spcPts val="0"/>
                        </a:spcAft>
                      </a:pPr>
                      <a:r>
                        <a:rPr lang="de-DE" sz="1800" b="0" i="0" u="none" strike="noStrike" dirty="0">
                          <a:solidFill>
                            <a:srgbClr val="000000"/>
                          </a:solidFill>
                          <a:effectLst/>
                          <a:latin typeface="Arial" panose="020B0604020202020204" pitchFamily="34" charset="0"/>
                        </a:rPr>
                        <a:t>1</a:t>
                      </a:r>
                      <a:endParaRPr lang="de-DE" sz="3200" dirty="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rtl="0" fontAlgn="t">
                        <a:spcBef>
                          <a:spcPts val="0"/>
                        </a:spcBef>
                        <a:spcAft>
                          <a:spcPts val="0"/>
                        </a:spcAft>
                      </a:pPr>
                      <a:r>
                        <a:rPr lang="de-DE" sz="1800" b="0" i="0" u="none" strike="noStrike" dirty="0">
                          <a:solidFill>
                            <a:srgbClr val="000000"/>
                          </a:solidFill>
                          <a:effectLst/>
                          <a:latin typeface="Arial" panose="020B0604020202020204" pitchFamily="34" charset="0"/>
                        </a:rPr>
                        <a:t>1</a:t>
                      </a:r>
                      <a:endParaRPr lang="de-DE" sz="3200" dirty="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rtl="0" fontAlgn="t">
                        <a:spcBef>
                          <a:spcPts val="0"/>
                        </a:spcBef>
                        <a:spcAft>
                          <a:spcPts val="0"/>
                        </a:spcAft>
                      </a:pPr>
                      <a:r>
                        <a:rPr lang="de-DE" sz="1800" b="0" i="0" u="none" strike="noStrike" dirty="0">
                          <a:solidFill>
                            <a:srgbClr val="000000"/>
                          </a:solidFill>
                          <a:effectLst/>
                          <a:latin typeface="Arial" panose="020B0604020202020204" pitchFamily="34" charset="0"/>
                        </a:rPr>
                        <a:t>2</a:t>
                      </a:r>
                      <a:endParaRPr lang="de-DE" sz="3200" dirty="0">
                        <a:effectLst/>
                      </a:endParaRPr>
                    </a:p>
                  </a:txBody>
                  <a:tcPr marL="63500" marR="63500" marT="63500" marB="6350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70753329"/>
                  </a:ext>
                </a:extLst>
              </a:tr>
            </a:tbl>
          </a:graphicData>
        </a:graphic>
      </p:graphicFrame>
      <p:sp>
        <p:nvSpPr>
          <p:cNvPr id="3" name="Rectangle 3">
            <a:extLst>
              <a:ext uri="{FF2B5EF4-FFF2-40B4-BE49-F238E27FC236}">
                <a16:creationId xmlns:a16="http://schemas.microsoft.com/office/drawing/2014/main" id="{9BEB8D60-0F71-416B-AC07-F34EF69CEA2F}"/>
              </a:ext>
            </a:extLst>
          </p:cNvPr>
          <p:cNvSpPr>
            <a:spLocks noChangeArrowheads="1"/>
          </p:cNvSpPr>
          <p:nvPr/>
        </p:nvSpPr>
        <p:spPr bwMode="auto">
          <a:xfrm>
            <a:off x="3131574" y="370681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de-DE"/>
          </a:p>
        </p:txBody>
      </p:sp>
      <p:sp>
        <p:nvSpPr>
          <p:cNvPr id="4" name="Rectangle 3">
            <a:extLst>
              <a:ext uri="{FF2B5EF4-FFF2-40B4-BE49-F238E27FC236}">
                <a16:creationId xmlns:a16="http://schemas.microsoft.com/office/drawing/2014/main" id="{E1FD4F47-6FE4-4289-97D8-021C94D18749}"/>
              </a:ext>
            </a:extLst>
          </p:cNvPr>
          <p:cNvSpPr/>
          <p:nvPr/>
        </p:nvSpPr>
        <p:spPr>
          <a:xfrm>
            <a:off x="544462" y="1016563"/>
            <a:ext cx="11077268" cy="1477328"/>
          </a:xfrm>
          <a:prstGeom prst="rect">
            <a:avLst/>
          </a:prstGeom>
        </p:spPr>
        <p:txBody>
          <a:bodyPr wrap="square">
            <a:spAutoFit/>
          </a:bodyPr>
          <a:lstStyle/>
          <a:p>
            <a:r>
              <a:rPr lang="en-US" b="1" dirty="0">
                <a:solidFill>
                  <a:srgbClr val="202122"/>
                </a:solidFill>
                <a:latin typeface="Arial" panose="020B0604020202020204" pitchFamily="34" charset="0"/>
              </a:rPr>
              <a:t>Allele</a:t>
            </a:r>
            <a:r>
              <a:rPr lang="en-US" dirty="0">
                <a:solidFill>
                  <a:srgbClr val="202122"/>
                </a:solidFill>
                <a:latin typeface="Arial" panose="020B0604020202020204" pitchFamily="34" charset="0"/>
              </a:rPr>
              <a:t>: different forms of the same gene that determines an organism’s phenotype. It is represented by letters</a:t>
            </a:r>
            <a:r>
              <a:rPr lang="en-US" dirty="0">
                <a:solidFill>
                  <a:srgbClr val="000000"/>
                </a:solidFill>
                <a:latin typeface="Arial" panose="020B0604020202020204" pitchFamily="34" charset="0"/>
              </a:rPr>
              <a:t>. </a:t>
            </a:r>
          </a:p>
          <a:p>
            <a:endParaRPr lang="en-US" dirty="0">
              <a:solidFill>
                <a:srgbClr val="000000"/>
              </a:solidFill>
              <a:latin typeface="Arial" panose="020B0604020202020204" pitchFamily="34" charset="0"/>
            </a:endParaRPr>
          </a:p>
          <a:p>
            <a:r>
              <a:rPr lang="en-US" dirty="0">
                <a:solidFill>
                  <a:srgbClr val="000000"/>
                </a:solidFill>
                <a:latin typeface="Arial" panose="020B0604020202020204" pitchFamily="34" charset="0"/>
              </a:rPr>
              <a:t>Humans are </a:t>
            </a:r>
            <a:r>
              <a:rPr lang="en-US" b="1" dirty="0">
                <a:solidFill>
                  <a:srgbClr val="000000"/>
                </a:solidFill>
                <a:latin typeface="Arial" panose="020B0604020202020204" pitchFamily="34" charset="0"/>
              </a:rPr>
              <a:t>diploid organisms</a:t>
            </a:r>
            <a:r>
              <a:rPr lang="en-US" dirty="0">
                <a:solidFill>
                  <a:srgbClr val="000000"/>
                </a:solidFill>
                <a:latin typeface="Arial" panose="020B0604020202020204" pitchFamily="34" charset="0"/>
              </a:rPr>
              <a:t>, which means that they have </a:t>
            </a:r>
            <a:r>
              <a:rPr lang="en-US" b="1" dirty="0">
                <a:solidFill>
                  <a:srgbClr val="000000"/>
                </a:solidFill>
                <a:latin typeface="Arial" panose="020B0604020202020204" pitchFamily="34" charset="0"/>
              </a:rPr>
              <a:t>two alleles at each genetic position</a:t>
            </a:r>
            <a:r>
              <a:rPr lang="en-US" dirty="0">
                <a:solidFill>
                  <a:srgbClr val="000000"/>
                </a:solidFill>
                <a:latin typeface="Arial" panose="020B0604020202020204" pitchFamily="34" charset="0"/>
              </a:rPr>
              <a:t>, or locus, with one allele inherited from each parent. </a:t>
            </a:r>
            <a:endParaRPr lang="de-DE" dirty="0"/>
          </a:p>
        </p:txBody>
      </p:sp>
    </p:spTree>
    <p:extLst>
      <p:ext uri="{BB962C8B-B14F-4D97-AF65-F5344CB8AC3E}">
        <p14:creationId xmlns:p14="http://schemas.microsoft.com/office/powerpoint/2010/main" val="2616435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5DF5D8E-4463-4091-8A71-20DEB454EB32}"/>
              </a:ext>
            </a:extLst>
          </p:cNvPr>
          <p:cNvSpPr>
            <a:spLocks noGrp="1"/>
          </p:cNvSpPr>
          <p:nvPr>
            <p:ph type="body" sz="quarter" idx="10"/>
          </p:nvPr>
        </p:nvSpPr>
        <p:spPr>
          <a:xfrm>
            <a:off x="2217600" y="1288800"/>
            <a:ext cx="8640000" cy="1938992"/>
          </a:xfrm>
        </p:spPr>
        <p:txBody>
          <a:bodyPr/>
          <a:lstStyle/>
          <a:p>
            <a:r>
              <a:rPr lang="en-US" dirty="0"/>
              <a:t>What is a </a:t>
            </a:r>
            <a:r>
              <a:rPr lang="en-US" b="1" dirty="0"/>
              <a:t>genotype</a:t>
            </a:r>
            <a:r>
              <a:rPr lang="en-US" dirty="0"/>
              <a:t>?</a:t>
            </a:r>
          </a:p>
          <a:p>
            <a:r>
              <a:rPr lang="en-US" dirty="0"/>
              <a:t>What is a </a:t>
            </a:r>
            <a:r>
              <a:rPr lang="en-US" b="1" dirty="0"/>
              <a:t>phenotype</a:t>
            </a:r>
            <a:r>
              <a:rPr lang="en-US" dirty="0"/>
              <a:t>?</a:t>
            </a:r>
            <a:endParaRPr lang="de-DE" dirty="0"/>
          </a:p>
        </p:txBody>
      </p:sp>
    </p:spTree>
    <p:extLst>
      <p:ext uri="{BB962C8B-B14F-4D97-AF65-F5344CB8AC3E}">
        <p14:creationId xmlns:p14="http://schemas.microsoft.com/office/powerpoint/2010/main" val="887399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FD55DF13-2BA4-45AF-8DD9-7F76D1DDCE85}"/>
              </a:ext>
            </a:extLst>
          </p:cNvPr>
          <p:cNvSpPr txBox="1">
            <a:spLocks/>
          </p:cNvSpPr>
          <p:nvPr/>
        </p:nvSpPr>
        <p:spPr>
          <a:xfrm>
            <a:off x="838200" y="591267"/>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de-DE" sz="3600" dirty="0">
              <a:latin typeface="Arial" panose="020B0604020202020204" pitchFamily="34" charset="0"/>
              <a:cs typeface="Arial" panose="020B0604020202020204" pitchFamily="34" charset="0"/>
            </a:endParaRPr>
          </a:p>
        </p:txBody>
      </p:sp>
      <p:sp>
        <p:nvSpPr>
          <p:cNvPr id="3" name="Rectangle 3">
            <a:extLst>
              <a:ext uri="{FF2B5EF4-FFF2-40B4-BE49-F238E27FC236}">
                <a16:creationId xmlns:a16="http://schemas.microsoft.com/office/drawing/2014/main" id="{9BEB8D60-0F71-416B-AC07-F34EF69CEA2F}"/>
              </a:ext>
            </a:extLst>
          </p:cNvPr>
          <p:cNvSpPr>
            <a:spLocks noChangeArrowheads="1"/>
          </p:cNvSpPr>
          <p:nvPr/>
        </p:nvSpPr>
        <p:spPr bwMode="auto">
          <a:xfrm>
            <a:off x="3131574" y="370681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de-DE"/>
          </a:p>
        </p:txBody>
      </p:sp>
      <p:pic>
        <p:nvPicPr>
          <p:cNvPr id="3074" name="Picture 2" descr="Genotype vs Phenotype - Definitions and Examples">
            <a:extLst>
              <a:ext uri="{FF2B5EF4-FFF2-40B4-BE49-F238E27FC236}">
                <a16:creationId xmlns:a16="http://schemas.microsoft.com/office/drawing/2014/main" id="{1F043062-EF8F-4A58-949D-4536020221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2500" y="0"/>
            <a:ext cx="10287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92540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A0CAE-CF29-A4F5-C680-371EF24610D8}"/>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5D0DC9CC-ECD0-BF3F-E041-15CA2645557A}"/>
              </a:ext>
            </a:extLst>
          </p:cNvPr>
          <p:cNvSpPr txBox="1">
            <a:spLocks/>
          </p:cNvSpPr>
          <p:nvPr/>
        </p:nvSpPr>
        <p:spPr>
          <a:xfrm>
            <a:off x="838200" y="591267"/>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de-DE" sz="3600" dirty="0">
              <a:latin typeface="Arial" panose="020B0604020202020204" pitchFamily="34" charset="0"/>
              <a:cs typeface="Arial" panose="020B0604020202020204" pitchFamily="34" charset="0"/>
            </a:endParaRPr>
          </a:p>
        </p:txBody>
      </p:sp>
      <p:sp>
        <p:nvSpPr>
          <p:cNvPr id="3" name="Rectangle 3">
            <a:extLst>
              <a:ext uri="{FF2B5EF4-FFF2-40B4-BE49-F238E27FC236}">
                <a16:creationId xmlns:a16="http://schemas.microsoft.com/office/drawing/2014/main" id="{1EEFA6CA-67D4-3801-0286-7221EC19687C}"/>
              </a:ext>
            </a:extLst>
          </p:cNvPr>
          <p:cNvSpPr>
            <a:spLocks noChangeArrowheads="1"/>
          </p:cNvSpPr>
          <p:nvPr/>
        </p:nvSpPr>
        <p:spPr bwMode="auto">
          <a:xfrm>
            <a:off x="3131574" y="3706813"/>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de-DE"/>
          </a:p>
        </p:txBody>
      </p:sp>
      <p:sp>
        <p:nvSpPr>
          <p:cNvPr id="2" name="Title 1">
            <a:extLst>
              <a:ext uri="{FF2B5EF4-FFF2-40B4-BE49-F238E27FC236}">
                <a16:creationId xmlns:a16="http://schemas.microsoft.com/office/drawing/2014/main" id="{5C1B3E0F-8B59-FC57-A582-894B9D786BEA}"/>
              </a:ext>
            </a:extLst>
          </p:cNvPr>
          <p:cNvSpPr>
            <a:spLocks noGrp="1"/>
          </p:cNvSpPr>
          <p:nvPr>
            <p:ph type="title"/>
          </p:nvPr>
        </p:nvSpPr>
        <p:spPr/>
        <p:txBody>
          <a:bodyPr/>
          <a:lstStyle/>
          <a:p>
            <a:r>
              <a:rPr lang="en-GB" dirty="0"/>
              <a:t>Deviation from Mendel’s Findings</a:t>
            </a:r>
            <a:endParaRPr lang="en-DE" dirty="0"/>
          </a:p>
        </p:txBody>
      </p:sp>
      <p:pic>
        <p:nvPicPr>
          <p:cNvPr id="1026" name="Picture 2" descr="incomplete dominance snapdragon">
            <a:extLst>
              <a:ext uri="{FF2B5EF4-FFF2-40B4-BE49-F238E27FC236}">
                <a16:creationId xmlns:a16="http://schemas.microsoft.com/office/drawing/2014/main" id="{63264C21-E8C4-CC1C-D278-79FB48DF1B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98344" y="1494583"/>
            <a:ext cx="8251900" cy="432111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odominance-in-Flower-color">
            <a:extLst>
              <a:ext uri="{FF2B5EF4-FFF2-40B4-BE49-F238E27FC236}">
                <a16:creationId xmlns:a16="http://schemas.microsoft.com/office/drawing/2014/main" id="{7CFA3DD6-D5AD-806C-83B3-AE97D3F1540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81092" y="1494583"/>
            <a:ext cx="5144430" cy="523262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Multiple Alleles">
            <a:extLst>
              <a:ext uri="{FF2B5EF4-FFF2-40B4-BE49-F238E27FC236}">
                <a16:creationId xmlns:a16="http://schemas.microsoft.com/office/drawing/2014/main" id="{60CDE3FA-7453-3DD7-9F1F-A90DC125CB4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7188" y="423863"/>
            <a:ext cx="11477625" cy="6010275"/>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Epistasis">
            <a:extLst>
              <a:ext uri="{FF2B5EF4-FFF2-40B4-BE49-F238E27FC236}">
                <a16:creationId xmlns:a16="http://schemas.microsoft.com/office/drawing/2014/main" id="{667C2B2F-4DE2-59D8-55E6-6F3EFF1C9A1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9588" y="576263"/>
            <a:ext cx="11477625" cy="6010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449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 calcmode="lin" valueType="num">
                                      <p:cBhvr additive="base">
                                        <p:cTn id="7" dur="500" fill="hold"/>
                                        <p:tgtEl>
                                          <p:spTgt spid="1026"/>
                                        </p:tgtEl>
                                        <p:attrNameLst>
                                          <p:attrName>ppt_x</p:attrName>
                                        </p:attrNameLst>
                                      </p:cBhvr>
                                      <p:tavLst>
                                        <p:tav tm="0">
                                          <p:val>
                                            <p:strVal val="#ppt_x"/>
                                          </p:val>
                                        </p:tav>
                                        <p:tav tm="100000">
                                          <p:val>
                                            <p:strVal val="#ppt_x"/>
                                          </p:val>
                                        </p:tav>
                                      </p:tavLst>
                                    </p:anim>
                                    <p:anim calcmode="lin" valueType="num">
                                      <p:cBhvr additive="base">
                                        <p:cTn id="8" dur="500" fill="hold"/>
                                        <p:tgtEl>
                                          <p:spTgt spid="102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nodeType="clickEffect">
                                  <p:stCondLst>
                                    <p:cond delay="0"/>
                                  </p:stCondLst>
                                  <p:childTnLst>
                                    <p:set>
                                      <p:cBhvr>
                                        <p:cTn id="12" dur="1" fill="hold">
                                          <p:stCondLst>
                                            <p:cond delay="0"/>
                                          </p:stCondLst>
                                        </p:cTn>
                                        <p:tgtEl>
                                          <p:spTgt spid="1028"/>
                                        </p:tgtEl>
                                        <p:attrNameLst>
                                          <p:attrName>style.visibility</p:attrName>
                                        </p:attrNameLst>
                                      </p:cBhvr>
                                      <p:to>
                                        <p:strVal val="visible"/>
                                      </p:to>
                                    </p:set>
                                    <p:animEffect transition="in" filter="barn(inVertical)">
                                      <p:cBhvr>
                                        <p:cTn id="13" dur="500"/>
                                        <p:tgtEl>
                                          <p:spTgt spid="1028"/>
                                        </p:tgtEl>
                                      </p:cBhvr>
                                    </p:animEffect>
                                  </p:childTnLst>
                                </p:cTn>
                              </p:par>
                            </p:childTnLst>
                          </p:cTn>
                        </p:par>
                      </p:childTnLst>
                    </p:cTn>
                  </p:par>
                  <p:par>
                    <p:cTn id="14" fill="hold">
                      <p:stCondLst>
                        <p:cond delay="indefinite"/>
                      </p:stCondLst>
                      <p:childTnLst>
                        <p:par>
                          <p:cTn id="15" fill="hold">
                            <p:stCondLst>
                              <p:cond delay="0"/>
                            </p:stCondLst>
                            <p:childTnLst>
                              <p:par>
                                <p:cTn id="16" presetID="14" presetClass="entr" presetSubtype="10" fill="hold" nodeType="clickEffect">
                                  <p:stCondLst>
                                    <p:cond delay="0"/>
                                  </p:stCondLst>
                                  <p:childTnLst>
                                    <p:set>
                                      <p:cBhvr>
                                        <p:cTn id="17" dur="1" fill="hold">
                                          <p:stCondLst>
                                            <p:cond delay="0"/>
                                          </p:stCondLst>
                                        </p:cTn>
                                        <p:tgtEl>
                                          <p:spTgt spid="1030"/>
                                        </p:tgtEl>
                                        <p:attrNameLst>
                                          <p:attrName>style.visibility</p:attrName>
                                        </p:attrNameLst>
                                      </p:cBhvr>
                                      <p:to>
                                        <p:strVal val="visible"/>
                                      </p:to>
                                    </p:set>
                                    <p:animEffect transition="in" filter="randombar(horizontal)">
                                      <p:cBhvr>
                                        <p:cTn id="18" dur="500"/>
                                        <p:tgtEl>
                                          <p:spTgt spid="1030"/>
                                        </p:tgtEl>
                                      </p:cBhvr>
                                    </p:animEffect>
                                  </p:childTnLst>
                                </p:cTn>
                              </p:par>
                            </p:childTnLst>
                          </p:cTn>
                        </p:par>
                      </p:childTnLst>
                    </p:cTn>
                  </p:par>
                  <p:par>
                    <p:cTn id="19" fill="hold">
                      <p:stCondLst>
                        <p:cond delay="indefinite"/>
                      </p:stCondLst>
                      <p:childTnLst>
                        <p:par>
                          <p:cTn id="20" fill="hold">
                            <p:stCondLst>
                              <p:cond delay="0"/>
                            </p:stCondLst>
                            <p:childTnLst>
                              <p:par>
                                <p:cTn id="21" presetID="14" presetClass="entr" presetSubtype="10" fill="hold" nodeType="clickEffect">
                                  <p:stCondLst>
                                    <p:cond delay="0"/>
                                  </p:stCondLst>
                                  <p:childTnLst>
                                    <p:set>
                                      <p:cBhvr>
                                        <p:cTn id="22" dur="1" fill="hold">
                                          <p:stCondLst>
                                            <p:cond delay="0"/>
                                          </p:stCondLst>
                                        </p:cTn>
                                        <p:tgtEl>
                                          <p:spTgt spid="1032"/>
                                        </p:tgtEl>
                                        <p:attrNameLst>
                                          <p:attrName>style.visibility</p:attrName>
                                        </p:attrNameLst>
                                      </p:cBhvr>
                                      <p:to>
                                        <p:strVal val="visible"/>
                                      </p:to>
                                    </p:set>
                                    <p:animEffect transition="in" filter="randombar(horizontal)">
                                      <p:cBhvr>
                                        <p:cTn id="23" dur="500"/>
                                        <p:tgtEl>
                                          <p:spTgt spid="10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5DF5D8E-4463-4091-8A71-20DEB454EB32}"/>
              </a:ext>
            </a:extLst>
          </p:cNvPr>
          <p:cNvSpPr>
            <a:spLocks noGrp="1"/>
          </p:cNvSpPr>
          <p:nvPr>
            <p:ph type="body" sz="quarter" idx="10"/>
          </p:nvPr>
        </p:nvSpPr>
        <p:spPr>
          <a:xfrm>
            <a:off x="2077490" y="1288800"/>
            <a:ext cx="9952277" cy="2862322"/>
          </a:xfrm>
        </p:spPr>
        <p:txBody>
          <a:bodyPr/>
          <a:lstStyle/>
          <a:p>
            <a:r>
              <a:rPr lang="en-US" dirty="0"/>
              <a:t>What is a </a:t>
            </a:r>
            <a:r>
              <a:rPr lang="en-US" b="1" dirty="0"/>
              <a:t>SNP</a:t>
            </a:r>
            <a:r>
              <a:rPr lang="en-US" dirty="0"/>
              <a:t>?</a:t>
            </a:r>
          </a:p>
          <a:p>
            <a:r>
              <a:rPr lang="en-US" dirty="0"/>
              <a:t>What is a </a:t>
            </a:r>
            <a:r>
              <a:rPr lang="en-US" b="1" dirty="0"/>
              <a:t>risk/effect allele</a:t>
            </a:r>
            <a:r>
              <a:rPr lang="en-US" dirty="0"/>
              <a:t>?</a:t>
            </a:r>
            <a:endParaRPr lang="de-DE" dirty="0"/>
          </a:p>
        </p:txBody>
      </p:sp>
    </p:spTree>
    <p:extLst>
      <p:ext uri="{BB962C8B-B14F-4D97-AF65-F5344CB8AC3E}">
        <p14:creationId xmlns:p14="http://schemas.microsoft.com/office/powerpoint/2010/main" val="1529512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FD55DF13-2BA4-45AF-8DD9-7F76D1DDCE85}"/>
              </a:ext>
            </a:extLst>
          </p:cNvPr>
          <p:cNvSpPr txBox="1">
            <a:spLocks/>
          </p:cNvSpPr>
          <p:nvPr/>
        </p:nvSpPr>
        <p:spPr>
          <a:xfrm>
            <a:off x="838200" y="591267"/>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de-DE" sz="3600" dirty="0">
              <a:latin typeface="Arial" panose="020B0604020202020204" pitchFamily="34" charset="0"/>
              <a:cs typeface="Arial" panose="020B0604020202020204" pitchFamily="34" charset="0"/>
            </a:endParaRPr>
          </a:p>
        </p:txBody>
      </p:sp>
      <p:pic>
        <p:nvPicPr>
          <p:cNvPr id="4098" name="Picture 2" descr="Allele frequency differences between cases and controls as defined by... |  Download Scientific Diagram">
            <a:extLst>
              <a:ext uri="{FF2B5EF4-FFF2-40B4-BE49-F238E27FC236}">
                <a16:creationId xmlns:a16="http://schemas.microsoft.com/office/drawing/2014/main" id="{B635DCA2-2502-4AD6-A570-BBF9646AAE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14647" y="1595340"/>
            <a:ext cx="4683793" cy="3454562"/>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Single Nucleotide Polymorphisms Analysis - Creative Biolabs">
            <a:extLst>
              <a:ext uri="{FF2B5EF4-FFF2-40B4-BE49-F238E27FC236}">
                <a16:creationId xmlns:a16="http://schemas.microsoft.com/office/drawing/2014/main" id="{B6230BA7-92A0-49C1-9D30-646F680F850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3560" y="1893219"/>
            <a:ext cx="5277851" cy="283392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E7585ADB-E5F1-4BE7-B321-B1D1E380FB47}"/>
              </a:ext>
            </a:extLst>
          </p:cNvPr>
          <p:cNvSpPr txBox="1"/>
          <p:nvPr/>
        </p:nvSpPr>
        <p:spPr>
          <a:xfrm>
            <a:off x="593560" y="1072120"/>
            <a:ext cx="5063285" cy="523220"/>
          </a:xfrm>
          <a:prstGeom prst="rect">
            <a:avLst/>
          </a:prstGeom>
          <a:noFill/>
        </p:spPr>
        <p:txBody>
          <a:bodyPr wrap="square" rtlCol="0">
            <a:spAutoFit/>
          </a:bodyPr>
          <a:lstStyle/>
          <a:p>
            <a:r>
              <a:rPr lang="en-US" sz="2800" b="1" dirty="0"/>
              <a:t>Single-nucleotide polymorphism</a:t>
            </a:r>
            <a:r>
              <a:rPr lang="en-US" sz="2800" dirty="0"/>
              <a:t> </a:t>
            </a:r>
            <a:endParaRPr lang="de-DE" sz="2800" dirty="0"/>
          </a:p>
        </p:txBody>
      </p:sp>
    </p:spTree>
    <p:extLst>
      <p:ext uri="{BB962C8B-B14F-4D97-AF65-F5344CB8AC3E}">
        <p14:creationId xmlns:p14="http://schemas.microsoft.com/office/powerpoint/2010/main" val="14112873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platzhalter 14">
            <a:extLst>
              <a:ext uri="{FF2B5EF4-FFF2-40B4-BE49-F238E27FC236}">
                <a16:creationId xmlns:a16="http://schemas.microsoft.com/office/drawing/2014/main" id="{C71C2824-B117-0D45-9D5A-80F61C83CEDE}"/>
              </a:ext>
            </a:extLst>
          </p:cNvPr>
          <p:cNvSpPr>
            <a:spLocks noGrp="1"/>
          </p:cNvSpPr>
          <p:nvPr>
            <p:ph type="body" sz="quarter" idx="10"/>
          </p:nvPr>
        </p:nvSpPr>
        <p:spPr>
          <a:xfrm>
            <a:off x="1141200" y="1598400"/>
            <a:ext cx="7200000" cy="707886"/>
          </a:xfrm>
        </p:spPr>
        <p:txBody>
          <a:bodyPr/>
          <a:lstStyle/>
          <a:p>
            <a:r>
              <a:rPr lang="en-US" dirty="0"/>
              <a:t>2</a:t>
            </a:r>
          </a:p>
        </p:txBody>
      </p:sp>
      <p:sp>
        <p:nvSpPr>
          <p:cNvPr id="17" name="Textplatzhalter 16">
            <a:extLst>
              <a:ext uri="{FF2B5EF4-FFF2-40B4-BE49-F238E27FC236}">
                <a16:creationId xmlns:a16="http://schemas.microsoft.com/office/drawing/2014/main" id="{6636A809-B452-D846-9163-71D92F1C39EE}"/>
              </a:ext>
            </a:extLst>
          </p:cNvPr>
          <p:cNvSpPr>
            <a:spLocks noGrp="1"/>
          </p:cNvSpPr>
          <p:nvPr>
            <p:ph type="body" sz="quarter" idx="11"/>
          </p:nvPr>
        </p:nvSpPr>
        <p:spPr>
          <a:xfrm>
            <a:off x="1141200" y="2538000"/>
            <a:ext cx="7200000" cy="707886"/>
          </a:xfrm>
        </p:spPr>
        <p:txBody>
          <a:bodyPr/>
          <a:lstStyle/>
          <a:p>
            <a:r>
              <a:rPr lang="en-US" dirty="0"/>
              <a:t>Genetic association studies</a:t>
            </a:r>
          </a:p>
        </p:txBody>
      </p:sp>
    </p:spTree>
    <p:extLst>
      <p:ext uri="{BB962C8B-B14F-4D97-AF65-F5344CB8AC3E}">
        <p14:creationId xmlns:p14="http://schemas.microsoft.com/office/powerpoint/2010/main" val="3222079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5F5AC75-638B-49A6-B18C-25A3DA475A59}"/>
              </a:ext>
            </a:extLst>
          </p:cNvPr>
          <p:cNvPicPr>
            <a:picLocks noChangeAspect="1"/>
          </p:cNvPicPr>
          <p:nvPr/>
        </p:nvPicPr>
        <p:blipFill rotWithShape="1">
          <a:blip r:embed="rId3"/>
          <a:srcRect l="15514" t="57610" r="29612" b="17358"/>
          <a:stretch/>
        </p:blipFill>
        <p:spPr>
          <a:xfrm>
            <a:off x="1596824" y="1916830"/>
            <a:ext cx="8998351" cy="2565433"/>
          </a:xfrm>
          <a:prstGeom prst="rect">
            <a:avLst/>
          </a:prstGeom>
        </p:spPr>
      </p:pic>
      <p:sp>
        <p:nvSpPr>
          <p:cNvPr id="10" name="Title 1">
            <a:extLst>
              <a:ext uri="{FF2B5EF4-FFF2-40B4-BE49-F238E27FC236}">
                <a16:creationId xmlns:a16="http://schemas.microsoft.com/office/drawing/2014/main" id="{FD55DF13-2BA4-45AF-8DD9-7F76D1DDCE85}"/>
              </a:ext>
            </a:extLst>
          </p:cNvPr>
          <p:cNvSpPr txBox="1">
            <a:spLocks/>
          </p:cNvSpPr>
          <p:nvPr/>
        </p:nvSpPr>
        <p:spPr>
          <a:xfrm>
            <a:off x="838200" y="591267"/>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600" dirty="0">
                <a:latin typeface="Arial" panose="020B0604020202020204" pitchFamily="34" charset="0"/>
                <a:cs typeface="Arial" panose="020B0604020202020204" pitchFamily="34" charset="0"/>
              </a:rPr>
              <a:t>Modelling</a:t>
            </a:r>
            <a:endParaRPr lang="de-DE" sz="3600"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1D252A9E-4F71-4E05-B90D-195BE3BB319D}"/>
              </a:ext>
            </a:extLst>
          </p:cNvPr>
          <p:cNvSpPr txBox="1"/>
          <p:nvPr/>
        </p:nvSpPr>
        <p:spPr>
          <a:xfrm>
            <a:off x="838200" y="1431392"/>
            <a:ext cx="10246742" cy="400110"/>
          </a:xfrm>
          <a:prstGeom prst="rect">
            <a:avLst/>
          </a:prstGeom>
          <a:noFill/>
        </p:spPr>
        <p:txBody>
          <a:bodyPr wrap="square" rtlCol="0">
            <a:spAutoFit/>
          </a:bodyPr>
          <a:lstStyle/>
          <a:p>
            <a:r>
              <a:rPr lang="en-US" sz="2000" dirty="0"/>
              <a:t>Is there an association between the </a:t>
            </a:r>
            <a:r>
              <a:rPr lang="en-US" sz="2000" b="1" dirty="0"/>
              <a:t>phenotype</a:t>
            </a:r>
            <a:r>
              <a:rPr lang="en-US" sz="2000" dirty="0"/>
              <a:t> (disease or continuous trait) and the </a:t>
            </a:r>
            <a:r>
              <a:rPr lang="en-US" sz="2000" b="1" dirty="0"/>
              <a:t>genotype</a:t>
            </a:r>
            <a:r>
              <a:rPr lang="en-US" sz="2000" dirty="0"/>
              <a:t>?</a:t>
            </a:r>
            <a:endParaRPr lang="en-DE" sz="2000" dirty="0"/>
          </a:p>
        </p:txBody>
      </p:sp>
      <p:sp>
        <p:nvSpPr>
          <p:cNvPr id="5" name="TextBox 4">
            <a:extLst>
              <a:ext uri="{FF2B5EF4-FFF2-40B4-BE49-F238E27FC236}">
                <a16:creationId xmlns:a16="http://schemas.microsoft.com/office/drawing/2014/main" id="{B17AF98B-4821-4C2F-8957-37023BD7C443}"/>
              </a:ext>
            </a:extLst>
          </p:cNvPr>
          <p:cNvSpPr txBox="1"/>
          <p:nvPr/>
        </p:nvSpPr>
        <p:spPr>
          <a:xfrm>
            <a:off x="838200" y="4811124"/>
            <a:ext cx="10246742" cy="1323439"/>
          </a:xfrm>
          <a:prstGeom prst="rect">
            <a:avLst/>
          </a:prstGeom>
          <a:noFill/>
        </p:spPr>
        <p:txBody>
          <a:bodyPr wrap="square" rtlCol="0">
            <a:spAutoFit/>
          </a:bodyPr>
          <a:lstStyle/>
          <a:p>
            <a:pPr>
              <a:spcAft>
                <a:spcPts val="1200"/>
              </a:spcAft>
            </a:pPr>
            <a:r>
              <a:rPr lang="en-US" sz="2000" b="1" dirty="0"/>
              <a:t>Q1</a:t>
            </a:r>
            <a:r>
              <a:rPr lang="en-US" sz="2000" dirty="0"/>
              <a:t>: What is the difference between directly typed and dosage genotypes?</a:t>
            </a:r>
          </a:p>
          <a:p>
            <a:pPr>
              <a:spcAft>
                <a:spcPts val="1200"/>
              </a:spcAft>
            </a:pPr>
            <a:r>
              <a:rPr lang="en-US" sz="2000" b="1" dirty="0"/>
              <a:t>Q2</a:t>
            </a:r>
            <a:r>
              <a:rPr lang="en-US" sz="2000" dirty="0"/>
              <a:t>: What is the genome-wide significance threshold? Why? </a:t>
            </a:r>
          </a:p>
          <a:p>
            <a:r>
              <a:rPr lang="en-US" sz="2000" b="1" dirty="0"/>
              <a:t>Q3</a:t>
            </a:r>
            <a:r>
              <a:rPr lang="en-US" sz="2000" dirty="0"/>
              <a:t>: What is the effect estimate for a binary trait? What is it for a continuous trait? </a:t>
            </a:r>
            <a:endParaRPr lang="en-DE" sz="2000" dirty="0"/>
          </a:p>
        </p:txBody>
      </p:sp>
    </p:spTree>
    <p:extLst>
      <p:ext uri="{BB962C8B-B14F-4D97-AF65-F5344CB8AC3E}">
        <p14:creationId xmlns:p14="http://schemas.microsoft.com/office/powerpoint/2010/main" val="3594481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243696B2-FC7B-1446-B3A5-F473E930953E}"/>
              </a:ext>
            </a:extLst>
          </p:cNvPr>
          <p:cNvSpPr>
            <a:spLocks noGrp="1"/>
          </p:cNvSpPr>
          <p:nvPr>
            <p:ph type="body" sz="quarter" idx="10"/>
          </p:nvPr>
        </p:nvSpPr>
        <p:spPr>
          <a:xfrm>
            <a:off x="713497" y="461098"/>
            <a:ext cx="10080000" cy="584775"/>
          </a:xfrm>
        </p:spPr>
        <p:txBody>
          <a:bodyPr/>
          <a:lstStyle/>
          <a:p>
            <a:r>
              <a:rPr lang="en-US" dirty="0"/>
              <a:t>Case/control studies</a:t>
            </a:r>
          </a:p>
        </p:txBody>
      </p:sp>
      <mc:AlternateContent xmlns:mc="http://schemas.openxmlformats.org/markup-compatibility/2006" xmlns:a14="http://schemas.microsoft.com/office/drawing/2010/main">
        <mc:Choice Requires="a14">
          <p:sp>
            <p:nvSpPr>
              <p:cNvPr id="7" name="Textplatzhalter 5">
                <a:extLst>
                  <a:ext uri="{FF2B5EF4-FFF2-40B4-BE49-F238E27FC236}">
                    <a16:creationId xmlns:a16="http://schemas.microsoft.com/office/drawing/2014/main" id="{25B88462-0878-48CF-AB94-DD5D3D5C63CE}"/>
                  </a:ext>
                </a:extLst>
              </p:cNvPr>
              <p:cNvSpPr txBox="1">
                <a:spLocks/>
              </p:cNvSpPr>
              <p:nvPr/>
            </p:nvSpPr>
            <p:spPr>
              <a:xfrm>
                <a:off x="738000" y="1259457"/>
                <a:ext cx="11235464" cy="1184107"/>
              </a:xfrm>
              <a:prstGeom prst="rect">
                <a:avLst/>
              </a:prstGeom>
            </p:spPr>
            <p:txBody>
              <a:bodyPr lIns="90000">
                <a:spAutoFit/>
              </a:bodyPr>
              <a:lstStyle>
                <a:lvl1pPr marL="0" indent="0" algn="l" defTabSz="914400" rtl="0" eaLnBrk="1" latinLnBrk="0" hangingPunct="1">
                  <a:lnSpc>
                    <a:spcPct val="100000"/>
                  </a:lnSpc>
                  <a:spcBef>
                    <a:spcPts val="0"/>
                  </a:spcBef>
                  <a:spcAft>
                    <a:spcPts val="0"/>
                  </a:spcAft>
                  <a:buFontTx/>
                  <a:buNone/>
                  <a:tabLst/>
                  <a:defRPr sz="1400" b="0" i="0" kern="1200" baseline="0">
                    <a:solidFill>
                      <a:schemeClr val="tx1"/>
                    </a:solidFill>
                    <a:latin typeface="Arial" panose="020B0604020202020204" pitchFamily="34" charset="0"/>
                    <a:ea typeface="+mn-ea"/>
                    <a:cs typeface="Arial" panose="020B0604020202020204" pitchFamily="34" charset="0"/>
                  </a:defRPr>
                </a:lvl1pPr>
                <a:lvl2pPr marL="115200" indent="-115200" algn="l" defTabSz="914400" rtl="0" eaLnBrk="1" latinLnBrk="0" hangingPunct="1">
                  <a:lnSpc>
                    <a:spcPct val="110000"/>
                  </a:lnSpc>
                  <a:spcBef>
                    <a:spcPts val="0"/>
                  </a:spcBef>
                  <a:spcAft>
                    <a:spcPts val="600"/>
                  </a:spcAft>
                  <a:buFont typeface="Arial" panose="020B0604020202020204" pitchFamily="34" charset="0"/>
                  <a:buChar char="•"/>
                  <a:tabLst/>
                  <a:defRPr sz="1400" b="0" i="0" kern="1200" baseline="0">
                    <a:solidFill>
                      <a:schemeClr val="tx1"/>
                    </a:solidFill>
                    <a:latin typeface="Arial" panose="020B0604020202020204" pitchFamily="34" charset="0"/>
                    <a:ea typeface="+mn-ea"/>
                    <a:cs typeface="Arial" panose="020B0604020202020204" pitchFamily="34" charset="0"/>
                  </a:defRPr>
                </a:lvl2pPr>
                <a:lvl3pPr marL="0" indent="0" algn="l" defTabSz="914400" rtl="0" eaLnBrk="1" latinLnBrk="0" hangingPunct="1">
                  <a:lnSpc>
                    <a:spcPct val="100000"/>
                  </a:lnSpc>
                  <a:spcBef>
                    <a:spcPts val="0"/>
                  </a:spcBef>
                  <a:spcAft>
                    <a:spcPts val="1000"/>
                  </a:spcAft>
                  <a:buFont typeface="Arial" panose="020B0604020202020204" pitchFamily="34" charset="0"/>
                  <a:buChar char="•"/>
                  <a:tabLst/>
                  <a:defRPr sz="1400" b="0" i="0" kern="1200" baseline="0">
                    <a:solidFill>
                      <a:schemeClr val="tx1"/>
                    </a:solidFill>
                    <a:latin typeface="Arial" panose="020B0604020202020204" pitchFamily="34" charset="0"/>
                    <a:ea typeface="+mn-ea"/>
                    <a:cs typeface="Arial" panose="020B0604020202020204" pitchFamily="34" charset="0"/>
                  </a:defRPr>
                </a:lvl3pPr>
                <a:lvl4pPr marL="7938" indent="0" algn="l" defTabSz="914400" rtl="0" eaLnBrk="1" latinLnBrk="0" hangingPunct="1">
                  <a:lnSpc>
                    <a:spcPct val="90000"/>
                  </a:lnSpc>
                  <a:spcBef>
                    <a:spcPts val="500"/>
                  </a:spcBef>
                  <a:buFont typeface="Arial" panose="020B0604020202020204" pitchFamily="34" charset="0"/>
                  <a:buChar char="•"/>
                  <a:tabLst/>
                  <a:defRPr sz="1400" kern="1200" baseline="0">
                    <a:solidFill>
                      <a:schemeClr val="tx1"/>
                    </a:solidFill>
                    <a:latin typeface="Arial" panose="020B0604020202020204" pitchFamily="34" charset="0"/>
                    <a:ea typeface="+mn-ea"/>
                    <a:cs typeface="+mn-cs"/>
                  </a:defRPr>
                </a:lvl4pPr>
                <a:lvl5pPr marL="223838" indent="-215900" algn="l" defTabSz="914400" rtl="0" eaLnBrk="1" latinLnBrk="0" hangingPunct="1">
                  <a:lnSpc>
                    <a:spcPct val="100000"/>
                  </a:lnSpc>
                  <a:spcBef>
                    <a:spcPts val="0"/>
                  </a:spcBef>
                  <a:spcAft>
                    <a:spcPts val="1000"/>
                  </a:spcAft>
                  <a:buClr>
                    <a:schemeClr val="accent2"/>
                  </a:buClr>
                  <a:buFont typeface="+mj-lt"/>
                  <a:buAutoNum type="arabicPeriod"/>
                  <a:tabLst/>
                  <a:defRPr sz="1400" b="0" i="0" kern="1200" baseline="0">
                    <a:solidFill>
                      <a:schemeClr val="tx1"/>
                    </a:solidFill>
                    <a:latin typeface="Arial" panose="020B0604020202020204" pitchFamily="34" charset="0"/>
                    <a:ea typeface="+mn-ea"/>
                    <a:cs typeface="Arial" panose="020B0604020202020204" pitchFamily="34" charset="0"/>
                  </a:defRPr>
                </a:lvl5pPr>
                <a:lvl6pPr marL="223838" indent="-215900" algn="l" defTabSz="914400" rtl="0" eaLnBrk="1" latinLnBrk="0" hangingPunct="1">
                  <a:lnSpc>
                    <a:spcPct val="100000"/>
                  </a:lnSpc>
                  <a:spcBef>
                    <a:spcPts val="600"/>
                  </a:spcBef>
                  <a:spcAft>
                    <a:spcPts val="1000"/>
                  </a:spcAft>
                  <a:buClr>
                    <a:schemeClr val="accent2"/>
                  </a:buClr>
                  <a:buFont typeface="+mj-lt"/>
                  <a:buAutoNum type="alphaLcPeriod"/>
                  <a:tabLst/>
                  <a:defRPr sz="1400" b="0" i="0" kern="1200">
                    <a:solidFill>
                      <a:schemeClr val="tx1"/>
                    </a:solidFill>
                    <a:latin typeface="Arial" panose="020B0604020202020204" pitchFamily="34" charset="0"/>
                    <a:ea typeface="+mn-ea"/>
                    <a:cs typeface="Arial" panose="020B0604020202020204" pitchFamily="34" charset="0"/>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R="0" lvl="0" algn="l" defTabSz="914400" rtl="0" eaLnBrk="1" fontAlgn="auto" latinLnBrk="0" hangingPunct="1">
                  <a:lnSpc>
                    <a:spcPct val="150000"/>
                  </a:lnSpc>
                  <a:spcBef>
                    <a:spcPts val="0"/>
                  </a:spcBef>
                  <a:spcAft>
                    <a:spcPts val="0"/>
                  </a:spcAft>
                  <a:buClrTx/>
                  <a:buSzTx/>
                  <a:tabLst/>
                  <a:defRPr/>
                </a:pPr>
                <a:r>
                  <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Odds ratio (OR): </a:t>
                </a:r>
                <a:r>
                  <a:rPr kumimoji="0" lang="en-US" sz="1800" b="0" i="1"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how much more likely are you to be a case if you carry the risk allele ?</a:t>
                </a:r>
              </a:p>
              <a:p>
                <a:pPr marL="509588" lvl="4" indent="-285750">
                  <a:lnSpc>
                    <a:spcPct val="150000"/>
                  </a:lnSpc>
                  <a:buClr>
                    <a:srgbClr val="FF506E"/>
                  </a:buClr>
                  <a:buFont typeface="Wingdings" panose="05000000000000000000" pitchFamily="2" charset="2"/>
                  <a:buChar char="Ø"/>
                </a:pPr>
                <a:r>
                  <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Per genotype </a:t>
                </a:r>
                <a:r>
                  <a:rPr kumimoji="0" lang="en-US" sz="1800" b="0" i="1"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g</a:t>
                </a:r>
                <a:r>
                  <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and disease </a:t>
                </a:r>
                <a:r>
                  <a:rPr kumimoji="0" lang="en-US" sz="1800" b="0" i="1"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Y</a:t>
                </a:r>
                <a:r>
                  <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we compute the odds </a:t>
                </a:r>
                <a14:m>
                  <m:oMath xmlns:m="http://schemas.openxmlformats.org/officeDocument/2006/math">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rPr>
                      <m:t>𝑂</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rPr>
                      <m:t>=</m:t>
                    </m:r>
                    <m:f>
                      <m:f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rPr>
                        </m:ctrlPr>
                      </m:fPr>
                      <m:num>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rPr>
                          <m:t>𝑝</m:t>
                        </m:r>
                      </m:num>
                      <m:den>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rPr>
                          <m:t>1−</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rPr>
                          <m:t>𝑝</m:t>
                        </m:r>
                      </m:den>
                    </m:f>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rPr>
                      <m:t>=</m:t>
                    </m:r>
                    <m:f>
                      <m:f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rPr>
                        </m:ctrlPr>
                      </m:fPr>
                      <m:num>
                        <m:sSub>
                          <m:sSubPr>
                            <m:ctrlP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rPr>
                            </m:ctrlPr>
                          </m:sSubPr>
                          <m:e>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rPr>
                              <m:t>𝑝</m:t>
                            </m:r>
                          </m:e>
                          <m:sub>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rPr>
                              <m:t>𝑌</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rPr>
                              <m:t>=1|</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rPr>
                              <m:t>𝑔</m:t>
                            </m:r>
                          </m:sub>
                        </m:sSub>
                      </m:num>
                      <m:den>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rPr>
                          <m:t>1−</m:t>
                        </m:r>
                        <m:sSub>
                          <m:sSubPr>
                            <m:ctrlP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rPr>
                            </m:ctrlPr>
                          </m:sSubPr>
                          <m:e>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rPr>
                              <m:t>𝑝</m:t>
                            </m:r>
                          </m:e>
                          <m:sub>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rPr>
                              <m:t>𝑌</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rPr>
                              <m:t>=1|</m:t>
                            </m:r>
                            <m:r>
                              <a:rPr kumimoji="0" lang="en-US" sz="1800" b="0" i="1" u="none" strike="noStrike" kern="1200" cap="none" spc="0" normalizeH="0" baseline="0" noProof="0">
                                <a:ln>
                                  <a:noFill/>
                                </a:ln>
                                <a:solidFill>
                                  <a:srgbClr val="000000"/>
                                </a:solidFill>
                                <a:effectLst/>
                                <a:uLnTx/>
                                <a:uFillTx/>
                                <a:latin typeface="Cambria Math" panose="02040503050406030204" pitchFamily="18" charset="0"/>
                                <a:ea typeface="+mn-ea"/>
                              </a:rPr>
                              <m:t>𝑔</m:t>
                            </m:r>
                          </m:sub>
                        </m:sSub>
                      </m:den>
                    </m:f>
                  </m:oMath>
                </a14:m>
                <a:r>
                  <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a:t>
                </a:r>
                <a14:m>
                  <m:oMath xmlns:m="http://schemas.openxmlformats.org/officeDocument/2006/math">
                    <m:r>
                      <a:rPr lang="en-US" sz="1800" i="1">
                        <a:solidFill>
                          <a:srgbClr val="000000"/>
                        </a:solidFill>
                        <a:latin typeface="Cambria Math" panose="02040503050406030204" pitchFamily="18" charset="0"/>
                      </a:rPr>
                      <m:t>=</m:t>
                    </m:r>
                    <m:f>
                      <m:fPr>
                        <m:ctrlPr>
                          <a:rPr lang="en-US" sz="1800" i="1">
                            <a:solidFill>
                              <a:srgbClr val="000000"/>
                            </a:solidFill>
                            <a:latin typeface="Cambria Math" panose="02040503050406030204" pitchFamily="18" charset="0"/>
                          </a:rPr>
                        </m:ctrlPr>
                      </m:fPr>
                      <m:num>
                        <m:sSub>
                          <m:sSubPr>
                            <m:ctrlPr>
                              <a:rPr lang="en-US" sz="1800" i="1">
                                <a:solidFill>
                                  <a:srgbClr val="000000"/>
                                </a:solidFill>
                                <a:latin typeface="Cambria Math" panose="02040503050406030204" pitchFamily="18" charset="0"/>
                              </a:rPr>
                            </m:ctrlPr>
                          </m:sSubPr>
                          <m:e>
                            <m:r>
                              <a:rPr lang="en-US" sz="1800" i="1">
                                <a:solidFill>
                                  <a:srgbClr val="000000"/>
                                </a:solidFill>
                                <a:latin typeface="Cambria Math" panose="02040503050406030204" pitchFamily="18" charset="0"/>
                              </a:rPr>
                              <m:t>𝑝</m:t>
                            </m:r>
                          </m:e>
                          <m:sub>
                            <m:r>
                              <a:rPr lang="en-US" sz="1800" i="1">
                                <a:solidFill>
                                  <a:srgbClr val="000000"/>
                                </a:solidFill>
                                <a:latin typeface="Cambria Math" panose="02040503050406030204" pitchFamily="18" charset="0"/>
                              </a:rPr>
                              <m:t>𝑌</m:t>
                            </m:r>
                            <m:r>
                              <a:rPr lang="en-US" sz="1800" i="1">
                                <a:solidFill>
                                  <a:srgbClr val="000000"/>
                                </a:solidFill>
                                <a:latin typeface="Cambria Math" panose="02040503050406030204" pitchFamily="18" charset="0"/>
                              </a:rPr>
                              <m:t>=1|</m:t>
                            </m:r>
                            <m:r>
                              <a:rPr lang="en-US" sz="1800" i="1">
                                <a:solidFill>
                                  <a:srgbClr val="000000"/>
                                </a:solidFill>
                                <a:latin typeface="Cambria Math" panose="02040503050406030204" pitchFamily="18" charset="0"/>
                              </a:rPr>
                              <m:t>𝑔</m:t>
                            </m:r>
                          </m:sub>
                        </m:sSub>
                      </m:num>
                      <m:den>
                        <m:sSub>
                          <m:sSubPr>
                            <m:ctrlPr>
                              <a:rPr lang="en-US" sz="1800" i="1" smtClean="0">
                                <a:solidFill>
                                  <a:srgbClr val="000000"/>
                                </a:solidFill>
                                <a:latin typeface="Cambria Math" panose="02040503050406030204" pitchFamily="18" charset="0"/>
                              </a:rPr>
                            </m:ctrlPr>
                          </m:sSubPr>
                          <m:e>
                            <m:r>
                              <a:rPr lang="en-US" sz="1800" i="1">
                                <a:solidFill>
                                  <a:srgbClr val="000000"/>
                                </a:solidFill>
                                <a:latin typeface="Cambria Math" panose="02040503050406030204" pitchFamily="18" charset="0"/>
                              </a:rPr>
                              <m:t>𝑝</m:t>
                            </m:r>
                          </m:e>
                          <m:sub>
                            <m:r>
                              <a:rPr lang="en-US" sz="1800" i="1">
                                <a:solidFill>
                                  <a:srgbClr val="000000"/>
                                </a:solidFill>
                                <a:latin typeface="Cambria Math" panose="02040503050406030204" pitchFamily="18" charset="0"/>
                              </a:rPr>
                              <m:t>𝑌</m:t>
                            </m:r>
                            <m:r>
                              <a:rPr lang="en-US" sz="1800" i="1">
                                <a:solidFill>
                                  <a:srgbClr val="000000"/>
                                </a:solidFill>
                                <a:latin typeface="Cambria Math" panose="02040503050406030204" pitchFamily="18" charset="0"/>
                              </a:rPr>
                              <m:t>=0|</m:t>
                            </m:r>
                            <m:r>
                              <a:rPr lang="en-US" sz="1800" i="1">
                                <a:solidFill>
                                  <a:srgbClr val="000000"/>
                                </a:solidFill>
                                <a:latin typeface="Cambria Math" panose="02040503050406030204" pitchFamily="18" charset="0"/>
                              </a:rPr>
                              <m:t>𝑔</m:t>
                            </m:r>
                          </m:sub>
                        </m:sSub>
                      </m:den>
                    </m:f>
                  </m:oMath>
                </a14:m>
                <a:r>
                  <a:rPr lang="en-US" sz="1800" dirty="0">
                    <a:solidFill>
                      <a:srgbClr val="000000"/>
                    </a:solidFill>
                  </a:rPr>
                  <a:t> </a:t>
                </a:r>
                <a:endParaRPr kumimoji="0" lang="en-US" sz="18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mc:Choice>
        <mc:Fallback xmlns="">
          <p:sp>
            <p:nvSpPr>
              <p:cNvPr id="7" name="Textplatzhalter 5">
                <a:extLst>
                  <a:ext uri="{FF2B5EF4-FFF2-40B4-BE49-F238E27FC236}">
                    <a16:creationId xmlns:a16="http://schemas.microsoft.com/office/drawing/2014/main" id="{25B88462-0878-48CF-AB94-DD5D3D5C63CE}"/>
                  </a:ext>
                </a:extLst>
              </p:cNvPr>
              <p:cNvSpPr txBox="1">
                <a:spLocks noRot="1" noChangeAspect="1" noMove="1" noResize="1" noEditPoints="1" noAdjustHandles="1" noChangeArrowheads="1" noChangeShapeType="1" noTextEdit="1"/>
              </p:cNvSpPr>
              <p:nvPr/>
            </p:nvSpPr>
            <p:spPr>
              <a:xfrm>
                <a:off x="738000" y="1259457"/>
                <a:ext cx="11235464" cy="1184107"/>
              </a:xfrm>
              <a:prstGeom prst="rect">
                <a:avLst/>
              </a:prstGeom>
              <a:blipFill>
                <a:blip r:embed="rId3"/>
                <a:stretch>
                  <a:fillRect l="-488" b="-1031"/>
                </a:stretch>
              </a:blipFill>
            </p:spPr>
            <p:txBody>
              <a:bodyPr/>
              <a:lstStyle/>
              <a:p>
                <a:r>
                  <a:rPr lang="de-DE">
                    <a:noFill/>
                  </a:rPr>
                  <a:t> </a:t>
                </a:r>
              </a:p>
            </p:txBody>
          </p:sp>
        </mc:Fallback>
      </mc:AlternateContent>
      <p:pic>
        <p:nvPicPr>
          <p:cNvPr id="4" name="Picture 3">
            <a:extLst>
              <a:ext uri="{FF2B5EF4-FFF2-40B4-BE49-F238E27FC236}">
                <a16:creationId xmlns:a16="http://schemas.microsoft.com/office/drawing/2014/main" id="{B7BC41CA-0D04-4061-A207-03D6CC086F56}"/>
              </a:ext>
            </a:extLst>
          </p:cNvPr>
          <p:cNvPicPr>
            <a:picLocks noChangeAspect="1"/>
          </p:cNvPicPr>
          <p:nvPr/>
        </p:nvPicPr>
        <p:blipFill rotWithShape="1">
          <a:blip r:embed="rId4"/>
          <a:srcRect l="13706" t="45786" r="53590" b="21761"/>
          <a:stretch/>
        </p:blipFill>
        <p:spPr>
          <a:xfrm>
            <a:off x="1325147" y="2254662"/>
            <a:ext cx="4770853" cy="2958847"/>
          </a:xfrm>
          <a:prstGeom prst="rect">
            <a:avLst/>
          </a:prstGeom>
        </p:spPr>
      </p:pic>
      <p:graphicFrame>
        <p:nvGraphicFramePr>
          <p:cNvPr id="5" name="Table 4">
            <a:extLst>
              <a:ext uri="{FF2B5EF4-FFF2-40B4-BE49-F238E27FC236}">
                <a16:creationId xmlns:a16="http://schemas.microsoft.com/office/drawing/2014/main" id="{530F21FD-2A0E-4143-90AF-811A938E55BE}"/>
              </a:ext>
            </a:extLst>
          </p:cNvPr>
          <p:cNvGraphicFramePr>
            <a:graphicFrameLocks noGrp="1"/>
          </p:cNvGraphicFramePr>
          <p:nvPr>
            <p:extLst>
              <p:ext uri="{D42A27DB-BD31-4B8C-83A1-F6EECF244321}">
                <p14:modId xmlns:p14="http://schemas.microsoft.com/office/powerpoint/2010/main" val="2365486833"/>
              </p:ext>
            </p:extLst>
          </p:nvPr>
        </p:nvGraphicFramePr>
        <p:xfrm>
          <a:off x="7804222" y="2825116"/>
          <a:ext cx="2517140" cy="1112520"/>
        </p:xfrm>
        <a:graphic>
          <a:graphicData uri="http://schemas.openxmlformats.org/drawingml/2006/table">
            <a:tbl>
              <a:tblPr firstRow="1" bandRow="1">
                <a:tableStyleId>{5C22544A-7EE6-4342-B048-85BDC9FD1C3A}</a:tableStyleId>
              </a:tblPr>
              <a:tblGrid>
                <a:gridCol w="411480">
                  <a:extLst>
                    <a:ext uri="{9D8B030D-6E8A-4147-A177-3AD203B41FA5}">
                      <a16:colId xmlns:a16="http://schemas.microsoft.com/office/drawing/2014/main" val="1825996709"/>
                    </a:ext>
                  </a:extLst>
                </a:gridCol>
                <a:gridCol w="919480">
                  <a:extLst>
                    <a:ext uri="{9D8B030D-6E8A-4147-A177-3AD203B41FA5}">
                      <a16:colId xmlns:a16="http://schemas.microsoft.com/office/drawing/2014/main" val="1040123782"/>
                    </a:ext>
                  </a:extLst>
                </a:gridCol>
                <a:gridCol w="1186180">
                  <a:extLst>
                    <a:ext uri="{9D8B030D-6E8A-4147-A177-3AD203B41FA5}">
                      <a16:colId xmlns:a16="http://schemas.microsoft.com/office/drawing/2014/main" val="1037614345"/>
                    </a:ext>
                  </a:extLst>
                </a:gridCol>
              </a:tblGrid>
              <a:tr h="370840">
                <a:tc>
                  <a:txBody>
                    <a:bodyPr/>
                    <a:lstStyle/>
                    <a:p>
                      <a:endParaRPr lang="en-DE" dirty="0"/>
                    </a:p>
                  </a:txBody>
                  <a:tcPr/>
                </a:tc>
                <a:tc>
                  <a:txBody>
                    <a:bodyPr/>
                    <a:lstStyle/>
                    <a:p>
                      <a:r>
                        <a:rPr lang="en-US" dirty="0"/>
                        <a:t>Cases</a:t>
                      </a:r>
                      <a:endParaRPr lang="en-DE" dirty="0"/>
                    </a:p>
                  </a:txBody>
                  <a:tcPr/>
                </a:tc>
                <a:tc>
                  <a:txBody>
                    <a:bodyPr/>
                    <a:lstStyle/>
                    <a:p>
                      <a:r>
                        <a:rPr lang="en-US" dirty="0"/>
                        <a:t>Controls</a:t>
                      </a:r>
                      <a:endParaRPr lang="en-DE" dirty="0"/>
                    </a:p>
                  </a:txBody>
                  <a:tcPr/>
                </a:tc>
                <a:extLst>
                  <a:ext uri="{0D108BD9-81ED-4DB2-BD59-A6C34878D82A}">
                    <a16:rowId xmlns:a16="http://schemas.microsoft.com/office/drawing/2014/main" val="1355858148"/>
                  </a:ext>
                </a:extLst>
              </a:tr>
              <a:tr h="370840">
                <a:tc>
                  <a:txBody>
                    <a:bodyPr/>
                    <a:lstStyle/>
                    <a:p>
                      <a:r>
                        <a:rPr lang="en-US" dirty="0"/>
                        <a:t>T</a:t>
                      </a:r>
                      <a:endParaRPr lang="en-DE" dirty="0"/>
                    </a:p>
                  </a:txBody>
                  <a:tcPr/>
                </a:tc>
                <a:tc>
                  <a:txBody>
                    <a:bodyPr/>
                    <a:lstStyle/>
                    <a:p>
                      <a:r>
                        <a:rPr lang="en-US" dirty="0"/>
                        <a:t>380</a:t>
                      </a:r>
                      <a:endParaRPr lang="en-DE" dirty="0"/>
                    </a:p>
                  </a:txBody>
                  <a:tcPr/>
                </a:tc>
                <a:tc>
                  <a:txBody>
                    <a:bodyPr/>
                    <a:lstStyle/>
                    <a:p>
                      <a:r>
                        <a:rPr lang="en-US" dirty="0"/>
                        <a:t>510</a:t>
                      </a:r>
                      <a:endParaRPr lang="en-DE" dirty="0"/>
                    </a:p>
                  </a:txBody>
                  <a:tcPr/>
                </a:tc>
                <a:extLst>
                  <a:ext uri="{0D108BD9-81ED-4DB2-BD59-A6C34878D82A}">
                    <a16:rowId xmlns:a16="http://schemas.microsoft.com/office/drawing/2014/main" val="3919491988"/>
                  </a:ext>
                </a:extLst>
              </a:tr>
              <a:tr h="370840">
                <a:tc>
                  <a:txBody>
                    <a:bodyPr/>
                    <a:lstStyle/>
                    <a:p>
                      <a:r>
                        <a:rPr lang="en-US" dirty="0"/>
                        <a:t>C</a:t>
                      </a:r>
                      <a:endParaRPr lang="en-DE" dirty="0"/>
                    </a:p>
                  </a:txBody>
                  <a:tcPr/>
                </a:tc>
                <a:tc>
                  <a:txBody>
                    <a:bodyPr/>
                    <a:lstStyle/>
                    <a:p>
                      <a:r>
                        <a:rPr lang="en-US" dirty="0"/>
                        <a:t>620</a:t>
                      </a:r>
                      <a:endParaRPr lang="en-DE" dirty="0"/>
                    </a:p>
                  </a:txBody>
                  <a:tcPr/>
                </a:tc>
                <a:tc>
                  <a:txBody>
                    <a:bodyPr/>
                    <a:lstStyle/>
                    <a:p>
                      <a:r>
                        <a:rPr lang="en-US" dirty="0"/>
                        <a:t>490</a:t>
                      </a:r>
                      <a:endParaRPr lang="en-DE" dirty="0"/>
                    </a:p>
                  </a:txBody>
                  <a:tcPr/>
                </a:tc>
                <a:extLst>
                  <a:ext uri="{0D108BD9-81ED-4DB2-BD59-A6C34878D82A}">
                    <a16:rowId xmlns:a16="http://schemas.microsoft.com/office/drawing/2014/main" val="2064957144"/>
                  </a:ext>
                </a:extLst>
              </a:tr>
            </a:tbl>
          </a:graphicData>
        </a:graphic>
      </p:graphicFrame>
      <p:pic>
        <p:nvPicPr>
          <p:cNvPr id="10" name="Picture 9">
            <a:extLst>
              <a:ext uri="{FF2B5EF4-FFF2-40B4-BE49-F238E27FC236}">
                <a16:creationId xmlns:a16="http://schemas.microsoft.com/office/drawing/2014/main" id="{A59D3A3E-3958-4C20-88F5-4E2D1FA06D11}"/>
              </a:ext>
            </a:extLst>
          </p:cNvPr>
          <p:cNvPicPr>
            <a:picLocks noChangeAspect="1"/>
          </p:cNvPicPr>
          <p:nvPr/>
        </p:nvPicPr>
        <p:blipFill rotWithShape="1">
          <a:blip r:embed="rId5"/>
          <a:srcRect l="39565" t="43566" r="30008" b="47929"/>
          <a:stretch/>
        </p:blipFill>
        <p:spPr>
          <a:xfrm>
            <a:off x="339411" y="5346521"/>
            <a:ext cx="6367690" cy="1112520"/>
          </a:xfrm>
          <a:prstGeom prst="rect">
            <a:avLst/>
          </a:prstGeom>
        </p:spPr>
      </p:pic>
      <p:sp>
        <p:nvSpPr>
          <p:cNvPr id="11" name="Rectangle: Rounded Corners 10">
            <a:extLst>
              <a:ext uri="{FF2B5EF4-FFF2-40B4-BE49-F238E27FC236}">
                <a16:creationId xmlns:a16="http://schemas.microsoft.com/office/drawing/2014/main" id="{BA841CAD-E93F-426F-8200-9A6D7A9CA644}"/>
              </a:ext>
            </a:extLst>
          </p:cNvPr>
          <p:cNvSpPr/>
          <p:nvPr/>
        </p:nvSpPr>
        <p:spPr>
          <a:xfrm>
            <a:off x="433562" y="5344766"/>
            <a:ext cx="6179389" cy="1112520"/>
          </a:xfrm>
          <a:prstGeom prst="roundRect">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7E5A43A7-0F07-4D96-9662-E0D6D09461DC}"/>
                  </a:ext>
                </a:extLst>
              </p:cNvPr>
              <p:cNvSpPr txBox="1"/>
              <p:nvPr/>
            </p:nvSpPr>
            <p:spPr>
              <a:xfrm>
                <a:off x="7350815" y="4139982"/>
                <a:ext cx="3442682" cy="863891"/>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𝑂</m:t>
                          </m:r>
                        </m:e>
                        <m:sub>
                          <m:r>
                            <a:rPr lang="en-US" b="0" i="1" smtClean="0">
                              <a:latin typeface="Cambria Math" panose="02040503050406030204" pitchFamily="18" charset="0"/>
                            </a:rPr>
                            <m:t>𝑇</m:t>
                          </m:r>
                        </m:sub>
                      </m:sSub>
                      <m:r>
                        <a:rPr lang="en-US" b="0" i="1" smtClean="0">
                          <a:latin typeface="Cambria Math" panose="02040503050406030204" pitchFamily="18" charset="0"/>
                        </a:rPr>
                        <m:t>= </m:t>
                      </m:r>
                      <m:f>
                        <m:fPr>
                          <m:ctrlPr>
                            <a:rPr lang="en-US" b="0" i="1" smtClean="0">
                              <a:latin typeface="Cambria Math" panose="02040503050406030204" pitchFamily="18" charset="0"/>
                            </a:rPr>
                          </m:ctrlPr>
                        </m:fPr>
                        <m:num>
                          <m:f>
                            <m:fPr>
                              <m:type m:val="skw"/>
                              <m:ctrlPr>
                                <a:rPr lang="en-US" b="0" i="1" smtClean="0">
                                  <a:latin typeface="Cambria Math" panose="02040503050406030204" pitchFamily="18" charset="0"/>
                                </a:rPr>
                              </m:ctrlPr>
                            </m:fPr>
                            <m:num>
                              <m:r>
                                <a:rPr lang="en-US" b="0" i="1" smtClean="0">
                                  <a:latin typeface="Cambria Math" panose="02040503050406030204" pitchFamily="18" charset="0"/>
                                </a:rPr>
                                <m:t>380</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𝑇</m:t>
                                  </m:r>
                                </m:sub>
                              </m:sSub>
                            </m:den>
                          </m:f>
                        </m:num>
                        <m:den>
                          <m:f>
                            <m:fPr>
                              <m:type m:val="skw"/>
                              <m:ctrlPr>
                                <a:rPr lang="en-US" b="0" i="1" smtClean="0">
                                  <a:latin typeface="Cambria Math" panose="02040503050406030204" pitchFamily="18" charset="0"/>
                                </a:rPr>
                              </m:ctrlPr>
                            </m:fPr>
                            <m:num>
                              <m:r>
                                <a:rPr lang="en-US" b="0" i="1" smtClean="0">
                                  <a:latin typeface="Cambria Math" panose="02040503050406030204" pitchFamily="18" charset="0"/>
                                </a:rPr>
                                <m:t>510</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𝑛</m:t>
                                  </m:r>
                                </m:e>
                                <m:sub>
                                  <m:r>
                                    <a:rPr lang="en-US" b="0" i="1" smtClean="0">
                                      <a:latin typeface="Cambria Math" panose="02040503050406030204" pitchFamily="18" charset="0"/>
                                    </a:rPr>
                                    <m:t>𝑇</m:t>
                                  </m:r>
                                </m:sub>
                              </m:sSub>
                            </m:den>
                          </m:f>
                          <m:r>
                            <a:rPr lang="en-US" b="0" i="1" smtClean="0">
                              <a:latin typeface="Cambria Math" panose="02040503050406030204" pitchFamily="18" charset="0"/>
                            </a:rPr>
                            <m:t>  </m:t>
                          </m:r>
                        </m:den>
                      </m:f>
                      <m:sSub>
                        <m:sSubPr>
                          <m:ctrlPr>
                            <a:rPr lang="en-US" i="1">
                              <a:latin typeface="Cambria Math" panose="02040503050406030204" pitchFamily="18" charset="0"/>
                            </a:rPr>
                          </m:ctrlPr>
                        </m:sSubPr>
                        <m:e>
                          <m:r>
                            <a:rPr lang="en-US" b="0" i="1" smtClean="0">
                              <a:latin typeface="Cambria Math" panose="02040503050406030204" pitchFamily="18" charset="0"/>
                            </a:rPr>
                            <m:t>        </m:t>
                          </m:r>
                          <m:r>
                            <a:rPr lang="en-US" i="1">
                              <a:latin typeface="Cambria Math" panose="02040503050406030204" pitchFamily="18" charset="0"/>
                            </a:rPr>
                            <m:t>𝑂</m:t>
                          </m:r>
                        </m:e>
                        <m:sub>
                          <m:r>
                            <a:rPr lang="en-US" b="0" i="1" smtClean="0">
                              <a:latin typeface="Cambria Math" panose="02040503050406030204" pitchFamily="18" charset="0"/>
                            </a:rPr>
                            <m:t>𝐶</m:t>
                          </m:r>
                        </m:sub>
                      </m:sSub>
                      <m:r>
                        <a:rPr lang="en-US" i="1">
                          <a:latin typeface="Cambria Math" panose="02040503050406030204" pitchFamily="18" charset="0"/>
                        </a:rPr>
                        <m:t>= </m:t>
                      </m:r>
                      <m:f>
                        <m:fPr>
                          <m:ctrlPr>
                            <a:rPr lang="en-US" i="1">
                              <a:latin typeface="Cambria Math" panose="02040503050406030204" pitchFamily="18" charset="0"/>
                            </a:rPr>
                          </m:ctrlPr>
                        </m:fPr>
                        <m:num>
                          <m:f>
                            <m:fPr>
                              <m:type m:val="skw"/>
                              <m:ctrlPr>
                                <a:rPr lang="en-US" i="1">
                                  <a:latin typeface="Cambria Math" panose="02040503050406030204" pitchFamily="18" charset="0"/>
                                </a:rPr>
                              </m:ctrlPr>
                            </m:fPr>
                            <m:num>
                              <m:r>
                                <a:rPr lang="en-US" b="0" i="1" smtClean="0">
                                  <a:latin typeface="Cambria Math" panose="02040503050406030204" pitchFamily="18" charset="0"/>
                                </a:rPr>
                                <m:t>620</m:t>
                              </m:r>
                            </m:num>
                            <m:den>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b="0" i="1" smtClean="0">
                                      <a:latin typeface="Cambria Math" panose="02040503050406030204" pitchFamily="18" charset="0"/>
                                    </a:rPr>
                                    <m:t>𝐶</m:t>
                                  </m:r>
                                </m:sub>
                              </m:sSub>
                            </m:den>
                          </m:f>
                        </m:num>
                        <m:den>
                          <m:f>
                            <m:fPr>
                              <m:type m:val="skw"/>
                              <m:ctrlPr>
                                <a:rPr lang="en-US" i="1">
                                  <a:latin typeface="Cambria Math" panose="02040503050406030204" pitchFamily="18" charset="0"/>
                                </a:rPr>
                              </m:ctrlPr>
                            </m:fPr>
                            <m:num>
                              <m:r>
                                <a:rPr lang="en-US" b="0" i="1" smtClean="0">
                                  <a:latin typeface="Cambria Math" panose="02040503050406030204" pitchFamily="18" charset="0"/>
                                </a:rPr>
                                <m:t>490</m:t>
                              </m:r>
                            </m:num>
                            <m:den>
                              <m:sSub>
                                <m:sSubPr>
                                  <m:ctrlPr>
                                    <a:rPr lang="en-US" i="1">
                                      <a:latin typeface="Cambria Math" panose="02040503050406030204" pitchFamily="18" charset="0"/>
                                    </a:rPr>
                                  </m:ctrlPr>
                                </m:sSubPr>
                                <m:e>
                                  <m:r>
                                    <a:rPr lang="en-US" i="1">
                                      <a:latin typeface="Cambria Math" panose="02040503050406030204" pitchFamily="18" charset="0"/>
                                    </a:rPr>
                                    <m:t>𝑛</m:t>
                                  </m:r>
                                </m:e>
                                <m:sub>
                                  <m:r>
                                    <a:rPr lang="en-US" b="0" i="1" smtClean="0">
                                      <a:latin typeface="Cambria Math" panose="02040503050406030204" pitchFamily="18" charset="0"/>
                                    </a:rPr>
                                    <m:t>𝐶</m:t>
                                  </m:r>
                                </m:sub>
                              </m:sSub>
                            </m:den>
                          </m:f>
                        </m:den>
                      </m:f>
                    </m:oMath>
                  </m:oMathPara>
                </a14:m>
                <a:endParaRPr lang="de-DE" dirty="0"/>
              </a:p>
            </p:txBody>
          </p:sp>
        </mc:Choice>
        <mc:Fallback xmlns="">
          <p:sp>
            <p:nvSpPr>
              <p:cNvPr id="3" name="TextBox 2">
                <a:extLst>
                  <a:ext uri="{FF2B5EF4-FFF2-40B4-BE49-F238E27FC236}">
                    <a16:creationId xmlns:a16="http://schemas.microsoft.com/office/drawing/2014/main" id="{7E5A43A7-0F07-4D96-9662-E0D6D09461DC}"/>
                  </a:ext>
                </a:extLst>
              </p:cNvPr>
              <p:cNvSpPr txBox="1">
                <a:spLocks noRot="1" noChangeAspect="1" noMove="1" noResize="1" noEditPoints="1" noAdjustHandles="1" noChangeArrowheads="1" noChangeShapeType="1" noTextEdit="1"/>
              </p:cNvSpPr>
              <p:nvPr/>
            </p:nvSpPr>
            <p:spPr>
              <a:xfrm>
                <a:off x="7350815" y="4139982"/>
                <a:ext cx="3442682" cy="863891"/>
              </a:xfrm>
              <a:prstGeom prst="rect">
                <a:avLst/>
              </a:prstGeom>
              <a:blipFill>
                <a:blip r:embed="rId6"/>
                <a:stretch>
                  <a:fillRect/>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07D36143-FEE6-456E-AE46-9BCC3190AB0C}"/>
                  </a:ext>
                </a:extLst>
              </p:cNvPr>
              <p:cNvSpPr txBox="1"/>
              <p:nvPr/>
            </p:nvSpPr>
            <p:spPr>
              <a:xfrm>
                <a:off x="7101147" y="5284382"/>
                <a:ext cx="3442682" cy="61664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𝑂𝑅</m:t>
                          </m:r>
                        </m:e>
                        <m:sub>
                          <m:r>
                            <a:rPr lang="en-US" b="0" i="1" smtClean="0">
                              <a:latin typeface="Cambria Math" panose="02040503050406030204" pitchFamily="18" charset="0"/>
                            </a:rPr>
                            <m:t>𝐶</m:t>
                          </m:r>
                          <m:r>
                            <a:rPr lang="en-US" b="0" i="1" smtClean="0">
                              <a:latin typeface="Cambria Math" panose="02040503050406030204" pitchFamily="18" charset="0"/>
                            </a:rPr>
                            <m:t>/</m:t>
                          </m:r>
                          <m:r>
                            <a:rPr lang="en-US" b="0" i="1" smtClean="0">
                              <a:latin typeface="Cambria Math" panose="02040503050406030204" pitchFamily="18" charset="0"/>
                            </a:rPr>
                            <m:t>𝑇</m:t>
                          </m:r>
                        </m:sub>
                      </m:sSub>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620</m:t>
                          </m:r>
                          <m:r>
                            <a:rPr lang="en-US" b="0" i="1" smtClean="0">
                              <a:latin typeface="Cambria Math" panose="02040503050406030204" pitchFamily="18" charset="0"/>
                              <a:ea typeface="Cambria Math" panose="02040503050406030204" pitchFamily="18" charset="0"/>
                            </a:rPr>
                            <m:t>×510</m:t>
                          </m:r>
                        </m:num>
                        <m:den>
                          <m:r>
                            <a:rPr lang="en-US" b="0" i="1" smtClean="0">
                              <a:latin typeface="Cambria Math" panose="02040503050406030204" pitchFamily="18" charset="0"/>
                            </a:rPr>
                            <m:t>490</m:t>
                          </m:r>
                          <m:r>
                            <a:rPr lang="en-US" b="0" i="1" smtClean="0">
                              <a:latin typeface="Cambria Math" panose="02040503050406030204" pitchFamily="18" charset="0"/>
                              <a:ea typeface="Cambria Math" panose="02040503050406030204" pitchFamily="18" charset="0"/>
                            </a:rPr>
                            <m:t>×380</m:t>
                          </m:r>
                          <m:r>
                            <a:rPr lang="en-US" b="0" i="1" smtClean="0">
                              <a:latin typeface="Cambria Math" panose="02040503050406030204" pitchFamily="18" charset="0"/>
                            </a:rPr>
                            <m:t>  </m:t>
                          </m:r>
                        </m:den>
                      </m:f>
                      <m:r>
                        <a:rPr lang="en-US" b="0" i="1" smtClean="0">
                          <a:latin typeface="Cambria Math" panose="02040503050406030204" pitchFamily="18" charset="0"/>
                        </a:rPr>
                        <m:t>=1.7</m:t>
                      </m:r>
                    </m:oMath>
                  </m:oMathPara>
                </a14:m>
                <a:endParaRPr lang="de-DE" dirty="0"/>
              </a:p>
            </p:txBody>
          </p:sp>
        </mc:Choice>
        <mc:Fallback xmlns="">
          <p:sp>
            <p:nvSpPr>
              <p:cNvPr id="12" name="TextBox 11">
                <a:extLst>
                  <a:ext uri="{FF2B5EF4-FFF2-40B4-BE49-F238E27FC236}">
                    <a16:creationId xmlns:a16="http://schemas.microsoft.com/office/drawing/2014/main" id="{07D36143-FEE6-456E-AE46-9BCC3190AB0C}"/>
                  </a:ext>
                </a:extLst>
              </p:cNvPr>
              <p:cNvSpPr txBox="1">
                <a:spLocks noRot="1" noChangeAspect="1" noMove="1" noResize="1" noEditPoints="1" noAdjustHandles="1" noChangeArrowheads="1" noChangeShapeType="1" noTextEdit="1"/>
              </p:cNvSpPr>
              <p:nvPr/>
            </p:nvSpPr>
            <p:spPr>
              <a:xfrm>
                <a:off x="7101147" y="5284382"/>
                <a:ext cx="3442682" cy="616644"/>
              </a:xfrm>
              <a:prstGeom prst="rect">
                <a:avLst/>
              </a:prstGeom>
              <a:blipFill>
                <a:blip r:embed="rId7"/>
                <a:stretch>
                  <a:fillRect/>
                </a:stretch>
              </a:blipFill>
            </p:spPr>
            <p:txBody>
              <a:bodyPr/>
              <a:lstStyle/>
              <a:p>
                <a:r>
                  <a:rPr lang="de-DE">
                    <a:noFill/>
                  </a:rPr>
                  <a:t> </a:t>
                </a:r>
              </a:p>
            </p:txBody>
          </p:sp>
        </mc:Fallback>
      </mc:AlternateContent>
    </p:spTree>
    <p:extLst>
      <p:ext uri="{BB962C8B-B14F-4D97-AF65-F5344CB8AC3E}">
        <p14:creationId xmlns:p14="http://schemas.microsoft.com/office/powerpoint/2010/main" val="731968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animBg="1"/>
      <p:bldP spid="3" grpId="0"/>
      <p:bldP spid="1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243696B2-FC7B-1446-B3A5-F473E930953E}"/>
              </a:ext>
            </a:extLst>
          </p:cNvPr>
          <p:cNvSpPr>
            <a:spLocks noGrp="1"/>
          </p:cNvSpPr>
          <p:nvPr>
            <p:ph type="body" sz="quarter" idx="10"/>
          </p:nvPr>
        </p:nvSpPr>
        <p:spPr>
          <a:xfrm>
            <a:off x="713497" y="618414"/>
            <a:ext cx="10080000" cy="584775"/>
          </a:xfrm>
        </p:spPr>
        <p:txBody>
          <a:bodyPr/>
          <a:lstStyle/>
          <a:p>
            <a:r>
              <a:rPr lang="en-US" dirty="0"/>
              <a:t>Case/control studies</a:t>
            </a:r>
          </a:p>
        </p:txBody>
      </p:sp>
      <p:sp>
        <p:nvSpPr>
          <p:cNvPr id="7" name="Textplatzhalter 5">
            <a:extLst>
              <a:ext uri="{FF2B5EF4-FFF2-40B4-BE49-F238E27FC236}">
                <a16:creationId xmlns:a16="http://schemas.microsoft.com/office/drawing/2014/main" id="{25B88462-0878-48CF-AB94-DD5D3D5C63CE}"/>
              </a:ext>
            </a:extLst>
          </p:cNvPr>
          <p:cNvSpPr txBox="1">
            <a:spLocks/>
          </p:cNvSpPr>
          <p:nvPr/>
        </p:nvSpPr>
        <p:spPr>
          <a:xfrm>
            <a:off x="738000" y="1642917"/>
            <a:ext cx="11235464" cy="3933834"/>
          </a:xfrm>
          <a:prstGeom prst="rect">
            <a:avLst/>
          </a:prstGeom>
        </p:spPr>
        <p:txBody>
          <a:bodyPr lIns="90000">
            <a:spAutoFit/>
          </a:bodyPr>
          <a:lstStyle>
            <a:lvl1pPr marL="0" indent="0" algn="l" defTabSz="914400" rtl="0" eaLnBrk="1" latinLnBrk="0" hangingPunct="1">
              <a:lnSpc>
                <a:spcPct val="100000"/>
              </a:lnSpc>
              <a:spcBef>
                <a:spcPts val="0"/>
              </a:spcBef>
              <a:spcAft>
                <a:spcPts val="0"/>
              </a:spcAft>
              <a:buFontTx/>
              <a:buNone/>
              <a:tabLst/>
              <a:defRPr sz="1400" b="0" i="0" kern="1200" baseline="0">
                <a:solidFill>
                  <a:schemeClr val="tx1"/>
                </a:solidFill>
                <a:latin typeface="Arial" panose="020B0604020202020204" pitchFamily="34" charset="0"/>
                <a:ea typeface="+mn-ea"/>
                <a:cs typeface="Arial" panose="020B0604020202020204" pitchFamily="34" charset="0"/>
              </a:defRPr>
            </a:lvl1pPr>
            <a:lvl2pPr marL="115200" indent="-115200" algn="l" defTabSz="914400" rtl="0" eaLnBrk="1" latinLnBrk="0" hangingPunct="1">
              <a:lnSpc>
                <a:spcPct val="110000"/>
              </a:lnSpc>
              <a:spcBef>
                <a:spcPts val="0"/>
              </a:spcBef>
              <a:spcAft>
                <a:spcPts val="600"/>
              </a:spcAft>
              <a:buFont typeface="Arial" panose="020B0604020202020204" pitchFamily="34" charset="0"/>
              <a:buChar char="•"/>
              <a:tabLst/>
              <a:defRPr sz="1400" b="0" i="0" kern="1200" baseline="0">
                <a:solidFill>
                  <a:schemeClr val="tx1"/>
                </a:solidFill>
                <a:latin typeface="Arial" panose="020B0604020202020204" pitchFamily="34" charset="0"/>
                <a:ea typeface="+mn-ea"/>
                <a:cs typeface="Arial" panose="020B0604020202020204" pitchFamily="34" charset="0"/>
              </a:defRPr>
            </a:lvl2pPr>
            <a:lvl3pPr marL="0" indent="0" algn="l" defTabSz="914400" rtl="0" eaLnBrk="1" latinLnBrk="0" hangingPunct="1">
              <a:lnSpc>
                <a:spcPct val="100000"/>
              </a:lnSpc>
              <a:spcBef>
                <a:spcPts val="0"/>
              </a:spcBef>
              <a:spcAft>
                <a:spcPts val="1000"/>
              </a:spcAft>
              <a:buFont typeface="Arial" panose="020B0604020202020204" pitchFamily="34" charset="0"/>
              <a:buChar char="•"/>
              <a:tabLst/>
              <a:defRPr sz="1400" b="0" i="0" kern="1200" baseline="0">
                <a:solidFill>
                  <a:schemeClr val="tx1"/>
                </a:solidFill>
                <a:latin typeface="Arial" panose="020B0604020202020204" pitchFamily="34" charset="0"/>
                <a:ea typeface="+mn-ea"/>
                <a:cs typeface="Arial" panose="020B0604020202020204" pitchFamily="34" charset="0"/>
              </a:defRPr>
            </a:lvl3pPr>
            <a:lvl4pPr marL="7938" indent="0" algn="l" defTabSz="914400" rtl="0" eaLnBrk="1" latinLnBrk="0" hangingPunct="1">
              <a:lnSpc>
                <a:spcPct val="90000"/>
              </a:lnSpc>
              <a:spcBef>
                <a:spcPts val="500"/>
              </a:spcBef>
              <a:buFont typeface="Arial" panose="020B0604020202020204" pitchFamily="34" charset="0"/>
              <a:buChar char="•"/>
              <a:tabLst/>
              <a:defRPr sz="1400" kern="1200" baseline="0">
                <a:solidFill>
                  <a:schemeClr val="tx1"/>
                </a:solidFill>
                <a:latin typeface="Arial" panose="020B0604020202020204" pitchFamily="34" charset="0"/>
                <a:ea typeface="+mn-ea"/>
                <a:cs typeface="+mn-cs"/>
              </a:defRPr>
            </a:lvl4pPr>
            <a:lvl5pPr marL="223838" indent="-215900" algn="l" defTabSz="914400" rtl="0" eaLnBrk="1" latinLnBrk="0" hangingPunct="1">
              <a:lnSpc>
                <a:spcPct val="100000"/>
              </a:lnSpc>
              <a:spcBef>
                <a:spcPts val="0"/>
              </a:spcBef>
              <a:spcAft>
                <a:spcPts val="1000"/>
              </a:spcAft>
              <a:buClr>
                <a:schemeClr val="accent2"/>
              </a:buClr>
              <a:buFont typeface="+mj-lt"/>
              <a:buAutoNum type="arabicPeriod"/>
              <a:tabLst/>
              <a:defRPr sz="1400" b="0" i="0" kern="1200" baseline="0">
                <a:solidFill>
                  <a:schemeClr val="tx1"/>
                </a:solidFill>
                <a:latin typeface="Arial" panose="020B0604020202020204" pitchFamily="34" charset="0"/>
                <a:ea typeface="+mn-ea"/>
                <a:cs typeface="Arial" panose="020B0604020202020204" pitchFamily="34" charset="0"/>
              </a:defRPr>
            </a:lvl5pPr>
            <a:lvl6pPr marL="223838" indent="-215900" algn="l" defTabSz="914400" rtl="0" eaLnBrk="1" latinLnBrk="0" hangingPunct="1">
              <a:lnSpc>
                <a:spcPct val="100000"/>
              </a:lnSpc>
              <a:spcBef>
                <a:spcPts val="600"/>
              </a:spcBef>
              <a:spcAft>
                <a:spcPts val="1000"/>
              </a:spcAft>
              <a:buClr>
                <a:schemeClr val="accent2"/>
              </a:buClr>
              <a:buFont typeface="+mj-lt"/>
              <a:buAutoNum type="alphaLcPeriod"/>
              <a:tabLst/>
              <a:defRPr sz="1400" b="0" i="0" kern="1200">
                <a:solidFill>
                  <a:schemeClr val="tx1"/>
                </a:solidFill>
                <a:latin typeface="Arial" panose="020B0604020202020204" pitchFamily="34" charset="0"/>
                <a:ea typeface="+mn-ea"/>
                <a:cs typeface="Arial" panose="020B0604020202020204" pitchFamily="34" charset="0"/>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nSpc>
                <a:spcPct val="150000"/>
              </a:lnSpc>
              <a:defRPr/>
            </a:pPr>
            <a:r>
              <a:rPr lang="en-US" sz="2000" dirty="0">
                <a:solidFill>
                  <a:srgbClr val="000000"/>
                </a:solidFill>
              </a:rPr>
              <a:t>OR = ratio of the odds of the two alleles</a:t>
            </a:r>
          </a:p>
          <a:p>
            <a:pPr marL="509588" lvl="4" indent="-285750">
              <a:lnSpc>
                <a:spcPct val="150000"/>
              </a:lnSpc>
              <a:buClr>
                <a:srgbClr val="FF506E"/>
              </a:buClr>
              <a:buFont typeface="Wingdings" panose="05000000000000000000" pitchFamily="2" charset="2"/>
              <a:buChar char="Ø"/>
              <a:defRPr/>
            </a:pPr>
            <a:r>
              <a:rPr lang="en-US" sz="2000" dirty="0">
                <a:solidFill>
                  <a:srgbClr val="000000"/>
                </a:solidFill>
              </a:rPr>
              <a:t>OR&gt;1: the allele is ‘deleterious’</a:t>
            </a:r>
          </a:p>
          <a:p>
            <a:pPr marL="509588" lvl="4" indent="-285750">
              <a:lnSpc>
                <a:spcPct val="150000"/>
              </a:lnSpc>
              <a:buClr>
                <a:srgbClr val="FF506E"/>
              </a:buClr>
              <a:buFont typeface="Wingdings" panose="05000000000000000000" pitchFamily="2" charset="2"/>
              <a:buChar char="Ø"/>
              <a:defRPr/>
            </a:pPr>
            <a:r>
              <a:rPr lang="en-US" sz="2000" dirty="0">
                <a:solidFill>
                  <a:srgbClr val="000000"/>
                </a:solidFill>
              </a:rPr>
              <a:t>OR&lt;1: the allele is ‘protective’</a:t>
            </a:r>
          </a:p>
          <a:p>
            <a:endParaRPr lang="en-US" sz="2000" dirty="0"/>
          </a:p>
          <a:p>
            <a:r>
              <a:rPr lang="en-US" sz="2000" dirty="0"/>
              <a:t>Statistical test: is the OR significantly different from 1? </a:t>
            </a:r>
            <a:endParaRPr lang="en-US" sz="2000" dirty="0">
              <a:sym typeface="Wingdings" panose="05000000000000000000" pitchFamily="2" charset="2"/>
            </a:endParaRPr>
          </a:p>
          <a:p>
            <a:pPr marL="509588" lvl="4" indent="-285750">
              <a:lnSpc>
                <a:spcPct val="150000"/>
              </a:lnSpc>
              <a:buClr>
                <a:srgbClr val="FF506E"/>
              </a:buClr>
              <a:buFont typeface="Wingdings" panose="05000000000000000000" pitchFamily="2" charset="2"/>
              <a:buChar char="Ø"/>
            </a:pPr>
            <a:r>
              <a:rPr lang="en-US" sz="2000" dirty="0">
                <a:sym typeface="Wingdings" panose="05000000000000000000" pitchFamily="2" charset="2"/>
              </a:rPr>
              <a:t>Earlier: Fisher’s exact test or Chi-squared test</a:t>
            </a:r>
          </a:p>
          <a:p>
            <a:pPr marL="509588" lvl="4" indent="-285750">
              <a:lnSpc>
                <a:spcPct val="150000"/>
              </a:lnSpc>
              <a:buClr>
                <a:srgbClr val="FF506E"/>
              </a:buClr>
              <a:buFont typeface="Wingdings" panose="05000000000000000000" pitchFamily="2" charset="2"/>
              <a:buChar char="Ø"/>
            </a:pPr>
            <a:r>
              <a:rPr lang="en-US" sz="2000" dirty="0">
                <a:sym typeface="Wingdings" panose="05000000000000000000" pitchFamily="2" charset="2"/>
              </a:rPr>
              <a:t>Nowadays + for imputed data: general linear model</a:t>
            </a:r>
          </a:p>
          <a:p>
            <a:pPr marL="509588" lvl="4" indent="-285750">
              <a:lnSpc>
                <a:spcPct val="150000"/>
              </a:lnSpc>
              <a:buClr>
                <a:srgbClr val="FF506E"/>
              </a:buClr>
              <a:buFont typeface="Wingdings" panose="05000000000000000000" pitchFamily="2" charset="2"/>
              <a:buChar char="Ø"/>
            </a:pPr>
            <a:endPar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42504385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C9FA38-BAAC-85E0-EB93-07B49B031977}"/>
            </a:ext>
          </a:extLst>
        </p:cNvPr>
        <p:cNvGrpSpPr/>
        <p:nvPr/>
      </p:nvGrpSpPr>
      <p:grpSpPr>
        <a:xfrm>
          <a:off x="0" y="0"/>
          <a:ext cx="0" cy="0"/>
          <a:chOff x="0" y="0"/>
          <a:chExt cx="0" cy="0"/>
        </a:xfrm>
      </p:grpSpPr>
      <p:sp>
        <p:nvSpPr>
          <p:cNvPr id="2" name="Textplatzhalter 1">
            <a:extLst>
              <a:ext uri="{FF2B5EF4-FFF2-40B4-BE49-F238E27FC236}">
                <a16:creationId xmlns:a16="http://schemas.microsoft.com/office/drawing/2014/main" id="{F92AEBB6-2CA9-7390-6E50-84B16CA970AE}"/>
              </a:ext>
            </a:extLst>
          </p:cNvPr>
          <p:cNvSpPr>
            <a:spLocks noGrp="1"/>
          </p:cNvSpPr>
          <p:nvPr>
            <p:ph type="body" sz="quarter" idx="10"/>
          </p:nvPr>
        </p:nvSpPr>
        <p:spPr>
          <a:xfrm>
            <a:off x="713497" y="618414"/>
            <a:ext cx="10080000" cy="584775"/>
          </a:xfrm>
        </p:spPr>
        <p:txBody>
          <a:bodyPr/>
          <a:lstStyle/>
          <a:p>
            <a:r>
              <a:rPr lang="en-US" dirty="0"/>
              <a:t>The General Linear Model (GLM)</a:t>
            </a:r>
          </a:p>
        </p:txBody>
      </p:sp>
      <p:sp>
        <p:nvSpPr>
          <p:cNvPr id="7" name="Textplatzhalter 5">
            <a:extLst>
              <a:ext uri="{FF2B5EF4-FFF2-40B4-BE49-F238E27FC236}">
                <a16:creationId xmlns:a16="http://schemas.microsoft.com/office/drawing/2014/main" id="{3126B48C-D5B5-833D-3BA8-4D355BCF0AD6}"/>
              </a:ext>
            </a:extLst>
          </p:cNvPr>
          <p:cNvSpPr txBox="1">
            <a:spLocks/>
          </p:cNvSpPr>
          <p:nvPr/>
        </p:nvSpPr>
        <p:spPr>
          <a:xfrm>
            <a:off x="713497" y="1443624"/>
            <a:ext cx="10080000" cy="958596"/>
          </a:xfrm>
          <a:prstGeom prst="rect">
            <a:avLst/>
          </a:prstGeom>
        </p:spPr>
        <p:txBody>
          <a:bodyPr wrap="square" lIns="90000">
            <a:spAutoFit/>
          </a:bodyPr>
          <a:lstStyle>
            <a:lvl1pPr marL="0" indent="0" algn="l" defTabSz="914400" rtl="0" eaLnBrk="1" latinLnBrk="0" hangingPunct="1">
              <a:lnSpc>
                <a:spcPct val="100000"/>
              </a:lnSpc>
              <a:spcBef>
                <a:spcPts val="0"/>
              </a:spcBef>
              <a:spcAft>
                <a:spcPts val="0"/>
              </a:spcAft>
              <a:buFontTx/>
              <a:buNone/>
              <a:tabLst/>
              <a:defRPr sz="1400" b="0" i="0" kern="1200" baseline="0">
                <a:solidFill>
                  <a:schemeClr val="tx1"/>
                </a:solidFill>
                <a:latin typeface="Arial" panose="020B0604020202020204" pitchFamily="34" charset="0"/>
                <a:ea typeface="+mn-ea"/>
                <a:cs typeface="Arial" panose="020B0604020202020204" pitchFamily="34" charset="0"/>
              </a:defRPr>
            </a:lvl1pPr>
            <a:lvl2pPr marL="115200" indent="-115200" algn="l" defTabSz="914400" rtl="0" eaLnBrk="1" latinLnBrk="0" hangingPunct="1">
              <a:lnSpc>
                <a:spcPct val="110000"/>
              </a:lnSpc>
              <a:spcBef>
                <a:spcPts val="0"/>
              </a:spcBef>
              <a:spcAft>
                <a:spcPts val="600"/>
              </a:spcAft>
              <a:buFont typeface="Arial" panose="020B0604020202020204" pitchFamily="34" charset="0"/>
              <a:buChar char="•"/>
              <a:tabLst/>
              <a:defRPr sz="1400" b="0" i="0" kern="1200" baseline="0">
                <a:solidFill>
                  <a:schemeClr val="tx1"/>
                </a:solidFill>
                <a:latin typeface="Arial" panose="020B0604020202020204" pitchFamily="34" charset="0"/>
                <a:ea typeface="+mn-ea"/>
                <a:cs typeface="Arial" panose="020B0604020202020204" pitchFamily="34" charset="0"/>
              </a:defRPr>
            </a:lvl2pPr>
            <a:lvl3pPr marL="0" indent="0" algn="l" defTabSz="914400" rtl="0" eaLnBrk="1" latinLnBrk="0" hangingPunct="1">
              <a:lnSpc>
                <a:spcPct val="100000"/>
              </a:lnSpc>
              <a:spcBef>
                <a:spcPts val="0"/>
              </a:spcBef>
              <a:spcAft>
                <a:spcPts val="1000"/>
              </a:spcAft>
              <a:buFont typeface="Arial" panose="020B0604020202020204" pitchFamily="34" charset="0"/>
              <a:buChar char="•"/>
              <a:tabLst/>
              <a:defRPr sz="1400" b="0" i="0" kern="1200" baseline="0">
                <a:solidFill>
                  <a:schemeClr val="tx1"/>
                </a:solidFill>
                <a:latin typeface="Arial" panose="020B0604020202020204" pitchFamily="34" charset="0"/>
                <a:ea typeface="+mn-ea"/>
                <a:cs typeface="Arial" panose="020B0604020202020204" pitchFamily="34" charset="0"/>
              </a:defRPr>
            </a:lvl3pPr>
            <a:lvl4pPr marL="7938" indent="0" algn="l" defTabSz="914400" rtl="0" eaLnBrk="1" latinLnBrk="0" hangingPunct="1">
              <a:lnSpc>
                <a:spcPct val="90000"/>
              </a:lnSpc>
              <a:spcBef>
                <a:spcPts val="500"/>
              </a:spcBef>
              <a:buFont typeface="Arial" panose="020B0604020202020204" pitchFamily="34" charset="0"/>
              <a:buChar char="•"/>
              <a:tabLst/>
              <a:defRPr sz="1400" kern="1200" baseline="0">
                <a:solidFill>
                  <a:schemeClr val="tx1"/>
                </a:solidFill>
                <a:latin typeface="Arial" panose="020B0604020202020204" pitchFamily="34" charset="0"/>
                <a:ea typeface="+mn-ea"/>
                <a:cs typeface="+mn-cs"/>
              </a:defRPr>
            </a:lvl4pPr>
            <a:lvl5pPr marL="223838" indent="-215900" algn="l" defTabSz="914400" rtl="0" eaLnBrk="1" latinLnBrk="0" hangingPunct="1">
              <a:lnSpc>
                <a:spcPct val="100000"/>
              </a:lnSpc>
              <a:spcBef>
                <a:spcPts val="0"/>
              </a:spcBef>
              <a:spcAft>
                <a:spcPts val="1000"/>
              </a:spcAft>
              <a:buClr>
                <a:schemeClr val="accent2"/>
              </a:buClr>
              <a:buFont typeface="+mj-lt"/>
              <a:buAutoNum type="arabicPeriod"/>
              <a:tabLst/>
              <a:defRPr sz="1400" b="0" i="0" kern="1200" baseline="0">
                <a:solidFill>
                  <a:schemeClr val="tx1"/>
                </a:solidFill>
                <a:latin typeface="Arial" panose="020B0604020202020204" pitchFamily="34" charset="0"/>
                <a:ea typeface="+mn-ea"/>
                <a:cs typeface="Arial" panose="020B0604020202020204" pitchFamily="34" charset="0"/>
              </a:defRPr>
            </a:lvl5pPr>
            <a:lvl6pPr marL="223838" indent="-215900" algn="l" defTabSz="914400" rtl="0" eaLnBrk="1" latinLnBrk="0" hangingPunct="1">
              <a:lnSpc>
                <a:spcPct val="100000"/>
              </a:lnSpc>
              <a:spcBef>
                <a:spcPts val="600"/>
              </a:spcBef>
              <a:spcAft>
                <a:spcPts val="1000"/>
              </a:spcAft>
              <a:buClr>
                <a:schemeClr val="accent2"/>
              </a:buClr>
              <a:buFont typeface="+mj-lt"/>
              <a:buAutoNum type="alphaLcPeriod"/>
              <a:tabLst/>
              <a:defRPr sz="1400" b="0" i="0" kern="1200">
                <a:solidFill>
                  <a:schemeClr val="tx1"/>
                </a:solidFill>
                <a:latin typeface="Arial" panose="020B0604020202020204" pitchFamily="34" charset="0"/>
                <a:ea typeface="+mn-ea"/>
                <a:cs typeface="Arial" panose="020B0604020202020204" pitchFamily="34" charset="0"/>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lvl="0" indent="-342900">
              <a:lnSpc>
                <a:spcPct val="150000"/>
              </a:lnSpc>
              <a:buFont typeface="Arial" panose="020B0604020202020204" pitchFamily="34" charset="0"/>
              <a:buChar char="•"/>
              <a:defRPr/>
            </a:pPr>
            <a:r>
              <a:rPr lang="en-US" sz="2000" dirty="0">
                <a:solidFill>
                  <a:srgbClr val="000000"/>
                </a:solidFill>
              </a:rPr>
              <a:t>For continuous traits (such as quantitative measures), we use a linear regression</a:t>
            </a:r>
          </a:p>
          <a:p>
            <a:pPr marL="342900" lvl="0" indent="-342900">
              <a:lnSpc>
                <a:spcPct val="150000"/>
              </a:lnSpc>
              <a:buFont typeface="Arial" panose="020B0604020202020204" pitchFamily="34" charset="0"/>
              <a:buChar char="•"/>
              <a:defRPr/>
            </a:pPr>
            <a:r>
              <a:rPr lang="en-US" sz="2000" dirty="0">
                <a:solidFill>
                  <a:srgbClr val="000000"/>
                </a:solidFill>
              </a:rPr>
              <a:t>For binary traits (such as diseases), we use a logistic regression</a:t>
            </a:r>
            <a:endParaRPr kumimoji="0" lang="en-US" sz="2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pic>
        <p:nvPicPr>
          <p:cNvPr id="2050" name="Picture 2" descr="Chapter 4: The General Linear Model — Andy's Brain Book 1.0 ...">
            <a:extLst>
              <a:ext uri="{FF2B5EF4-FFF2-40B4-BE49-F238E27FC236}">
                <a16:creationId xmlns:a16="http://schemas.microsoft.com/office/drawing/2014/main" id="{96724FE6-06C0-4052-D440-0747C3543C7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1970"/>
          <a:stretch>
            <a:fillRect/>
          </a:stretch>
        </p:blipFill>
        <p:spPr bwMode="auto">
          <a:xfrm>
            <a:off x="3644262" y="2871200"/>
            <a:ext cx="4903476" cy="31691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035348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0032E-7E4F-4DB7-A402-D866778E86FE}"/>
              </a:ext>
            </a:extLst>
          </p:cNvPr>
          <p:cNvSpPr>
            <a:spLocks noGrp="1"/>
          </p:cNvSpPr>
          <p:nvPr>
            <p:ph type="title"/>
          </p:nvPr>
        </p:nvSpPr>
        <p:spPr>
          <a:xfrm>
            <a:off x="838200" y="168481"/>
            <a:ext cx="10515600" cy="1325563"/>
          </a:xfrm>
        </p:spPr>
        <p:txBody>
          <a:bodyPr>
            <a:normAutofit/>
          </a:bodyPr>
          <a:lstStyle/>
          <a:p>
            <a:r>
              <a:rPr lang="en-US" sz="3600" dirty="0">
                <a:latin typeface="Arial" panose="020B0604020202020204" pitchFamily="34" charset="0"/>
                <a:cs typeface="Arial" panose="020B0604020202020204" pitchFamily="34" charset="0"/>
              </a:rPr>
              <a:t>How to obtain GWAS results</a:t>
            </a:r>
            <a:endParaRPr lang="de-DE" sz="3600"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45E92233-0A7A-483B-A3F9-988004354DE4}"/>
              </a:ext>
            </a:extLst>
          </p:cNvPr>
          <p:cNvSpPr>
            <a:spLocks noGrp="1"/>
          </p:cNvSpPr>
          <p:nvPr>
            <p:ph idx="1"/>
          </p:nvPr>
        </p:nvSpPr>
        <p:spPr>
          <a:xfrm>
            <a:off x="907026" y="1253331"/>
            <a:ext cx="10515600" cy="4351338"/>
          </a:xfrm>
        </p:spPr>
        <p:txBody>
          <a:bodyPr>
            <a:normAutofit/>
          </a:bodyPr>
          <a:lstStyle/>
          <a:p>
            <a:pPr marL="514350" indent="-514350">
              <a:buAutoNum type="arabicPeriod"/>
            </a:pPr>
            <a:r>
              <a:rPr lang="en-US" sz="2400" dirty="0"/>
              <a:t>Quality control (QC) of the data</a:t>
            </a:r>
          </a:p>
          <a:p>
            <a:pPr marL="514350" indent="-514350">
              <a:buAutoNum type="arabicPeriod"/>
            </a:pPr>
            <a:r>
              <a:rPr lang="en-US" sz="2400" dirty="0"/>
              <a:t>Run model</a:t>
            </a:r>
          </a:p>
          <a:p>
            <a:pPr marL="514350" indent="-514350">
              <a:buAutoNum type="arabicPeriod"/>
            </a:pPr>
            <a:r>
              <a:rPr lang="en-US" sz="2400" dirty="0"/>
              <a:t>Correct p-value for multiple testing (</a:t>
            </a:r>
            <a:r>
              <a:rPr lang="en-US" sz="2000" dirty="0"/>
              <a:t>significance threshold = 5x10</a:t>
            </a:r>
            <a:r>
              <a:rPr lang="en-US" sz="2000" baseline="30000" dirty="0"/>
              <a:t>-8</a:t>
            </a:r>
            <a:r>
              <a:rPr lang="en-US" sz="2400" dirty="0"/>
              <a:t>) </a:t>
            </a:r>
          </a:p>
          <a:p>
            <a:pPr marL="514350" indent="-514350">
              <a:buAutoNum type="arabicPeriod"/>
            </a:pPr>
            <a:r>
              <a:rPr lang="en-US" sz="2400" dirty="0"/>
              <a:t>Visualize results (Manhattan plot)</a:t>
            </a:r>
          </a:p>
          <a:p>
            <a:pPr marL="514350" indent="-514350">
              <a:buAutoNum type="arabicPeriod"/>
            </a:pPr>
            <a:r>
              <a:rPr lang="en-US" sz="2400" dirty="0"/>
              <a:t>Run sensitivity analyses</a:t>
            </a:r>
          </a:p>
        </p:txBody>
      </p:sp>
      <p:pic>
        <p:nvPicPr>
          <p:cNvPr id="4" name="Picture 4" descr="Can someone please explain what -log10(P) from this plot signifies in  layman&amp;#39;s terms? : r/genetics">
            <a:extLst>
              <a:ext uri="{FF2B5EF4-FFF2-40B4-BE49-F238E27FC236}">
                <a16:creationId xmlns:a16="http://schemas.microsoft.com/office/drawing/2014/main" id="{FF294737-29A5-4269-9331-1F4AD9BDDC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6796" y="3646484"/>
            <a:ext cx="5203835" cy="305849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Image result for qq plot association study">
            <a:extLst>
              <a:ext uri="{FF2B5EF4-FFF2-40B4-BE49-F238E27FC236}">
                <a16:creationId xmlns:a16="http://schemas.microsoft.com/office/drawing/2014/main" id="{BF855312-B92A-4794-A775-8231EF4AE3F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84692" y="3711101"/>
            <a:ext cx="3218266" cy="29292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2083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platzhalter 14">
            <a:extLst>
              <a:ext uri="{FF2B5EF4-FFF2-40B4-BE49-F238E27FC236}">
                <a16:creationId xmlns:a16="http://schemas.microsoft.com/office/drawing/2014/main" id="{C71C2824-B117-0D45-9D5A-80F61C83CEDE}"/>
              </a:ext>
            </a:extLst>
          </p:cNvPr>
          <p:cNvSpPr>
            <a:spLocks noGrp="1"/>
          </p:cNvSpPr>
          <p:nvPr>
            <p:ph type="body" sz="quarter" idx="10"/>
          </p:nvPr>
        </p:nvSpPr>
        <p:spPr>
          <a:xfrm>
            <a:off x="1141200" y="1598400"/>
            <a:ext cx="7200000" cy="707886"/>
          </a:xfrm>
        </p:spPr>
        <p:txBody>
          <a:bodyPr/>
          <a:lstStyle/>
          <a:p>
            <a:r>
              <a:rPr lang="en-US" dirty="0"/>
              <a:t>3</a:t>
            </a:r>
          </a:p>
        </p:txBody>
      </p:sp>
      <p:sp>
        <p:nvSpPr>
          <p:cNvPr id="17" name="Textplatzhalter 16">
            <a:extLst>
              <a:ext uri="{FF2B5EF4-FFF2-40B4-BE49-F238E27FC236}">
                <a16:creationId xmlns:a16="http://schemas.microsoft.com/office/drawing/2014/main" id="{6636A809-B452-D846-9163-71D92F1C39EE}"/>
              </a:ext>
            </a:extLst>
          </p:cNvPr>
          <p:cNvSpPr>
            <a:spLocks noGrp="1"/>
          </p:cNvSpPr>
          <p:nvPr>
            <p:ph type="body" sz="quarter" idx="11"/>
          </p:nvPr>
        </p:nvSpPr>
        <p:spPr>
          <a:xfrm>
            <a:off x="1141200" y="2538000"/>
            <a:ext cx="7200000" cy="707886"/>
          </a:xfrm>
        </p:spPr>
        <p:txBody>
          <a:bodyPr/>
          <a:lstStyle/>
          <a:p>
            <a:r>
              <a:rPr lang="en-US" dirty="0"/>
              <a:t>Complex traits</a:t>
            </a:r>
          </a:p>
        </p:txBody>
      </p:sp>
    </p:spTree>
    <p:extLst>
      <p:ext uri="{BB962C8B-B14F-4D97-AF65-F5344CB8AC3E}">
        <p14:creationId xmlns:p14="http://schemas.microsoft.com/office/powerpoint/2010/main" val="10975184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243696B2-FC7B-1446-B3A5-F473E930953E}"/>
              </a:ext>
            </a:extLst>
          </p:cNvPr>
          <p:cNvSpPr>
            <a:spLocks noGrp="1"/>
          </p:cNvSpPr>
          <p:nvPr>
            <p:ph type="body" sz="quarter" idx="10"/>
          </p:nvPr>
        </p:nvSpPr>
        <p:spPr>
          <a:xfrm>
            <a:off x="713497" y="461098"/>
            <a:ext cx="10080000" cy="584775"/>
          </a:xfrm>
        </p:spPr>
        <p:txBody>
          <a:bodyPr/>
          <a:lstStyle/>
          <a:p>
            <a:r>
              <a:rPr lang="en-US" dirty="0"/>
              <a:t>Complex traits</a:t>
            </a:r>
          </a:p>
        </p:txBody>
      </p:sp>
      <p:pic>
        <p:nvPicPr>
          <p:cNvPr id="7" name="Picture 6" descr="Image result for environment genetics">
            <a:extLst>
              <a:ext uri="{FF2B5EF4-FFF2-40B4-BE49-F238E27FC236}">
                <a16:creationId xmlns:a16="http://schemas.microsoft.com/office/drawing/2014/main" id="{66AE2E92-A48E-40C9-AD81-0D09B785973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6063"/>
          <a:stretch/>
        </p:blipFill>
        <p:spPr bwMode="auto">
          <a:xfrm>
            <a:off x="1958409" y="2086116"/>
            <a:ext cx="8275182" cy="268576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0158A17-CD18-4657-8AA6-4C67E06ED89A}"/>
              </a:ext>
            </a:extLst>
          </p:cNvPr>
          <p:cNvSpPr txBox="1"/>
          <p:nvPr/>
        </p:nvSpPr>
        <p:spPr>
          <a:xfrm>
            <a:off x="713497" y="1444752"/>
            <a:ext cx="10527527" cy="461665"/>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400" dirty="0">
                <a:solidFill>
                  <a:srgbClr val="000000"/>
                </a:solidFill>
                <a:latin typeface="Arial" panose="020B0604020202020204"/>
              </a:rPr>
              <a:t>I</a:t>
            </a:r>
            <a:r>
              <a:rPr kumimoji="0" lang="en-US" sz="2400" b="0" i="0" u="none" strike="noStrike" kern="1200" cap="none" spc="0" normalizeH="0" baseline="0" noProof="0" dirty="0" err="1">
                <a:ln>
                  <a:noFill/>
                </a:ln>
                <a:solidFill>
                  <a:srgbClr val="000000"/>
                </a:solidFill>
                <a:effectLst/>
                <a:uLnTx/>
                <a:uFillTx/>
                <a:latin typeface="Arial" panose="020B0604020202020204"/>
                <a:ea typeface="+mn-ea"/>
                <a:cs typeface="+mn-cs"/>
              </a:rPr>
              <a:t>nteraction</a:t>
            </a:r>
            <a:r>
              <a:rPr kumimoji="0" lang="en-US" sz="2400" b="0" i="0" u="none" strike="noStrike" kern="1200" cap="none" spc="0" normalizeH="0" baseline="0" noProof="0" dirty="0">
                <a:ln>
                  <a:noFill/>
                </a:ln>
                <a:solidFill>
                  <a:srgbClr val="000000"/>
                </a:solidFill>
                <a:effectLst/>
                <a:uLnTx/>
                <a:uFillTx/>
                <a:latin typeface="Arial" panose="020B0604020202020204"/>
                <a:ea typeface="+mn-ea"/>
                <a:cs typeface="+mn-cs"/>
              </a:rPr>
              <a:t> between (often many) </a:t>
            </a:r>
            <a:r>
              <a:rPr kumimoji="0" lang="en-US" sz="2400" b="1" i="0" u="none" strike="noStrike" kern="1200" cap="none" spc="0" normalizeH="0" baseline="0" noProof="0" dirty="0">
                <a:ln>
                  <a:noFill/>
                </a:ln>
                <a:solidFill>
                  <a:srgbClr val="000000"/>
                </a:solidFill>
                <a:effectLst/>
                <a:uLnTx/>
                <a:uFillTx/>
                <a:latin typeface="Arial" panose="020B0604020202020204"/>
                <a:ea typeface="+mn-ea"/>
                <a:cs typeface="+mn-cs"/>
              </a:rPr>
              <a:t>genetic</a:t>
            </a:r>
            <a:r>
              <a:rPr kumimoji="0" lang="en-US" sz="2400" b="0" i="0" u="none" strike="noStrike" kern="1200" cap="none" spc="0" normalizeH="0" baseline="0" noProof="0" dirty="0">
                <a:ln>
                  <a:noFill/>
                </a:ln>
                <a:solidFill>
                  <a:srgbClr val="000000"/>
                </a:solidFill>
                <a:effectLst/>
                <a:uLnTx/>
                <a:uFillTx/>
                <a:latin typeface="Arial" panose="020B0604020202020204"/>
                <a:ea typeface="+mn-ea"/>
                <a:cs typeface="+mn-cs"/>
              </a:rPr>
              <a:t> and </a:t>
            </a:r>
            <a:r>
              <a:rPr kumimoji="0" lang="en-US" sz="2400" b="1" i="0" u="none" strike="noStrike" kern="1200" cap="none" spc="0" normalizeH="0" baseline="0" noProof="0" dirty="0">
                <a:ln>
                  <a:noFill/>
                </a:ln>
                <a:solidFill>
                  <a:srgbClr val="000000"/>
                </a:solidFill>
                <a:effectLst/>
                <a:uLnTx/>
                <a:uFillTx/>
                <a:latin typeface="Arial" panose="020B0604020202020204"/>
                <a:ea typeface="+mn-ea"/>
                <a:cs typeface="+mn-cs"/>
              </a:rPr>
              <a:t>environmental</a:t>
            </a:r>
            <a:r>
              <a:rPr kumimoji="0" lang="en-US" sz="2400" b="0" i="0" u="none" strike="noStrike" kern="1200" cap="none" spc="0" normalizeH="0" baseline="0" noProof="0" dirty="0">
                <a:ln>
                  <a:noFill/>
                </a:ln>
                <a:solidFill>
                  <a:srgbClr val="000000"/>
                </a:solidFill>
                <a:effectLst/>
                <a:uLnTx/>
                <a:uFillTx/>
                <a:latin typeface="Arial" panose="020B0604020202020204"/>
                <a:ea typeface="+mn-ea"/>
                <a:cs typeface="+mn-cs"/>
              </a:rPr>
              <a:t> factors</a:t>
            </a:r>
            <a:endParaRPr kumimoji="0" lang="en-DE" sz="24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8" name="TextBox 7">
            <a:extLst>
              <a:ext uri="{FF2B5EF4-FFF2-40B4-BE49-F238E27FC236}">
                <a16:creationId xmlns:a16="http://schemas.microsoft.com/office/drawing/2014/main" id="{B035109A-B4D0-40D2-A5A3-5D016DCCFE31}"/>
              </a:ext>
            </a:extLst>
          </p:cNvPr>
          <p:cNvSpPr txBox="1"/>
          <p:nvPr/>
        </p:nvSpPr>
        <p:spPr>
          <a:xfrm>
            <a:off x="739411" y="5037820"/>
            <a:ext cx="10527527" cy="1015663"/>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rPr>
              <a:t>Examples: body shape, type 2 diabetes, Alzheimer’s disease…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rPr>
              <a:t>Complex diseases tend to be </a:t>
            </a:r>
            <a:r>
              <a:rPr kumimoji="0" lang="en-US" sz="2000" b="1" i="0" u="none" strike="noStrike" kern="1200" cap="none" spc="0" normalizeH="0" baseline="0" noProof="0" dirty="0">
                <a:ln>
                  <a:noFill/>
                </a:ln>
                <a:solidFill>
                  <a:srgbClr val="000000"/>
                </a:solidFill>
                <a:effectLst/>
                <a:uLnTx/>
                <a:uFillTx/>
                <a:latin typeface="Arial" panose="020B0604020202020204"/>
                <a:ea typeface="+mn-ea"/>
                <a:cs typeface="+mn-cs"/>
              </a:rPr>
              <a:t>common </a:t>
            </a:r>
            <a:r>
              <a:rPr kumimoji="0" lang="en-US" sz="2000" i="0" u="none" strike="noStrike" kern="1200" cap="none" spc="0" normalizeH="0" baseline="0" noProof="0" dirty="0">
                <a:ln>
                  <a:noFill/>
                </a:ln>
                <a:solidFill>
                  <a:srgbClr val="000000"/>
                </a:solidFill>
                <a:effectLst/>
                <a:uLnTx/>
                <a:uFillTx/>
                <a:latin typeface="Arial" panose="020B0604020202020204"/>
                <a:ea typeface="+mn-ea"/>
                <a:cs typeface="+mn-cs"/>
              </a:rPr>
              <a:t>in the population</a:t>
            </a:r>
            <a:endParaRPr kumimoji="0" lang="en-US" sz="2000" b="1" i="0" u="none" strike="noStrike" kern="1200" cap="none" spc="0" normalizeH="0" baseline="0" noProof="0" dirty="0">
              <a:ln>
                <a:noFill/>
              </a:ln>
              <a:solidFill>
                <a:srgbClr val="000000"/>
              </a:solidFill>
              <a:effectLst/>
              <a:uLnTx/>
              <a:uFillTx/>
              <a:latin typeface="Arial" panose="020B0604020202020204"/>
              <a:ea typeface="+mn-ea"/>
              <a:cs typeface="+mn-cs"/>
            </a:endParaRPr>
          </a:p>
          <a:p>
            <a:pPr marL="457200" marR="0" lvl="1"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sym typeface="Wingdings" panose="05000000000000000000" pitchFamily="2" charset="2"/>
              </a:rPr>
              <a:t> Tool of choice = GWAS</a:t>
            </a:r>
            <a:endParaRPr kumimoji="0" lang="en-DE" sz="20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6354916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243696B2-FC7B-1446-B3A5-F473E930953E}"/>
              </a:ext>
            </a:extLst>
          </p:cNvPr>
          <p:cNvSpPr>
            <a:spLocks noGrp="1"/>
          </p:cNvSpPr>
          <p:nvPr>
            <p:ph type="body" sz="quarter" idx="10"/>
          </p:nvPr>
        </p:nvSpPr>
        <p:spPr>
          <a:xfrm>
            <a:off x="889343" y="2309927"/>
            <a:ext cx="4690841" cy="1569660"/>
          </a:xfrm>
        </p:spPr>
        <p:txBody>
          <a:bodyPr/>
          <a:lstStyle/>
          <a:p>
            <a:pPr algn="ctr"/>
            <a:r>
              <a:rPr lang="en-US" dirty="0"/>
              <a:t>Monogenic disorder </a:t>
            </a:r>
          </a:p>
          <a:p>
            <a:pPr algn="ctr"/>
            <a:r>
              <a:rPr lang="en-US" dirty="0"/>
              <a:t>vs</a:t>
            </a:r>
          </a:p>
          <a:p>
            <a:pPr algn="ctr"/>
            <a:r>
              <a:rPr lang="en-US" dirty="0"/>
              <a:t>Complex traits</a:t>
            </a:r>
          </a:p>
        </p:txBody>
      </p:sp>
      <p:pic>
        <p:nvPicPr>
          <p:cNvPr id="9" name="Picture 8" descr="Image result for complex disease">
            <a:extLst>
              <a:ext uri="{FF2B5EF4-FFF2-40B4-BE49-F238E27FC236}">
                <a16:creationId xmlns:a16="http://schemas.microsoft.com/office/drawing/2014/main" id="{BBE3BEF1-C724-45B8-A43A-2A04C0541A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42185" y="236311"/>
            <a:ext cx="5136318" cy="638537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5">
            <a:extLst>
              <a:ext uri="{FF2B5EF4-FFF2-40B4-BE49-F238E27FC236}">
                <a16:creationId xmlns:a16="http://schemas.microsoft.com/office/drawing/2014/main" id="{717CC24D-9E08-4ADF-933A-9E4492D70AA9}"/>
              </a:ext>
            </a:extLst>
          </p:cNvPr>
          <p:cNvSpPr txBox="1"/>
          <p:nvPr/>
        </p:nvSpPr>
        <p:spPr>
          <a:xfrm>
            <a:off x="713497" y="6438352"/>
            <a:ext cx="3142207" cy="338554"/>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1" u="none" strike="noStrike" kern="1200" cap="none" spc="0" normalizeH="0" baseline="0" noProof="0" dirty="0" err="1">
                <a:ln>
                  <a:noFill/>
                </a:ln>
                <a:solidFill>
                  <a:srgbClr val="A5A5A5"/>
                </a:solidFill>
                <a:effectLst/>
                <a:uLnTx/>
                <a:uFillTx/>
                <a:latin typeface="Calibri" panose="020F0502020204030204"/>
                <a:ea typeface="+mn-ea"/>
                <a:cs typeface="+mn-cs"/>
              </a:rPr>
              <a:t>Peltonen</a:t>
            </a:r>
            <a:r>
              <a:rPr kumimoji="0" lang="en-GB" sz="1600" b="0" i="1" u="none" strike="noStrike" kern="1200" cap="none" spc="0" normalizeH="0" baseline="0" noProof="0" dirty="0">
                <a:ln>
                  <a:noFill/>
                </a:ln>
                <a:solidFill>
                  <a:srgbClr val="A5A5A5"/>
                </a:solidFill>
                <a:effectLst/>
                <a:uLnTx/>
                <a:uFillTx/>
                <a:latin typeface="Calibri" panose="020F0502020204030204"/>
                <a:ea typeface="+mn-ea"/>
                <a:cs typeface="+mn-cs"/>
              </a:rPr>
              <a:t> &amp; </a:t>
            </a:r>
            <a:r>
              <a:rPr kumimoji="0" lang="en-GB" sz="1600" b="0" i="1" u="none" strike="noStrike" kern="1200" cap="none" spc="0" normalizeH="0" baseline="0" noProof="0" dirty="0" err="1">
                <a:ln>
                  <a:noFill/>
                </a:ln>
                <a:solidFill>
                  <a:srgbClr val="A5A5A5"/>
                </a:solidFill>
                <a:effectLst/>
                <a:uLnTx/>
                <a:uFillTx/>
                <a:latin typeface="Calibri" panose="020F0502020204030204"/>
                <a:ea typeface="+mn-ea"/>
                <a:cs typeface="+mn-cs"/>
              </a:rPr>
              <a:t>McKusick</a:t>
            </a:r>
            <a:r>
              <a:rPr kumimoji="0" lang="en-GB" sz="1600" b="0" i="1" u="none" strike="noStrike" kern="1200" cap="none" spc="0" normalizeH="0" baseline="0" noProof="0" dirty="0">
                <a:ln>
                  <a:noFill/>
                </a:ln>
                <a:solidFill>
                  <a:srgbClr val="A5A5A5"/>
                </a:solidFill>
                <a:effectLst/>
                <a:uLnTx/>
                <a:uFillTx/>
                <a:latin typeface="Calibri" panose="020F0502020204030204"/>
                <a:ea typeface="+mn-ea"/>
                <a:cs typeface="+mn-cs"/>
              </a:rPr>
              <a:t>, Science, 2001</a:t>
            </a:r>
          </a:p>
        </p:txBody>
      </p:sp>
    </p:spTree>
    <p:extLst>
      <p:ext uri="{BB962C8B-B14F-4D97-AF65-F5344CB8AC3E}">
        <p14:creationId xmlns:p14="http://schemas.microsoft.com/office/powerpoint/2010/main" val="40782919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Theory Suggests That All Genes Affect Every Complex Trait | Quanta Magazine">
            <a:extLst>
              <a:ext uri="{FF2B5EF4-FFF2-40B4-BE49-F238E27FC236}">
                <a16:creationId xmlns:a16="http://schemas.microsoft.com/office/drawing/2014/main" id="{7B809A5A-7C49-4D7F-95C8-4531586605E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789"/>
          <a:stretch/>
        </p:blipFill>
        <p:spPr bwMode="auto">
          <a:xfrm>
            <a:off x="1630881" y="246638"/>
            <a:ext cx="8653150" cy="5767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57961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243696B2-FC7B-1446-B3A5-F473E930953E}"/>
              </a:ext>
            </a:extLst>
          </p:cNvPr>
          <p:cNvSpPr>
            <a:spLocks noGrp="1"/>
          </p:cNvSpPr>
          <p:nvPr>
            <p:ph type="body" sz="quarter" idx="10"/>
          </p:nvPr>
        </p:nvSpPr>
        <p:spPr>
          <a:xfrm>
            <a:off x="713497" y="461098"/>
            <a:ext cx="10080000" cy="584775"/>
          </a:xfrm>
        </p:spPr>
        <p:txBody>
          <a:bodyPr/>
          <a:lstStyle/>
          <a:p>
            <a:r>
              <a:rPr lang="en-US" dirty="0" err="1"/>
              <a:t>Omnigenic</a:t>
            </a:r>
            <a:r>
              <a:rPr lang="en-US" dirty="0"/>
              <a:t> vs Polygenic model</a:t>
            </a:r>
          </a:p>
        </p:txBody>
      </p:sp>
      <p:pic>
        <p:nvPicPr>
          <p:cNvPr id="4" name="Picture 2" descr="Image result for omnigenic model">
            <a:extLst>
              <a:ext uri="{FF2B5EF4-FFF2-40B4-BE49-F238E27FC236}">
                <a16:creationId xmlns:a16="http://schemas.microsoft.com/office/drawing/2014/main" id="{5E647614-7428-4717-AACA-F9AF40D550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73152" y="1371146"/>
            <a:ext cx="7245696" cy="49332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0897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243696B2-FC7B-1446-B3A5-F473E930953E}"/>
              </a:ext>
            </a:extLst>
          </p:cNvPr>
          <p:cNvSpPr>
            <a:spLocks noGrp="1"/>
          </p:cNvSpPr>
          <p:nvPr>
            <p:ph type="body" sz="quarter" idx="10"/>
          </p:nvPr>
        </p:nvSpPr>
        <p:spPr>
          <a:xfrm>
            <a:off x="713497" y="461098"/>
            <a:ext cx="6543088" cy="2062103"/>
          </a:xfrm>
        </p:spPr>
        <p:txBody>
          <a:bodyPr/>
          <a:lstStyle/>
          <a:p>
            <a:r>
              <a:rPr lang="en-US" dirty="0"/>
              <a:t>Type 2 diabetes GWAS</a:t>
            </a:r>
          </a:p>
        </p:txBody>
      </p:sp>
      <p:sp>
        <p:nvSpPr>
          <p:cNvPr id="3" name="TextBox 2">
            <a:extLst>
              <a:ext uri="{FF2B5EF4-FFF2-40B4-BE49-F238E27FC236}">
                <a16:creationId xmlns:a16="http://schemas.microsoft.com/office/drawing/2014/main" id="{8A43058B-23FA-466E-941D-E518B8FBF33F}"/>
              </a:ext>
            </a:extLst>
          </p:cNvPr>
          <p:cNvSpPr txBox="1"/>
          <p:nvPr/>
        </p:nvSpPr>
        <p:spPr>
          <a:xfrm>
            <a:off x="713497" y="1045873"/>
            <a:ext cx="6151418" cy="369332"/>
          </a:xfrm>
          <a:prstGeom prst="rect">
            <a:avLst/>
          </a:prstGeom>
          <a:noFill/>
        </p:spPr>
        <p:txBody>
          <a:bodyPr wrap="square" rtlCol="0">
            <a:spAutoFit/>
          </a:bodyPr>
          <a:lstStyle/>
          <a:p>
            <a:r>
              <a:rPr lang="en-US" dirty="0"/>
              <a:t>Current tool of choice to study complex traits</a:t>
            </a:r>
            <a:endParaRPr lang="de-DE" dirty="0"/>
          </a:p>
        </p:txBody>
      </p:sp>
      <p:pic>
        <p:nvPicPr>
          <p:cNvPr id="6" name="Picture 5">
            <a:extLst>
              <a:ext uri="{FF2B5EF4-FFF2-40B4-BE49-F238E27FC236}">
                <a16:creationId xmlns:a16="http://schemas.microsoft.com/office/drawing/2014/main" id="{1BA9AE3F-D576-4B1A-879C-CBD9595BC649}"/>
              </a:ext>
            </a:extLst>
          </p:cNvPr>
          <p:cNvPicPr>
            <a:picLocks noChangeAspect="1"/>
          </p:cNvPicPr>
          <p:nvPr/>
        </p:nvPicPr>
        <p:blipFill rotWithShape="1">
          <a:blip r:embed="rId3"/>
          <a:srcRect l="16458" t="25031" r="21358" b="17107"/>
          <a:stretch/>
        </p:blipFill>
        <p:spPr>
          <a:xfrm>
            <a:off x="6199910" y="2648270"/>
            <a:ext cx="5510848" cy="3204792"/>
          </a:xfrm>
          <a:prstGeom prst="rect">
            <a:avLst/>
          </a:prstGeom>
        </p:spPr>
      </p:pic>
      <p:sp>
        <p:nvSpPr>
          <p:cNvPr id="9" name="TextBox 8">
            <a:extLst>
              <a:ext uri="{FF2B5EF4-FFF2-40B4-BE49-F238E27FC236}">
                <a16:creationId xmlns:a16="http://schemas.microsoft.com/office/drawing/2014/main" id="{C0F90944-D045-40AC-9172-AEF2B5F010EA}"/>
              </a:ext>
            </a:extLst>
          </p:cNvPr>
          <p:cNvSpPr txBox="1"/>
          <p:nvPr/>
        </p:nvSpPr>
        <p:spPr>
          <a:xfrm>
            <a:off x="6129251" y="1745561"/>
            <a:ext cx="5717782" cy="861774"/>
          </a:xfrm>
          <a:prstGeom prst="rect">
            <a:avLst/>
          </a:prstGeom>
          <a:noFill/>
        </p:spPr>
        <p:txBody>
          <a:bodyPr wrap="square" rtlCol="0">
            <a:spAutoFit/>
          </a:bodyPr>
          <a:lstStyle/>
          <a:p>
            <a:r>
              <a:rPr lang="en-US" sz="1600" b="1" dirty="0"/>
              <a:t>Type 2 diabetes GWAS </a:t>
            </a:r>
            <a:r>
              <a:rPr lang="en-US" sz="1400" i="1" dirty="0">
                <a:solidFill>
                  <a:srgbClr val="FFFFFF">
                    <a:lumMod val="65000"/>
                  </a:srgbClr>
                </a:solidFill>
              </a:rPr>
              <a:t>Mahajan et al. Nat. Genet. 2022</a:t>
            </a:r>
            <a:endParaRPr lang="en-US" sz="1600" b="1" dirty="0"/>
          </a:p>
          <a:p>
            <a:r>
              <a:rPr lang="en-US" sz="1600" dirty="0"/>
              <a:t>Number of cases = </a:t>
            </a:r>
            <a:r>
              <a:rPr lang="de-DE" sz="1600" dirty="0"/>
              <a:t>180,834</a:t>
            </a:r>
          </a:p>
          <a:p>
            <a:r>
              <a:rPr lang="en-US" sz="1600" dirty="0"/>
              <a:t>N</a:t>
            </a:r>
            <a:r>
              <a:rPr lang="de-DE" sz="1600" dirty="0" err="1"/>
              <a:t>umber</a:t>
            </a:r>
            <a:r>
              <a:rPr lang="de-DE" sz="1600" dirty="0"/>
              <a:t> </a:t>
            </a:r>
            <a:r>
              <a:rPr lang="de-DE" sz="1600" dirty="0" err="1"/>
              <a:t>of</a:t>
            </a:r>
            <a:r>
              <a:rPr lang="de-DE" sz="1600" dirty="0"/>
              <a:t> </a:t>
            </a:r>
            <a:r>
              <a:rPr lang="de-DE" sz="1600" dirty="0" err="1"/>
              <a:t>controls</a:t>
            </a:r>
            <a:r>
              <a:rPr lang="de-DE" sz="1600" dirty="0"/>
              <a:t> = 1,159,055</a:t>
            </a:r>
          </a:p>
        </p:txBody>
      </p:sp>
      <p:sp>
        <p:nvSpPr>
          <p:cNvPr id="10" name="TextBox 9">
            <a:extLst>
              <a:ext uri="{FF2B5EF4-FFF2-40B4-BE49-F238E27FC236}">
                <a16:creationId xmlns:a16="http://schemas.microsoft.com/office/drawing/2014/main" id="{1A7EEEB1-E413-48B8-968C-7BA433E578D1}"/>
              </a:ext>
            </a:extLst>
          </p:cNvPr>
          <p:cNvSpPr txBox="1"/>
          <p:nvPr/>
        </p:nvSpPr>
        <p:spPr>
          <a:xfrm>
            <a:off x="713497" y="1745561"/>
            <a:ext cx="5717782" cy="861774"/>
          </a:xfrm>
          <a:prstGeom prst="rect">
            <a:avLst/>
          </a:prstGeom>
          <a:noFill/>
        </p:spPr>
        <p:txBody>
          <a:bodyPr wrap="square" rtlCol="0">
            <a:spAutoFit/>
          </a:bodyPr>
          <a:lstStyle/>
          <a:p>
            <a:r>
              <a:rPr lang="en-US" sz="1600" b="1" dirty="0"/>
              <a:t>Type 2 diabetes GWAS </a:t>
            </a:r>
            <a:r>
              <a:rPr lang="en-US" sz="1400" i="1" dirty="0">
                <a:solidFill>
                  <a:srgbClr val="FFFFFF">
                    <a:lumMod val="65000"/>
                  </a:srgbClr>
                </a:solidFill>
              </a:rPr>
              <a:t>Morris et al. Nat. Genet. 2012</a:t>
            </a:r>
            <a:endParaRPr lang="en-US" sz="1600" b="1" dirty="0"/>
          </a:p>
          <a:p>
            <a:r>
              <a:rPr lang="en-US" sz="1600" dirty="0"/>
              <a:t>Number of cases = </a:t>
            </a:r>
            <a:r>
              <a:rPr lang="de-DE" sz="1600" dirty="0">
                <a:solidFill>
                  <a:srgbClr val="222222"/>
                </a:solidFill>
              </a:rPr>
              <a:t>34,840</a:t>
            </a:r>
            <a:endParaRPr lang="de-DE" sz="1600" dirty="0"/>
          </a:p>
          <a:p>
            <a:r>
              <a:rPr lang="en-US" sz="1600" dirty="0"/>
              <a:t>N</a:t>
            </a:r>
            <a:r>
              <a:rPr lang="de-DE" sz="1600" dirty="0" err="1"/>
              <a:t>umber</a:t>
            </a:r>
            <a:r>
              <a:rPr lang="de-DE" sz="1600" dirty="0"/>
              <a:t> </a:t>
            </a:r>
            <a:r>
              <a:rPr lang="de-DE" sz="1600" dirty="0" err="1"/>
              <a:t>of</a:t>
            </a:r>
            <a:r>
              <a:rPr lang="de-DE" sz="1600" dirty="0"/>
              <a:t> </a:t>
            </a:r>
            <a:r>
              <a:rPr lang="de-DE" sz="1600" dirty="0" err="1"/>
              <a:t>controls</a:t>
            </a:r>
            <a:r>
              <a:rPr lang="de-DE" sz="1600" dirty="0"/>
              <a:t> = 114,981</a:t>
            </a:r>
          </a:p>
        </p:txBody>
      </p:sp>
      <p:pic>
        <p:nvPicPr>
          <p:cNvPr id="4" name="Picture 3">
            <a:extLst>
              <a:ext uri="{FF2B5EF4-FFF2-40B4-BE49-F238E27FC236}">
                <a16:creationId xmlns:a16="http://schemas.microsoft.com/office/drawing/2014/main" id="{AA509585-AE7D-42D5-84CD-CAF9FDD09C71}"/>
              </a:ext>
            </a:extLst>
          </p:cNvPr>
          <p:cNvPicPr>
            <a:picLocks noChangeAspect="1"/>
          </p:cNvPicPr>
          <p:nvPr/>
        </p:nvPicPr>
        <p:blipFill>
          <a:blip r:embed="rId4"/>
          <a:stretch>
            <a:fillRect/>
          </a:stretch>
        </p:blipFill>
        <p:spPr>
          <a:xfrm>
            <a:off x="481242" y="2707167"/>
            <a:ext cx="5389418" cy="3104960"/>
          </a:xfrm>
          <a:prstGeom prst="rect">
            <a:avLst/>
          </a:prstGeom>
        </p:spPr>
      </p:pic>
      <p:sp>
        <p:nvSpPr>
          <p:cNvPr id="5" name="TextBox 4">
            <a:extLst>
              <a:ext uri="{FF2B5EF4-FFF2-40B4-BE49-F238E27FC236}">
                <a16:creationId xmlns:a16="http://schemas.microsoft.com/office/drawing/2014/main" id="{7306B0E6-F312-F04F-9C8F-532DA2B49037}"/>
              </a:ext>
            </a:extLst>
          </p:cNvPr>
          <p:cNvSpPr txBox="1"/>
          <p:nvPr/>
        </p:nvSpPr>
        <p:spPr>
          <a:xfrm>
            <a:off x="782726" y="1335142"/>
            <a:ext cx="11148365" cy="1200329"/>
          </a:xfrm>
          <a:prstGeom prst="rect">
            <a:avLst/>
          </a:prstGeom>
          <a:solidFill>
            <a:schemeClr val="bg1"/>
          </a:solidFill>
        </p:spPr>
        <p:txBody>
          <a:bodyPr wrap="square" rtlCol="0">
            <a:spAutoFit/>
          </a:bodyPr>
          <a:lstStyle/>
          <a:p>
            <a:pPr algn="ctr"/>
            <a:r>
              <a:rPr lang="en-US" sz="2400" i="1" dirty="0" err="1">
                <a:solidFill>
                  <a:srgbClr val="FFFFFF">
                    <a:lumMod val="65000"/>
                  </a:srgbClr>
                </a:solidFill>
              </a:rPr>
              <a:t>Suzuki,Hatzikotoulas,Southam</a:t>
            </a:r>
            <a:r>
              <a:rPr lang="en-US" sz="2400" i="1" dirty="0">
                <a:solidFill>
                  <a:srgbClr val="FFFFFF">
                    <a:lumMod val="65000"/>
                  </a:srgbClr>
                </a:solidFill>
              </a:rPr>
              <a:t> et al. Nat. 2024</a:t>
            </a:r>
            <a:endParaRPr lang="en-US" sz="2400" b="1" dirty="0"/>
          </a:p>
          <a:p>
            <a:pPr algn="ctr"/>
            <a:r>
              <a:rPr lang="en-US" sz="2400" dirty="0"/>
              <a:t>Number of cases = </a:t>
            </a:r>
            <a:r>
              <a:rPr lang="de-DE" sz="2400" dirty="0"/>
              <a:t>428,452</a:t>
            </a:r>
          </a:p>
          <a:p>
            <a:pPr algn="ctr"/>
            <a:r>
              <a:rPr lang="en-US" sz="2400" dirty="0"/>
              <a:t>N</a:t>
            </a:r>
            <a:r>
              <a:rPr lang="de-DE" sz="2400" dirty="0" err="1"/>
              <a:t>umber</a:t>
            </a:r>
            <a:r>
              <a:rPr lang="de-DE" sz="2400" dirty="0"/>
              <a:t> </a:t>
            </a:r>
            <a:r>
              <a:rPr lang="de-DE" sz="2400" dirty="0" err="1"/>
              <a:t>of</a:t>
            </a:r>
            <a:r>
              <a:rPr lang="de-DE" sz="2400" dirty="0"/>
              <a:t> </a:t>
            </a:r>
            <a:r>
              <a:rPr lang="de-DE" sz="2400" dirty="0" err="1"/>
              <a:t>controls</a:t>
            </a:r>
            <a:r>
              <a:rPr lang="de-DE" sz="2400" dirty="0"/>
              <a:t> = 2,107,149</a:t>
            </a:r>
          </a:p>
        </p:txBody>
      </p:sp>
      <p:pic>
        <p:nvPicPr>
          <p:cNvPr id="8" name="Picture 7">
            <a:extLst>
              <a:ext uri="{FF2B5EF4-FFF2-40B4-BE49-F238E27FC236}">
                <a16:creationId xmlns:a16="http://schemas.microsoft.com/office/drawing/2014/main" id="{D99C3A53-E2AB-E428-B8F7-32B7FFC3B0ED}"/>
              </a:ext>
            </a:extLst>
          </p:cNvPr>
          <p:cNvPicPr>
            <a:picLocks noChangeAspect="1"/>
          </p:cNvPicPr>
          <p:nvPr/>
        </p:nvPicPr>
        <p:blipFill>
          <a:blip r:embed="rId5"/>
          <a:stretch>
            <a:fillRect/>
          </a:stretch>
        </p:blipFill>
        <p:spPr>
          <a:xfrm>
            <a:off x="1694688" y="2607335"/>
            <a:ext cx="8802624" cy="3806384"/>
          </a:xfrm>
          <a:prstGeom prst="rect">
            <a:avLst/>
          </a:prstGeom>
        </p:spPr>
      </p:pic>
    </p:spTree>
    <p:extLst>
      <p:ext uri="{BB962C8B-B14F-4D97-AF65-F5344CB8AC3E}">
        <p14:creationId xmlns:p14="http://schemas.microsoft.com/office/powerpoint/2010/main" val="1956637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21" presetClass="entr" presetSubtype="1" fill="hold"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wheel(1)">
                                      <p:cBhvr>
                                        <p:cTn id="21"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243696B2-FC7B-1446-B3A5-F473E930953E}"/>
              </a:ext>
            </a:extLst>
          </p:cNvPr>
          <p:cNvSpPr>
            <a:spLocks noGrp="1"/>
          </p:cNvSpPr>
          <p:nvPr>
            <p:ph type="body" sz="quarter" idx="10"/>
          </p:nvPr>
        </p:nvSpPr>
        <p:spPr>
          <a:xfrm>
            <a:off x="709340" y="693854"/>
            <a:ext cx="3654841" cy="507335"/>
          </a:xfrm>
        </p:spPr>
        <p:txBody>
          <a:bodyPr/>
          <a:lstStyle/>
          <a:p>
            <a:r>
              <a:rPr lang="en-US" dirty="0"/>
              <a:t>Heritability</a:t>
            </a:r>
          </a:p>
        </p:txBody>
      </p:sp>
      <p:pic>
        <p:nvPicPr>
          <p:cNvPr id="5" name="Picture 4" descr="Image result for environment genetics">
            <a:extLst>
              <a:ext uri="{FF2B5EF4-FFF2-40B4-BE49-F238E27FC236}">
                <a16:creationId xmlns:a16="http://schemas.microsoft.com/office/drawing/2014/main" id="{32F277C0-78B8-4C16-A086-4381F620C65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37728" b="16063"/>
          <a:stretch/>
        </p:blipFill>
        <p:spPr bwMode="auto">
          <a:xfrm>
            <a:off x="85886" y="2119132"/>
            <a:ext cx="4461025" cy="232504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84CA2BCE-F030-45C3-942F-7B7903C99BED}"/>
              </a:ext>
            </a:extLst>
          </p:cNvPr>
          <p:cNvPicPr>
            <a:picLocks noChangeAspect="1"/>
          </p:cNvPicPr>
          <p:nvPr/>
        </p:nvPicPr>
        <p:blipFill>
          <a:blip r:embed="rId4"/>
          <a:stretch>
            <a:fillRect/>
          </a:stretch>
        </p:blipFill>
        <p:spPr>
          <a:xfrm>
            <a:off x="4364181" y="2898653"/>
            <a:ext cx="882497" cy="766006"/>
          </a:xfrm>
          <a:prstGeom prst="rect">
            <a:avLst/>
          </a:prstGeom>
        </p:spPr>
      </p:pic>
      <mc:AlternateContent xmlns:mc="http://schemas.openxmlformats.org/markup-compatibility/2006" xmlns:a14="http://schemas.microsoft.com/office/drawing/2010/main">
        <mc:Choice Requires="a14">
          <p:sp>
            <p:nvSpPr>
              <p:cNvPr id="11" name="Content Placeholder 2">
                <a:extLst>
                  <a:ext uri="{FF2B5EF4-FFF2-40B4-BE49-F238E27FC236}">
                    <a16:creationId xmlns:a16="http://schemas.microsoft.com/office/drawing/2014/main" id="{97FF7E4E-4511-40B5-A719-20B0513E9717}"/>
                  </a:ext>
                </a:extLst>
              </p:cNvPr>
              <p:cNvSpPr txBox="1">
                <a:spLocks/>
              </p:cNvSpPr>
              <p:nvPr/>
            </p:nvSpPr>
            <p:spPr>
              <a:xfrm>
                <a:off x="5407743" y="1346481"/>
                <a:ext cx="652862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Phenotype = Genetic Effect + environmental effect</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Heritability: </a:t>
                </a:r>
                <a14:m>
                  <m:oMath xmlns:m="http://schemas.openxmlformats.org/officeDocument/2006/math">
                    <m:sSup>
                      <m:sSupPr>
                        <m:ctrlPr>
                          <a:rPr kumimoji="0" lang="en-US"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mn-ea"/>
                            <a:cs typeface="+mn-cs"/>
                          </a:rPr>
                        </m:ctrlPr>
                      </m:sSupPr>
                      <m:e>
                        <m:r>
                          <a:rPr kumimoji="0" lang="en-US"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mn-ea"/>
                            <a:cs typeface="+mn-cs"/>
                          </a:rPr>
                          <m:t>h</m:t>
                        </m:r>
                      </m:e>
                      <m:sup>
                        <m:r>
                          <a:rPr kumimoji="0" lang="en-US"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mn-ea"/>
                            <a:cs typeface="+mn-cs"/>
                          </a:rPr>
                          <m:t>2</m:t>
                        </m:r>
                      </m:sup>
                    </m:sSup>
                    <m:r>
                      <a:rPr kumimoji="0" lang="en-US"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mn-ea"/>
                        <a:cs typeface="+mn-cs"/>
                      </a:rPr>
                      <m:t>=</m:t>
                    </m:r>
                    <m:f>
                      <m:fPr>
                        <m:ctrlPr>
                          <a:rPr kumimoji="0" lang="en-US"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mn-ea"/>
                            <a:cs typeface="+mn-cs"/>
                          </a:rPr>
                        </m:ctrlPr>
                      </m:fPr>
                      <m:num>
                        <m:r>
                          <a:rPr kumimoji="0" lang="en-US" sz="2000" b="0" i="1" u="none" strike="noStrike" kern="1200" cap="none" spc="0" normalizeH="0" baseline="0" noProof="0">
                            <a:ln>
                              <a:noFill/>
                            </a:ln>
                            <a:solidFill>
                              <a:sysClr val="windowText" lastClr="000000"/>
                            </a:solidFill>
                            <a:effectLst/>
                            <a:uLnTx/>
                            <a:uFillTx/>
                            <a:latin typeface="Cambria Math" panose="02040503050406030204" pitchFamily="18" charset="0"/>
                            <a:ea typeface="+mn-ea"/>
                            <a:cs typeface="+mn-cs"/>
                          </a:rPr>
                          <m:t>𝑉𝑎𝑟</m:t>
                        </m:r>
                        <m:r>
                          <a:rPr kumimoji="0" lang="en-US" sz="2000" b="0" i="1" u="none" strike="noStrike" kern="1200" cap="none" spc="0" normalizeH="0" baseline="0" noProof="0">
                            <a:ln>
                              <a:noFill/>
                            </a:ln>
                            <a:solidFill>
                              <a:sysClr val="windowText" lastClr="000000"/>
                            </a:solidFill>
                            <a:effectLst/>
                            <a:uLnTx/>
                            <a:uFillTx/>
                            <a:latin typeface="Cambria Math" panose="02040503050406030204" pitchFamily="18" charset="0"/>
                            <a:ea typeface="+mn-ea"/>
                            <a:cs typeface="+mn-cs"/>
                          </a:rPr>
                          <m:t>[</m:t>
                        </m:r>
                        <m:r>
                          <a:rPr kumimoji="0" lang="en-US" sz="2000" b="0" i="1" u="none" strike="noStrike" kern="1200" cap="none" spc="0" normalizeH="0" baseline="0" noProof="0">
                            <a:ln>
                              <a:noFill/>
                            </a:ln>
                            <a:solidFill>
                              <a:sysClr val="windowText" lastClr="000000"/>
                            </a:solidFill>
                            <a:effectLst/>
                            <a:uLnTx/>
                            <a:uFillTx/>
                            <a:latin typeface="Cambria Math" panose="02040503050406030204" pitchFamily="18" charset="0"/>
                            <a:ea typeface="+mn-ea"/>
                            <a:cs typeface="+mn-cs"/>
                          </a:rPr>
                          <m:t>𝐺𝑒𝑛𝑒𝑡𝑖𝑐</m:t>
                        </m:r>
                        <m:r>
                          <a:rPr kumimoji="0" lang="en-US" sz="2000" b="0" i="1" u="none" strike="noStrike" kern="1200" cap="none" spc="0" normalizeH="0" baseline="0" noProof="0">
                            <a:ln>
                              <a:noFill/>
                            </a:ln>
                            <a:solidFill>
                              <a:sysClr val="windowText" lastClr="000000"/>
                            </a:solidFill>
                            <a:effectLst/>
                            <a:uLnTx/>
                            <a:uFillTx/>
                            <a:latin typeface="Cambria Math" panose="02040503050406030204" pitchFamily="18" charset="0"/>
                            <a:ea typeface="+mn-ea"/>
                            <a:cs typeface="+mn-cs"/>
                          </a:rPr>
                          <m:t> </m:t>
                        </m:r>
                        <m:r>
                          <a:rPr kumimoji="0" lang="en-US" sz="2000" b="0" i="1" u="none" strike="noStrike" kern="1200" cap="none" spc="0" normalizeH="0" baseline="0" noProof="0">
                            <a:ln>
                              <a:noFill/>
                            </a:ln>
                            <a:solidFill>
                              <a:sysClr val="windowText" lastClr="000000"/>
                            </a:solidFill>
                            <a:effectLst/>
                            <a:uLnTx/>
                            <a:uFillTx/>
                            <a:latin typeface="Cambria Math" panose="02040503050406030204" pitchFamily="18" charset="0"/>
                            <a:ea typeface="+mn-ea"/>
                            <a:cs typeface="+mn-cs"/>
                          </a:rPr>
                          <m:t>𝑒𝑓𝑓𝑒𝑐𝑡</m:t>
                        </m:r>
                        <m:r>
                          <a:rPr kumimoji="0" lang="en-US" sz="2000" b="0" i="1" u="none" strike="noStrike" kern="1200" cap="none" spc="0" normalizeH="0" baseline="0" noProof="0">
                            <a:ln>
                              <a:noFill/>
                            </a:ln>
                            <a:solidFill>
                              <a:sysClr val="windowText" lastClr="000000"/>
                            </a:solidFill>
                            <a:effectLst/>
                            <a:uLnTx/>
                            <a:uFillTx/>
                            <a:latin typeface="Cambria Math" panose="02040503050406030204" pitchFamily="18" charset="0"/>
                            <a:ea typeface="+mn-ea"/>
                            <a:cs typeface="+mn-cs"/>
                          </a:rPr>
                          <m:t>]</m:t>
                        </m:r>
                        <m:r>
                          <m:rPr>
                            <m:nor/>
                          </m:rPr>
                          <a:rPr kumimoji="0" lang="en-US" sz="20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m:t> </m:t>
                        </m:r>
                      </m:num>
                      <m:den>
                        <m:r>
                          <a:rPr kumimoji="0" lang="en-US" sz="2000" b="0" i="1" u="none" strike="noStrike" kern="1200" cap="none" spc="0" normalizeH="0" baseline="0" noProof="0">
                            <a:ln>
                              <a:noFill/>
                            </a:ln>
                            <a:solidFill>
                              <a:sysClr val="windowText" lastClr="000000"/>
                            </a:solidFill>
                            <a:effectLst/>
                            <a:uLnTx/>
                            <a:uFillTx/>
                            <a:latin typeface="Cambria Math" panose="02040503050406030204" pitchFamily="18" charset="0"/>
                            <a:ea typeface="+mn-ea"/>
                            <a:cs typeface="+mn-cs"/>
                          </a:rPr>
                          <m:t>𝑉𝑎𝑟</m:t>
                        </m:r>
                        <m:r>
                          <a:rPr kumimoji="0" lang="en-US" sz="2000" b="0" i="1" u="none" strike="noStrike" kern="1200" cap="none" spc="0" normalizeH="0" baseline="0" noProof="0">
                            <a:ln>
                              <a:noFill/>
                            </a:ln>
                            <a:solidFill>
                              <a:sysClr val="windowText" lastClr="000000"/>
                            </a:solidFill>
                            <a:effectLst/>
                            <a:uLnTx/>
                            <a:uFillTx/>
                            <a:latin typeface="Cambria Math" panose="02040503050406030204" pitchFamily="18" charset="0"/>
                            <a:ea typeface="+mn-ea"/>
                            <a:cs typeface="+mn-cs"/>
                          </a:rPr>
                          <m:t>[</m:t>
                        </m:r>
                        <m:r>
                          <a:rPr kumimoji="0" lang="en-US"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mn-ea"/>
                            <a:cs typeface="+mn-cs"/>
                          </a:rPr>
                          <m:t>𝑃h𝑒𝑛𝑜𝑡𝑦𝑝𝑒</m:t>
                        </m:r>
                        <m:r>
                          <a:rPr kumimoji="0" lang="en-US" sz="2000" b="0" i="1" u="none" strike="noStrike" kern="1200" cap="none" spc="0" normalizeH="0" baseline="0" noProof="0">
                            <a:ln>
                              <a:noFill/>
                            </a:ln>
                            <a:solidFill>
                              <a:sysClr val="windowText" lastClr="000000"/>
                            </a:solidFill>
                            <a:effectLst/>
                            <a:uLnTx/>
                            <a:uFillTx/>
                            <a:latin typeface="Cambria Math" panose="02040503050406030204" pitchFamily="18" charset="0"/>
                            <a:ea typeface="+mn-ea"/>
                            <a:cs typeface="+mn-cs"/>
                          </a:rPr>
                          <m:t>]</m:t>
                        </m:r>
                        <m:r>
                          <m:rPr>
                            <m:nor/>
                          </m:rPr>
                          <a:rPr kumimoji="0" lang="en-US" sz="20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m:t> </m:t>
                        </m:r>
                      </m:den>
                    </m:f>
                  </m:oMath>
                </a14:m>
                <a:endParaRPr kumimoji="0" lang="en-US" sz="2000" b="0" i="0" u="none" strike="noStrike" kern="1200" cap="none" spc="0" normalizeH="0" baseline="0" noProof="0" dirty="0">
                  <a:ln>
                    <a:noFill/>
                  </a:ln>
                  <a:solidFill>
                    <a:sysClr val="windowText" lastClr="000000"/>
                  </a:solidFill>
                  <a:effectLst/>
                  <a:uLnTx/>
                  <a:uFillTx/>
                  <a:latin typeface="Calibri" panose="020F0502020204030204"/>
                  <a:ea typeface="+mn-ea"/>
                  <a:cs typeface="+mn-cs"/>
                </a:endParaRP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Proportion of variance in the phenotype that comes from genetics</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Variance explained by all genetics variations</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SNP heritability: </a:t>
                </a:r>
                <a14:m>
                  <m:oMath xmlns:m="http://schemas.openxmlformats.org/officeDocument/2006/math">
                    <m:sSubSup>
                      <m:sSubSupPr>
                        <m:ctrlPr>
                          <a:rPr kumimoji="0" lang="en-US"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mn-ea"/>
                            <a:cs typeface="+mn-cs"/>
                          </a:rPr>
                        </m:ctrlPr>
                      </m:sSubSupPr>
                      <m:e>
                        <m:r>
                          <a:rPr kumimoji="0" lang="en-US"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mn-ea"/>
                            <a:cs typeface="+mn-cs"/>
                          </a:rPr>
                          <m:t>h</m:t>
                        </m:r>
                      </m:e>
                      <m:sub>
                        <m:r>
                          <a:rPr kumimoji="0" lang="en-US"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mn-ea"/>
                            <a:cs typeface="+mn-cs"/>
                          </a:rPr>
                          <m:t>𝑔</m:t>
                        </m:r>
                      </m:sub>
                      <m:sup>
                        <m:r>
                          <a:rPr kumimoji="0" lang="en-US"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mn-ea"/>
                            <a:cs typeface="+mn-cs"/>
                          </a:rPr>
                          <m:t>2</m:t>
                        </m:r>
                      </m:sup>
                    </m:sSubSup>
                  </m:oMath>
                </a14:m>
                <a:r>
                  <a:rPr kumimoji="0" lang="de-DE" sz="20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	</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H</a:t>
                </a:r>
                <a:r>
                  <a:rPr kumimoji="0" lang="de-DE" sz="1800" b="0" i="0" u="none" strike="noStrike" kern="1200" cap="none" spc="0" normalizeH="0" baseline="0" noProof="0" dirty="0" err="1">
                    <a:ln>
                      <a:noFill/>
                    </a:ln>
                    <a:solidFill>
                      <a:sysClr val="windowText" lastClr="000000"/>
                    </a:solidFill>
                    <a:effectLst/>
                    <a:uLnTx/>
                    <a:uFillTx/>
                    <a:latin typeface="Calibri" panose="020F0502020204030204"/>
                    <a:ea typeface="+mn-ea"/>
                    <a:cs typeface="+mn-cs"/>
                  </a:rPr>
                  <a:t>ow</a:t>
                </a:r>
                <a:r>
                  <a:rPr kumimoji="0" lang="de-DE" sz="18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 </a:t>
                </a:r>
                <a:r>
                  <a:rPr kumimoji="0" lang="de-DE" sz="1800" b="0" i="0" u="none" strike="noStrike" kern="1200" cap="none" spc="0" normalizeH="0" baseline="0" noProof="0" dirty="0" err="1">
                    <a:ln>
                      <a:noFill/>
                    </a:ln>
                    <a:solidFill>
                      <a:sysClr val="windowText" lastClr="000000"/>
                    </a:solidFill>
                    <a:effectLst/>
                    <a:uLnTx/>
                    <a:uFillTx/>
                    <a:latin typeface="Calibri" panose="020F0502020204030204"/>
                    <a:ea typeface="+mn-ea"/>
                    <a:cs typeface="+mn-cs"/>
                  </a:rPr>
                  <a:t>much</a:t>
                </a:r>
                <a:r>
                  <a:rPr kumimoji="0" lang="de-DE" sz="18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 </a:t>
                </a:r>
                <a:r>
                  <a:rPr kumimoji="0" lang="de-DE" sz="1800" b="0" i="0" u="none" strike="noStrike" kern="1200" cap="none" spc="0" normalizeH="0" baseline="0" noProof="0" dirty="0" err="1">
                    <a:ln>
                      <a:noFill/>
                    </a:ln>
                    <a:solidFill>
                      <a:sysClr val="windowText" lastClr="000000"/>
                    </a:solidFill>
                    <a:effectLst/>
                    <a:uLnTx/>
                    <a:uFillTx/>
                    <a:latin typeface="Calibri" panose="020F0502020204030204"/>
                    <a:ea typeface="+mn-ea"/>
                    <a:cs typeface="+mn-cs"/>
                  </a:rPr>
                  <a:t>variance</a:t>
                </a:r>
                <a:r>
                  <a:rPr kumimoji="0" lang="de-DE" sz="18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a:t>
                </a:r>
                <a:r>
                  <a:rPr kumimoji="0" lang="de-DE" sz="1800" b="0" i="0" u="none" strike="noStrike" kern="1200" cap="none" spc="0" normalizeH="0" baseline="0" noProof="0" dirty="0" err="1">
                    <a:ln>
                      <a:noFill/>
                    </a:ln>
                    <a:solidFill>
                      <a:sysClr val="windowText" lastClr="000000"/>
                    </a:solidFill>
                    <a:effectLst/>
                    <a:uLnTx/>
                    <a:uFillTx/>
                    <a:latin typeface="Calibri" panose="020F0502020204030204"/>
                    <a:ea typeface="+mn-ea"/>
                    <a:cs typeface="+mn-cs"/>
                  </a:rPr>
                  <a:t>heritability</a:t>
                </a:r>
                <a:r>
                  <a:rPr kumimoji="0" lang="de-DE" sz="18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 </a:t>
                </a:r>
                <a:r>
                  <a:rPr kumimoji="0" lang="de-DE" sz="1800" b="0" i="0" u="none" strike="noStrike" kern="1200" cap="none" spc="0" normalizeH="0" baseline="0" noProof="0" dirty="0" err="1">
                    <a:ln>
                      <a:noFill/>
                    </a:ln>
                    <a:solidFill>
                      <a:sysClr val="windowText" lastClr="000000"/>
                    </a:solidFill>
                    <a:effectLst/>
                    <a:uLnTx/>
                    <a:uFillTx/>
                    <a:latin typeface="Calibri" panose="020F0502020204030204"/>
                    <a:ea typeface="+mn-ea"/>
                    <a:cs typeface="+mn-cs"/>
                  </a:rPr>
                  <a:t>is</a:t>
                </a:r>
                <a:r>
                  <a:rPr kumimoji="0" lang="de-DE" sz="18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 </a:t>
                </a:r>
                <a:r>
                  <a:rPr kumimoji="0" lang="de-DE" sz="1800" b="0" i="0" u="none" strike="noStrike" kern="1200" cap="none" spc="0" normalizeH="0" baseline="0" noProof="0" dirty="0" err="1">
                    <a:ln>
                      <a:noFill/>
                    </a:ln>
                    <a:solidFill>
                      <a:sysClr val="windowText" lastClr="000000"/>
                    </a:solidFill>
                    <a:effectLst/>
                    <a:uLnTx/>
                    <a:uFillTx/>
                    <a:latin typeface="Calibri" panose="020F0502020204030204"/>
                    <a:ea typeface="+mn-ea"/>
                    <a:cs typeface="+mn-cs"/>
                  </a:rPr>
                  <a:t>explained</a:t>
                </a:r>
                <a:r>
                  <a:rPr kumimoji="0" lang="de-DE" sz="18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 </a:t>
                </a:r>
                <a:r>
                  <a:rPr kumimoji="0" lang="de-DE" sz="1800" b="0" i="0" u="none" strike="noStrike" kern="1200" cap="none" spc="0" normalizeH="0" baseline="0" noProof="0" dirty="0" err="1">
                    <a:ln>
                      <a:noFill/>
                    </a:ln>
                    <a:solidFill>
                      <a:sysClr val="windowText" lastClr="000000"/>
                    </a:solidFill>
                    <a:effectLst/>
                    <a:uLnTx/>
                    <a:uFillTx/>
                    <a:latin typeface="Calibri" panose="020F0502020204030204"/>
                    <a:ea typeface="+mn-ea"/>
                    <a:cs typeface="+mn-cs"/>
                  </a:rPr>
                  <a:t>by</a:t>
                </a:r>
                <a:r>
                  <a:rPr kumimoji="0" lang="de-DE" sz="18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 a </a:t>
                </a:r>
                <a:r>
                  <a:rPr kumimoji="0" lang="de-DE" sz="1800" b="0" i="0" u="none" strike="noStrike" kern="1200" cap="none" spc="0" normalizeH="0" baseline="0" noProof="0" dirty="0" err="1">
                    <a:ln>
                      <a:noFill/>
                    </a:ln>
                    <a:solidFill>
                      <a:sysClr val="windowText" lastClr="000000"/>
                    </a:solidFill>
                    <a:effectLst/>
                    <a:uLnTx/>
                    <a:uFillTx/>
                    <a:latin typeface="Calibri" panose="020F0502020204030204"/>
                    <a:ea typeface="+mn-ea"/>
                    <a:cs typeface="+mn-cs"/>
                  </a:rPr>
                  <a:t>set</a:t>
                </a:r>
                <a:r>
                  <a:rPr kumimoji="0" lang="de-DE" sz="18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 </a:t>
                </a:r>
                <a:r>
                  <a:rPr kumimoji="0" lang="de-DE" sz="1800" b="0" i="0" u="none" strike="noStrike" kern="1200" cap="none" spc="0" normalizeH="0" baseline="0" noProof="0" dirty="0" err="1">
                    <a:ln>
                      <a:noFill/>
                    </a:ln>
                    <a:solidFill>
                      <a:sysClr val="windowText" lastClr="000000"/>
                    </a:solidFill>
                    <a:effectLst/>
                    <a:uLnTx/>
                    <a:uFillTx/>
                    <a:latin typeface="Calibri" panose="020F0502020204030204"/>
                    <a:ea typeface="+mn-ea"/>
                    <a:cs typeface="+mn-cs"/>
                  </a:rPr>
                  <a:t>of</a:t>
                </a:r>
                <a:r>
                  <a:rPr kumimoji="0" lang="de-DE" sz="18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 SNPs</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14:m>
                  <m:oMath xmlns:m="http://schemas.openxmlformats.org/officeDocument/2006/math">
                    <m:sSubSup>
                      <m:sSubSupPr>
                        <m:ctrlPr>
                          <a:rPr kumimoji="0" lang="en-US" sz="1800" b="0" i="1" u="none" strike="noStrike" kern="1200" cap="none" spc="0" normalizeH="0" baseline="0" noProof="0">
                            <a:ln>
                              <a:noFill/>
                            </a:ln>
                            <a:solidFill>
                              <a:sysClr val="windowText" lastClr="000000"/>
                            </a:solidFill>
                            <a:effectLst/>
                            <a:uLnTx/>
                            <a:uFillTx/>
                            <a:latin typeface="Cambria Math" panose="02040503050406030204" pitchFamily="18" charset="0"/>
                            <a:ea typeface="+mn-ea"/>
                            <a:cs typeface="+mn-cs"/>
                          </a:rPr>
                        </m:ctrlPr>
                      </m:sSubSupPr>
                      <m:e>
                        <m:r>
                          <a:rPr kumimoji="0" lang="en-US" sz="1800" b="0" i="1" u="none" strike="noStrike" kern="1200" cap="none" spc="0" normalizeH="0" baseline="0" noProof="0">
                            <a:ln>
                              <a:noFill/>
                            </a:ln>
                            <a:solidFill>
                              <a:sysClr val="windowText" lastClr="000000"/>
                            </a:solidFill>
                            <a:effectLst/>
                            <a:uLnTx/>
                            <a:uFillTx/>
                            <a:latin typeface="Cambria Math" panose="02040503050406030204" pitchFamily="18" charset="0"/>
                            <a:ea typeface="+mn-ea"/>
                            <a:cs typeface="+mn-cs"/>
                          </a:rPr>
                          <m:t>h</m:t>
                        </m:r>
                      </m:e>
                      <m:sub>
                        <m:r>
                          <a:rPr kumimoji="0" lang="en-US" sz="1800" b="0" i="1" u="none" strike="noStrike" kern="1200" cap="none" spc="0" normalizeH="0" baseline="0" noProof="0">
                            <a:ln>
                              <a:noFill/>
                            </a:ln>
                            <a:solidFill>
                              <a:sysClr val="windowText" lastClr="000000"/>
                            </a:solidFill>
                            <a:effectLst/>
                            <a:uLnTx/>
                            <a:uFillTx/>
                            <a:latin typeface="Cambria Math" panose="02040503050406030204" pitchFamily="18" charset="0"/>
                            <a:ea typeface="+mn-ea"/>
                            <a:cs typeface="+mn-cs"/>
                          </a:rPr>
                          <m:t>𝑔</m:t>
                        </m:r>
                      </m:sub>
                      <m:sup>
                        <m:r>
                          <a:rPr kumimoji="0" lang="en-US" sz="1800" b="0" i="1" u="none" strike="noStrike" kern="1200" cap="none" spc="0" normalizeH="0" baseline="0" noProof="0">
                            <a:ln>
                              <a:noFill/>
                            </a:ln>
                            <a:solidFill>
                              <a:sysClr val="windowText" lastClr="000000"/>
                            </a:solidFill>
                            <a:effectLst/>
                            <a:uLnTx/>
                            <a:uFillTx/>
                            <a:latin typeface="Cambria Math" panose="02040503050406030204" pitchFamily="18" charset="0"/>
                            <a:ea typeface="+mn-ea"/>
                            <a:cs typeface="+mn-cs"/>
                          </a:rPr>
                          <m:t>2</m:t>
                        </m:r>
                      </m:sup>
                    </m:sSubSup>
                  </m:oMath>
                </a14:m>
                <a:r>
                  <a:rPr kumimoji="0" lang="en-US" sz="18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 &lt; </a:t>
                </a:r>
                <a14:m>
                  <m:oMath xmlns:m="http://schemas.openxmlformats.org/officeDocument/2006/math">
                    <m:sSup>
                      <m:sSupPr>
                        <m:ctrlPr>
                          <a:rPr kumimoji="0" lang="en-US" sz="1800" b="0" i="1" u="none" strike="noStrike" kern="1200" cap="none" spc="0" normalizeH="0" baseline="0" noProof="0">
                            <a:ln>
                              <a:noFill/>
                            </a:ln>
                            <a:solidFill>
                              <a:sysClr val="windowText" lastClr="000000"/>
                            </a:solidFill>
                            <a:effectLst/>
                            <a:uLnTx/>
                            <a:uFillTx/>
                            <a:latin typeface="Cambria Math" panose="02040503050406030204" pitchFamily="18" charset="0"/>
                            <a:ea typeface="+mn-ea"/>
                            <a:cs typeface="+mn-cs"/>
                          </a:rPr>
                        </m:ctrlPr>
                      </m:sSupPr>
                      <m:e>
                        <m:r>
                          <a:rPr kumimoji="0" lang="en-US" sz="1800" b="0" i="1" u="none" strike="noStrike" kern="1200" cap="none" spc="0" normalizeH="0" baseline="0" noProof="0">
                            <a:ln>
                              <a:noFill/>
                            </a:ln>
                            <a:solidFill>
                              <a:sysClr val="windowText" lastClr="000000"/>
                            </a:solidFill>
                            <a:effectLst/>
                            <a:uLnTx/>
                            <a:uFillTx/>
                            <a:latin typeface="Cambria Math" panose="02040503050406030204" pitchFamily="18" charset="0"/>
                            <a:ea typeface="+mn-ea"/>
                            <a:cs typeface="+mn-cs"/>
                          </a:rPr>
                          <m:t>h</m:t>
                        </m:r>
                      </m:e>
                      <m:sup>
                        <m:r>
                          <a:rPr kumimoji="0" lang="en-US" sz="1800" b="0" i="1" u="none" strike="noStrike" kern="1200" cap="none" spc="0" normalizeH="0" baseline="0" noProof="0">
                            <a:ln>
                              <a:noFill/>
                            </a:ln>
                            <a:solidFill>
                              <a:sysClr val="windowText" lastClr="000000"/>
                            </a:solidFill>
                            <a:effectLst/>
                            <a:uLnTx/>
                            <a:uFillTx/>
                            <a:latin typeface="Cambria Math" panose="02040503050406030204" pitchFamily="18" charset="0"/>
                            <a:ea typeface="+mn-ea"/>
                            <a:cs typeface="+mn-cs"/>
                          </a:rPr>
                          <m:t>2</m:t>
                        </m:r>
                      </m:sup>
                    </m:sSup>
                  </m:oMath>
                </a14:m>
                <a:endParaRPr kumimoji="0" lang="en-US" sz="1800" b="0" i="0" u="none" strike="noStrike" kern="1200" cap="none" spc="0" normalizeH="0" baseline="0" noProof="0" dirty="0">
                  <a:ln>
                    <a:noFill/>
                  </a:ln>
                  <a:solidFill>
                    <a:sysClr val="windowText" lastClr="000000"/>
                  </a:solidFill>
                  <a:effectLst/>
                  <a:uLnTx/>
                  <a:uFillTx/>
                  <a:latin typeface="Calibri" panose="020F0502020204030204"/>
                  <a:ea typeface="+mn-ea"/>
                  <a:cs typeface="+mn-cs"/>
                </a:endParaRP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endParaRPr kumimoji="0" lang="en-US" sz="1800" b="0" i="0" u="none" strike="noStrike" kern="1200" cap="none" spc="0" normalizeH="0" baseline="0" noProof="0" dirty="0">
                  <a:ln>
                    <a:noFill/>
                  </a:ln>
                  <a:solidFill>
                    <a:sysClr val="windowText" lastClr="000000"/>
                  </a:solidFill>
                  <a:effectLst/>
                  <a:uLnTx/>
                  <a:uFillTx/>
                  <a:latin typeface="Calibri" panose="020F0502020204030204"/>
                  <a:ea typeface="+mn-ea"/>
                  <a:cs typeface="+mn-cs"/>
                </a:endParaRPr>
              </a:p>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à"/>
                  <a:tabLst/>
                  <a:defRPr/>
                </a:pPr>
                <a:r>
                  <a:rPr kumimoji="0" lang="en-US" sz="2000" b="0" i="0" u="none" strike="noStrike" kern="1200" cap="none" spc="0" normalizeH="0" baseline="0" noProof="0" dirty="0">
                    <a:ln>
                      <a:noFill/>
                    </a:ln>
                    <a:solidFill>
                      <a:sysClr val="windowText" lastClr="000000"/>
                    </a:solidFill>
                    <a:effectLst/>
                    <a:uLnTx/>
                    <a:uFillTx/>
                    <a:latin typeface="Calibri" panose="020F0502020204030204"/>
                    <a:ea typeface="+mn-ea"/>
                    <a:cs typeface="+mn-cs"/>
                    <a:sym typeface="Wingdings" panose="05000000000000000000" pitchFamily="2" charset="2"/>
                  </a:rPr>
                  <a:t>Estimate </a:t>
                </a:r>
                <a:r>
                  <a:rPr kumimoji="0" lang="en-US" sz="2000" b="0" i="0" u="none" strike="noStrike" kern="1200" cap="none" spc="0" normalizeH="0" baseline="0" noProof="0" dirty="0" err="1">
                    <a:ln>
                      <a:noFill/>
                    </a:ln>
                    <a:solidFill>
                      <a:sysClr val="windowText" lastClr="000000"/>
                    </a:solidFill>
                    <a:effectLst/>
                    <a:uLnTx/>
                    <a:uFillTx/>
                    <a:latin typeface="Calibri" panose="020F0502020204030204"/>
                    <a:ea typeface="+mn-ea"/>
                    <a:cs typeface="+mn-cs"/>
                    <a:sym typeface="Wingdings" panose="05000000000000000000" pitchFamily="2" charset="2"/>
                  </a:rPr>
                  <a:t>heritabilities</a:t>
                </a:r>
                <a:r>
                  <a:rPr kumimoji="0" lang="en-US" sz="2000" b="0" i="0" u="none" strike="noStrike" kern="1200" cap="none" spc="0" normalizeH="0" baseline="0" noProof="0" dirty="0">
                    <a:ln>
                      <a:noFill/>
                    </a:ln>
                    <a:solidFill>
                      <a:sysClr val="windowText" lastClr="000000"/>
                    </a:solidFill>
                    <a:effectLst/>
                    <a:uLnTx/>
                    <a:uFillTx/>
                    <a:latin typeface="Calibri" panose="020F0502020204030204"/>
                    <a:ea typeface="+mn-ea"/>
                    <a:cs typeface="+mn-cs"/>
                    <a:sym typeface="Wingdings" panose="05000000000000000000" pitchFamily="2" charset="2"/>
                  </a:rPr>
                  <a:t> with mixed models</a:t>
                </a:r>
              </a:p>
              <a:p>
                <a:pPr marL="228600" marR="0" lvl="0" indent="-228600" algn="l" defTabSz="914400" rtl="0" eaLnBrk="1" fontAlgn="auto" latinLnBrk="0" hangingPunct="1">
                  <a:lnSpc>
                    <a:spcPct val="90000"/>
                  </a:lnSpc>
                  <a:spcBef>
                    <a:spcPts val="1000"/>
                  </a:spcBef>
                  <a:spcAft>
                    <a:spcPts val="0"/>
                  </a:spcAft>
                  <a:buClrTx/>
                  <a:buSzTx/>
                  <a:buFont typeface="Wingdings" panose="05000000000000000000" pitchFamily="2" charset="2"/>
                  <a:buChar char="à"/>
                  <a:tabLst/>
                  <a:defRPr/>
                </a:pPr>
                <a:r>
                  <a:rPr lang="en-US" sz="2000" noProof="0" dirty="0">
                    <a:solidFill>
                      <a:sysClr val="windowText" lastClr="000000"/>
                    </a:solidFill>
                    <a:latin typeface="Calibri" panose="020F0502020204030204"/>
                    <a:sym typeface="Wingdings" panose="05000000000000000000" pitchFamily="2" charset="2"/>
                  </a:rPr>
                  <a:t>If</a:t>
                </a:r>
                <a:r>
                  <a:rPr kumimoji="0" lang="en-US" sz="2000" b="0" i="0" u="none" strike="noStrike" kern="1200" cap="none" spc="0" normalizeH="0" baseline="0" noProof="0" dirty="0">
                    <a:ln>
                      <a:noFill/>
                    </a:ln>
                    <a:solidFill>
                      <a:sysClr val="windowText" lastClr="000000"/>
                    </a:solidFill>
                    <a:effectLst/>
                    <a:uLnTx/>
                    <a:uFillTx/>
                    <a:latin typeface="Calibri" panose="020F0502020204030204"/>
                    <a:ea typeface="+mn-ea"/>
                    <a:cs typeface="+mn-cs"/>
                    <a:sym typeface="Wingdings" panose="05000000000000000000" pitchFamily="2" charset="2"/>
                  </a:rPr>
                  <a:t> </a:t>
                </a:r>
                <a14:m>
                  <m:oMath xmlns:m="http://schemas.openxmlformats.org/officeDocument/2006/math">
                    <m:sSubSup>
                      <m:sSubSupPr>
                        <m:ctrlPr>
                          <a:rPr kumimoji="0" lang="en-US" sz="2000" b="0" i="1" u="none" strike="noStrike" kern="1200" cap="none" spc="0" normalizeH="0" baseline="0" noProof="0">
                            <a:ln>
                              <a:noFill/>
                            </a:ln>
                            <a:solidFill>
                              <a:sysClr val="windowText" lastClr="000000"/>
                            </a:solidFill>
                            <a:effectLst/>
                            <a:uLnTx/>
                            <a:uFillTx/>
                            <a:latin typeface="Cambria Math" panose="02040503050406030204" pitchFamily="18" charset="0"/>
                            <a:ea typeface="+mn-ea"/>
                            <a:cs typeface="+mn-cs"/>
                          </a:rPr>
                        </m:ctrlPr>
                      </m:sSubSupPr>
                      <m:e>
                        <m:r>
                          <a:rPr kumimoji="0" lang="en-US" sz="2000" b="0" i="1" u="none" strike="noStrike" kern="1200" cap="none" spc="0" normalizeH="0" baseline="0" noProof="0">
                            <a:ln>
                              <a:noFill/>
                            </a:ln>
                            <a:solidFill>
                              <a:sysClr val="windowText" lastClr="000000"/>
                            </a:solidFill>
                            <a:effectLst/>
                            <a:uLnTx/>
                            <a:uFillTx/>
                            <a:latin typeface="Cambria Math" panose="02040503050406030204" pitchFamily="18" charset="0"/>
                            <a:ea typeface="+mn-ea"/>
                            <a:cs typeface="+mn-cs"/>
                          </a:rPr>
                          <m:t>h</m:t>
                        </m:r>
                      </m:e>
                      <m:sub>
                        <m:r>
                          <a:rPr kumimoji="0" lang="en-US" sz="2000" b="0" i="1" u="none" strike="noStrike" kern="1200" cap="none" spc="0" normalizeH="0" baseline="0" noProof="0">
                            <a:ln>
                              <a:noFill/>
                            </a:ln>
                            <a:solidFill>
                              <a:sysClr val="windowText" lastClr="000000"/>
                            </a:solidFill>
                            <a:effectLst/>
                            <a:uLnTx/>
                            <a:uFillTx/>
                            <a:latin typeface="Cambria Math" panose="02040503050406030204" pitchFamily="18" charset="0"/>
                            <a:ea typeface="+mn-ea"/>
                            <a:cs typeface="+mn-cs"/>
                          </a:rPr>
                          <m:t>𝑔</m:t>
                        </m:r>
                      </m:sub>
                      <m:sup>
                        <m:r>
                          <a:rPr kumimoji="0" lang="en-US" sz="2000" b="0" i="1" u="none" strike="noStrike" kern="1200" cap="none" spc="0" normalizeH="0" baseline="0" noProof="0">
                            <a:ln>
                              <a:noFill/>
                            </a:ln>
                            <a:solidFill>
                              <a:sysClr val="windowText" lastClr="000000"/>
                            </a:solidFill>
                            <a:effectLst/>
                            <a:uLnTx/>
                            <a:uFillTx/>
                            <a:latin typeface="Cambria Math" panose="02040503050406030204" pitchFamily="18" charset="0"/>
                            <a:ea typeface="+mn-ea"/>
                            <a:cs typeface="+mn-cs"/>
                          </a:rPr>
                          <m:t>2</m:t>
                        </m:r>
                      </m:sup>
                    </m:sSubSup>
                  </m:oMath>
                </a14:m>
                <a:r>
                  <a:rPr kumimoji="0" lang="en-US" sz="20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 or </a:t>
                </a:r>
                <a14:m>
                  <m:oMath xmlns:m="http://schemas.openxmlformats.org/officeDocument/2006/math">
                    <m:sSup>
                      <m:sSupPr>
                        <m:ctrlPr>
                          <a:rPr kumimoji="0" lang="en-US" sz="2000" b="0" i="1" u="none" strike="noStrike" kern="1200" cap="none" spc="0" normalizeH="0" baseline="0" noProof="0">
                            <a:ln>
                              <a:noFill/>
                            </a:ln>
                            <a:solidFill>
                              <a:sysClr val="windowText" lastClr="000000"/>
                            </a:solidFill>
                            <a:effectLst/>
                            <a:uLnTx/>
                            <a:uFillTx/>
                            <a:latin typeface="Cambria Math" panose="02040503050406030204" pitchFamily="18" charset="0"/>
                            <a:ea typeface="+mn-ea"/>
                            <a:cs typeface="+mn-cs"/>
                          </a:rPr>
                        </m:ctrlPr>
                      </m:sSupPr>
                      <m:e>
                        <m:r>
                          <a:rPr kumimoji="0" lang="en-US" sz="2000" b="0" i="1" u="none" strike="noStrike" kern="1200" cap="none" spc="0" normalizeH="0" baseline="0" noProof="0">
                            <a:ln>
                              <a:noFill/>
                            </a:ln>
                            <a:solidFill>
                              <a:sysClr val="windowText" lastClr="000000"/>
                            </a:solidFill>
                            <a:effectLst/>
                            <a:uLnTx/>
                            <a:uFillTx/>
                            <a:latin typeface="Cambria Math" panose="02040503050406030204" pitchFamily="18" charset="0"/>
                            <a:ea typeface="+mn-ea"/>
                            <a:cs typeface="+mn-cs"/>
                          </a:rPr>
                          <m:t>h</m:t>
                        </m:r>
                      </m:e>
                      <m:sup>
                        <m:r>
                          <a:rPr kumimoji="0" lang="en-US" sz="2000" b="0" i="1" u="none" strike="noStrike" kern="1200" cap="none" spc="0" normalizeH="0" baseline="0" noProof="0">
                            <a:ln>
                              <a:noFill/>
                            </a:ln>
                            <a:solidFill>
                              <a:sysClr val="windowText" lastClr="000000"/>
                            </a:solidFill>
                            <a:effectLst/>
                            <a:uLnTx/>
                            <a:uFillTx/>
                            <a:latin typeface="Cambria Math" panose="02040503050406030204" pitchFamily="18" charset="0"/>
                            <a:ea typeface="+mn-ea"/>
                            <a:cs typeface="+mn-cs"/>
                          </a:rPr>
                          <m:t>2</m:t>
                        </m:r>
                      </m:sup>
                    </m:sSup>
                  </m:oMath>
                </a14:m>
                <a:r>
                  <a:rPr kumimoji="0" lang="en-US" sz="2000" b="0" i="0" u="none" strike="noStrike" kern="1200" cap="none" spc="0" normalizeH="0" baseline="0" noProof="0" dirty="0">
                    <a:ln>
                      <a:noFill/>
                    </a:ln>
                    <a:solidFill>
                      <a:sysClr val="windowText" lastClr="000000"/>
                    </a:solidFill>
                    <a:effectLst/>
                    <a:uLnTx/>
                    <a:uFillTx/>
                    <a:latin typeface="Calibri" panose="020F0502020204030204"/>
                    <a:ea typeface="+mn-ea"/>
                    <a:cs typeface="+mn-cs"/>
                  </a:rPr>
                  <a:t> are large, then genetics plays large role on phenotype</a:t>
                </a:r>
              </a:p>
            </p:txBody>
          </p:sp>
        </mc:Choice>
        <mc:Fallback xmlns="">
          <p:sp>
            <p:nvSpPr>
              <p:cNvPr id="11" name="Content Placeholder 2">
                <a:extLst>
                  <a:ext uri="{FF2B5EF4-FFF2-40B4-BE49-F238E27FC236}">
                    <a16:creationId xmlns:a16="http://schemas.microsoft.com/office/drawing/2014/main" id="{97FF7E4E-4511-40B5-A719-20B0513E9717}"/>
                  </a:ext>
                </a:extLst>
              </p:cNvPr>
              <p:cNvSpPr txBox="1">
                <a:spLocks noRot="1" noChangeAspect="1" noMove="1" noResize="1" noEditPoints="1" noAdjustHandles="1" noChangeArrowheads="1" noChangeShapeType="1" noTextEdit="1"/>
              </p:cNvSpPr>
              <p:nvPr/>
            </p:nvSpPr>
            <p:spPr>
              <a:xfrm>
                <a:off x="5407743" y="1346481"/>
                <a:ext cx="6528620" cy="4351338"/>
              </a:xfrm>
              <a:prstGeom prst="rect">
                <a:avLst/>
              </a:prstGeom>
              <a:blipFill>
                <a:blip r:embed="rId5"/>
                <a:stretch>
                  <a:fillRect l="-840" t="-1541" b="-980"/>
                </a:stretch>
              </a:blipFill>
            </p:spPr>
            <p:txBody>
              <a:bodyPr/>
              <a:lstStyle/>
              <a:p>
                <a:r>
                  <a:rPr lang="de-DE">
                    <a:noFill/>
                  </a:rPr>
                  <a:t> </a:t>
                </a:r>
              </a:p>
            </p:txBody>
          </p:sp>
        </mc:Fallback>
      </mc:AlternateContent>
    </p:spTree>
    <p:extLst>
      <p:ext uri="{BB962C8B-B14F-4D97-AF65-F5344CB8AC3E}">
        <p14:creationId xmlns:p14="http://schemas.microsoft.com/office/powerpoint/2010/main" val="5233242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platzhalter 14">
            <a:extLst>
              <a:ext uri="{FF2B5EF4-FFF2-40B4-BE49-F238E27FC236}">
                <a16:creationId xmlns:a16="http://schemas.microsoft.com/office/drawing/2014/main" id="{C71C2824-B117-0D45-9D5A-80F61C83CEDE}"/>
              </a:ext>
            </a:extLst>
          </p:cNvPr>
          <p:cNvSpPr>
            <a:spLocks noGrp="1"/>
          </p:cNvSpPr>
          <p:nvPr>
            <p:ph type="body" sz="quarter" idx="10"/>
          </p:nvPr>
        </p:nvSpPr>
        <p:spPr>
          <a:xfrm>
            <a:off x="1141200" y="1598400"/>
            <a:ext cx="7200000" cy="707886"/>
          </a:xfrm>
        </p:spPr>
        <p:txBody>
          <a:bodyPr/>
          <a:lstStyle/>
          <a:p>
            <a:r>
              <a:rPr lang="en-US" dirty="0"/>
              <a:t>3</a:t>
            </a:r>
          </a:p>
        </p:txBody>
      </p:sp>
      <p:sp>
        <p:nvSpPr>
          <p:cNvPr id="17" name="Textplatzhalter 16">
            <a:extLst>
              <a:ext uri="{FF2B5EF4-FFF2-40B4-BE49-F238E27FC236}">
                <a16:creationId xmlns:a16="http://schemas.microsoft.com/office/drawing/2014/main" id="{6636A809-B452-D846-9163-71D92F1C39EE}"/>
              </a:ext>
            </a:extLst>
          </p:cNvPr>
          <p:cNvSpPr>
            <a:spLocks noGrp="1"/>
          </p:cNvSpPr>
          <p:nvPr>
            <p:ph type="body" sz="quarter" idx="11"/>
          </p:nvPr>
        </p:nvSpPr>
        <p:spPr>
          <a:xfrm>
            <a:off x="1141200" y="2538000"/>
            <a:ext cx="7200000" cy="707886"/>
          </a:xfrm>
        </p:spPr>
        <p:txBody>
          <a:bodyPr/>
          <a:lstStyle/>
          <a:p>
            <a:r>
              <a:rPr lang="en-US" dirty="0"/>
              <a:t>Polygenic scores</a:t>
            </a:r>
          </a:p>
        </p:txBody>
      </p:sp>
      <p:sp>
        <p:nvSpPr>
          <p:cNvPr id="4" name="Textplatzhalter 14">
            <a:extLst>
              <a:ext uri="{FF2B5EF4-FFF2-40B4-BE49-F238E27FC236}">
                <a16:creationId xmlns:a16="http://schemas.microsoft.com/office/drawing/2014/main" id="{0E876D97-6609-481A-A5EE-CC2D60129921}"/>
              </a:ext>
            </a:extLst>
          </p:cNvPr>
          <p:cNvSpPr txBox="1">
            <a:spLocks/>
          </p:cNvSpPr>
          <p:nvPr/>
        </p:nvSpPr>
        <p:spPr>
          <a:xfrm>
            <a:off x="1141200" y="3514855"/>
            <a:ext cx="7200000" cy="584775"/>
          </a:xfrm>
          <a:prstGeom prst="rect">
            <a:avLst/>
          </a:prstGeom>
        </p:spPr>
        <p:txBody>
          <a:bodyPr lIns="90000" rIns="90000">
            <a:spAutoFit/>
          </a:bodyPr>
          <a:lstStyle>
            <a:lvl1pPr marL="0" indent="0" algn="l" defTabSz="914400" rtl="0" eaLnBrk="1" latinLnBrk="0" hangingPunct="1">
              <a:lnSpc>
                <a:spcPct val="100000"/>
              </a:lnSpc>
              <a:spcBef>
                <a:spcPts val="0"/>
              </a:spcBef>
              <a:spcAft>
                <a:spcPts val="2200"/>
              </a:spcAft>
              <a:buFont typeface="Arial" panose="020B0604020202020204" pitchFamily="34" charset="0"/>
              <a:buNone/>
              <a:tabLst/>
              <a:defRPr sz="4000" b="0" i="0" kern="1200" baseline="0">
                <a:solidFill>
                  <a:schemeClr val="bg1"/>
                </a:solidFill>
                <a:latin typeface="Arial" panose="020B0604020202020204" pitchFamily="34" charset="0"/>
                <a:ea typeface="+mn-ea"/>
                <a:cs typeface="Arial" panose="020B0604020202020204" pitchFamily="34" charset="0"/>
              </a:defRPr>
            </a:lvl1pPr>
            <a:lvl2pPr marL="358775" indent="-206375" algn="l" defTabSz="914400" rtl="0" eaLnBrk="1" latinLnBrk="0" hangingPunct="1">
              <a:lnSpc>
                <a:spcPct val="100000"/>
              </a:lnSpc>
              <a:spcBef>
                <a:spcPts val="600"/>
              </a:spcBef>
              <a:spcAft>
                <a:spcPts val="1000"/>
              </a:spcAft>
              <a:buFont typeface="Arial" panose="020B0604020202020204" pitchFamily="34" charset="0"/>
              <a:buChar char="•"/>
              <a:tabLst/>
              <a:defRPr sz="1400" b="0" i="0" kern="1200" baseline="0">
                <a:solidFill>
                  <a:schemeClr val="tx1"/>
                </a:solidFill>
                <a:latin typeface="Arial" panose="020B0604020202020204" pitchFamily="34" charset="0"/>
                <a:ea typeface="+mn-ea"/>
                <a:cs typeface="Arial" panose="020B0604020202020204" pitchFamily="34" charset="0"/>
              </a:defRPr>
            </a:lvl2pPr>
            <a:lvl3pPr marL="0" indent="0" algn="l" defTabSz="914400" rtl="0" eaLnBrk="1" latinLnBrk="0" hangingPunct="1">
              <a:lnSpc>
                <a:spcPct val="100000"/>
              </a:lnSpc>
              <a:spcBef>
                <a:spcPts val="0"/>
              </a:spcBef>
              <a:spcAft>
                <a:spcPts val="1000"/>
              </a:spcAft>
              <a:buFont typeface="Arial" panose="020B0604020202020204" pitchFamily="34" charset="0"/>
              <a:buChar char="•"/>
              <a:tabLst/>
              <a:defRPr sz="1400" b="0" i="0" kern="1200" baseline="0">
                <a:solidFill>
                  <a:schemeClr val="tx1"/>
                </a:solidFill>
                <a:latin typeface="Arial" panose="020B0604020202020204" pitchFamily="34" charset="0"/>
                <a:ea typeface="+mn-ea"/>
                <a:cs typeface="Arial" panose="020B0604020202020204" pitchFamily="34" charset="0"/>
              </a:defRPr>
            </a:lvl3pPr>
            <a:lvl4pPr marL="7938" indent="0" algn="l" defTabSz="914400" rtl="0" eaLnBrk="1" latinLnBrk="0" hangingPunct="1">
              <a:lnSpc>
                <a:spcPct val="90000"/>
              </a:lnSpc>
              <a:spcBef>
                <a:spcPts val="500"/>
              </a:spcBef>
              <a:buFont typeface="Arial" panose="020B0604020202020204" pitchFamily="34" charset="0"/>
              <a:buChar char="•"/>
              <a:tabLst/>
              <a:defRPr sz="1400" kern="1200" baseline="0">
                <a:solidFill>
                  <a:schemeClr val="tx1"/>
                </a:solidFill>
                <a:latin typeface="Arial" panose="020B0604020202020204" pitchFamily="34" charset="0"/>
                <a:ea typeface="+mn-ea"/>
                <a:cs typeface="+mn-cs"/>
              </a:defRPr>
            </a:lvl4pPr>
            <a:lvl5pPr marL="223838" indent="-215900" algn="l" defTabSz="914400" rtl="0" eaLnBrk="1" latinLnBrk="0" hangingPunct="1">
              <a:lnSpc>
                <a:spcPct val="100000"/>
              </a:lnSpc>
              <a:spcBef>
                <a:spcPts val="0"/>
              </a:spcBef>
              <a:spcAft>
                <a:spcPts val="1000"/>
              </a:spcAft>
              <a:buClr>
                <a:schemeClr val="accent2"/>
              </a:buClr>
              <a:buFont typeface="+mj-lt"/>
              <a:buAutoNum type="arabicPeriod"/>
              <a:tabLst/>
              <a:defRPr sz="1400" b="0" i="0" kern="1200" baseline="0">
                <a:solidFill>
                  <a:schemeClr val="tx1"/>
                </a:solidFill>
                <a:latin typeface="Arial" panose="020B0604020202020204" pitchFamily="34" charset="0"/>
                <a:ea typeface="+mn-ea"/>
                <a:cs typeface="Arial" panose="020B0604020202020204" pitchFamily="34" charset="0"/>
              </a:defRPr>
            </a:lvl5pPr>
            <a:lvl6pPr marL="223838" indent="-215900" algn="l" defTabSz="914400" rtl="0" eaLnBrk="1" latinLnBrk="0" hangingPunct="1">
              <a:lnSpc>
                <a:spcPct val="100000"/>
              </a:lnSpc>
              <a:spcBef>
                <a:spcPts val="600"/>
              </a:spcBef>
              <a:spcAft>
                <a:spcPts val="1000"/>
              </a:spcAft>
              <a:buClr>
                <a:schemeClr val="accent2"/>
              </a:buClr>
              <a:buFont typeface="+mj-lt"/>
              <a:buAutoNum type="alphaLcPeriod"/>
              <a:tabLst/>
              <a:defRPr sz="1400" b="0" i="0" kern="1200">
                <a:solidFill>
                  <a:schemeClr val="tx1"/>
                </a:solidFill>
                <a:latin typeface="Arial" panose="020B0604020202020204" pitchFamily="34" charset="0"/>
                <a:ea typeface="+mn-ea"/>
                <a:cs typeface="Arial" panose="020B0604020202020204" pitchFamily="34" charset="0"/>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a:t>3.1</a:t>
            </a:r>
          </a:p>
        </p:txBody>
      </p:sp>
      <p:sp>
        <p:nvSpPr>
          <p:cNvPr id="5" name="Textplatzhalter 16">
            <a:extLst>
              <a:ext uri="{FF2B5EF4-FFF2-40B4-BE49-F238E27FC236}">
                <a16:creationId xmlns:a16="http://schemas.microsoft.com/office/drawing/2014/main" id="{E22DF69C-3F94-4F1A-9617-500A1D26D897}"/>
              </a:ext>
            </a:extLst>
          </p:cNvPr>
          <p:cNvSpPr txBox="1">
            <a:spLocks/>
          </p:cNvSpPr>
          <p:nvPr/>
        </p:nvSpPr>
        <p:spPr>
          <a:xfrm>
            <a:off x="1141200" y="4099630"/>
            <a:ext cx="7200000" cy="584775"/>
          </a:xfrm>
          <a:prstGeom prst="rect">
            <a:avLst/>
          </a:prstGeom>
        </p:spPr>
        <p:txBody>
          <a:bodyPr lIns="90000" rIns="90000">
            <a:spAutoFit/>
          </a:bodyPr>
          <a:lstStyle>
            <a:lvl1pPr marL="0" indent="0" algn="l" defTabSz="914400" rtl="0" eaLnBrk="1" latinLnBrk="0" hangingPunct="1">
              <a:lnSpc>
                <a:spcPct val="100000"/>
              </a:lnSpc>
              <a:spcBef>
                <a:spcPts val="0"/>
              </a:spcBef>
              <a:spcAft>
                <a:spcPts val="2200"/>
              </a:spcAft>
              <a:buFont typeface="Arial" panose="020B0604020202020204" pitchFamily="34" charset="0"/>
              <a:buNone/>
              <a:tabLst/>
              <a:defRPr sz="4000" b="0" i="0" kern="1200" baseline="0">
                <a:solidFill>
                  <a:schemeClr val="bg1"/>
                </a:solidFill>
                <a:latin typeface="Arial" panose="020B0604020202020204" pitchFamily="34" charset="0"/>
                <a:ea typeface="+mn-ea"/>
                <a:cs typeface="Arial" panose="020B0604020202020204" pitchFamily="34" charset="0"/>
              </a:defRPr>
            </a:lvl1pPr>
            <a:lvl2pPr marL="358775" indent="-206375" algn="l" defTabSz="914400" rtl="0" eaLnBrk="1" latinLnBrk="0" hangingPunct="1">
              <a:lnSpc>
                <a:spcPct val="100000"/>
              </a:lnSpc>
              <a:spcBef>
                <a:spcPts val="600"/>
              </a:spcBef>
              <a:spcAft>
                <a:spcPts val="1000"/>
              </a:spcAft>
              <a:buFont typeface="Arial" panose="020B0604020202020204" pitchFamily="34" charset="0"/>
              <a:buChar char="•"/>
              <a:tabLst/>
              <a:defRPr sz="1400" b="0" i="0" kern="1200" baseline="0">
                <a:solidFill>
                  <a:schemeClr val="tx1"/>
                </a:solidFill>
                <a:latin typeface="Arial" panose="020B0604020202020204" pitchFamily="34" charset="0"/>
                <a:ea typeface="+mn-ea"/>
                <a:cs typeface="Arial" panose="020B0604020202020204" pitchFamily="34" charset="0"/>
              </a:defRPr>
            </a:lvl2pPr>
            <a:lvl3pPr marL="0" indent="0" algn="l" defTabSz="914400" rtl="0" eaLnBrk="1" latinLnBrk="0" hangingPunct="1">
              <a:lnSpc>
                <a:spcPct val="100000"/>
              </a:lnSpc>
              <a:spcBef>
                <a:spcPts val="0"/>
              </a:spcBef>
              <a:spcAft>
                <a:spcPts val="1000"/>
              </a:spcAft>
              <a:buFont typeface="Arial" panose="020B0604020202020204" pitchFamily="34" charset="0"/>
              <a:buChar char="•"/>
              <a:tabLst/>
              <a:defRPr sz="1400" b="0" i="0" kern="1200" baseline="0">
                <a:solidFill>
                  <a:schemeClr val="tx1"/>
                </a:solidFill>
                <a:latin typeface="Arial" panose="020B0604020202020204" pitchFamily="34" charset="0"/>
                <a:ea typeface="+mn-ea"/>
                <a:cs typeface="Arial" panose="020B0604020202020204" pitchFamily="34" charset="0"/>
              </a:defRPr>
            </a:lvl3pPr>
            <a:lvl4pPr marL="7938" indent="0" algn="l" defTabSz="914400" rtl="0" eaLnBrk="1" latinLnBrk="0" hangingPunct="1">
              <a:lnSpc>
                <a:spcPct val="90000"/>
              </a:lnSpc>
              <a:spcBef>
                <a:spcPts val="500"/>
              </a:spcBef>
              <a:buFont typeface="Arial" panose="020B0604020202020204" pitchFamily="34" charset="0"/>
              <a:buChar char="•"/>
              <a:tabLst/>
              <a:defRPr sz="1400" kern="1200" baseline="0">
                <a:solidFill>
                  <a:schemeClr val="tx1"/>
                </a:solidFill>
                <a:latin typeface="Arial" panose="020B0604020202020204" pitchFamily="34" charset="0"/>
                <a:ea typeface="+mn-ea"/>
                <a:cs typeface="+mn-cs"/>
              </a:defRPr>
            </a:lvl4pPr>
            <a:lvl5pPr marL="223838" indent="-215900" algn="l" defTabSz="914400" rtl="0" eaLnBrk="1" latinLnBrk="0" hangingPunct="1">
              <a:lnSpc>
                <a:spcPct val="100000"/>
              </a:lnSpc>
              <a:spcBef>
                <a:spcPts val="0"/>
              </a:spcBef>
              <a:spcAft>
                <a:spcPts val="1000"/>
              </a:spcAft>
              <a:buClr>
                <a:schemeClr val="accent2"/>
              </a:buClr>
              <a:buFont typeface="+mj-lt"/>
              <a:buAutoNum type="arabicPeriod"/>
              <a:tabLst/>
              <a:defRPr sz="1400" b="0" i="0" kern="1200" baseline="0">
                <a:solidFill>
                  <a:schemeClr val="tx1"/>
                </a:solidFill>
                <a:latin typeface="Arial" panose="020B0604020202020204" pitchFamily="34" charset="0"/>
                <a:ea typeface="+mn-ea"/>
                <a:cs typeface="Arial" panose="020B0604020202020204" pitchFamily="34" charset="0"/>
              </a:defRPr>
            </a:lvl5pPr>
            <a:lvl6pPr marL="223838" indent="-215900" algn="l" defTabSz="914400" rtl="0" eaLnBrk="1" latinLnBrk="0" hangingPunct="1">
              <a:lnSpc>
                <a:spcPct val="100000"/>
              </a:lnSpc>
              <a:spcBef>
                <a:spcPts val="600"/>
              </a:spcBef>
              <a:spcAft>
                <a:spcPts val="1000"/>
              </a:spcAft>
              <a:buClr>
                <a:schemeClr val="accent2"/>
              </a:buClr>
              <a:buFont typeface="+mj-lt"/>
              <a:buAutoNum type="alphaLcPeriod"/>
              <a:tabLst/>
              <a:defRPr sz="1400" b="0" i="0" kern="1200">
                <a:solidFill>
                  <a:schemeClr val="tx1"/>
                </a:solidFill>
                <a:latin typeface="Arial" panose="020B0604020202020204" pitchFamily="34" charset="0"/>
                <a:ea typeface="+mn-ea"/>
                <a:cs typeface="Arial" panose="020B0604020202020204" pitchFamily="34" charset="0"/>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dirty="0"/>
              <a:t>Introduction</a:t>
            </a:r>
          </a:p>
        </p:txBody>
      </p:sp>
    </p:spTree>
    <p:extLst>
      <p:ext uri="{BB962C8B-B14F-4D97-AF65-F5344CB8AC3E}">
        <p14:creationId xmlns:p14="http://schemas.microsoft.com/office/powerpoint/2010/main" val="8580664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303D7-C896-4305-82C2-AAE5A6BA6054}"/>
              </a:ext>
            </a:extLst>
          </p:cNvPr>
          <p:cNvSpPr>
            <a:spLocks noGrp="1"/>
          </p:cNvSpPr>
          <p:nvPr>
            <p:ph type="title"/>
          </p:nvPr>
        </p:nvSpPr>
        <p:spPr/>
        <p:txBody>
          <a:bodyPr>
            <a:normAutofit/>
          </a:bodyPr>
          <a:lstStyle/>
          <a:p>
            <a:r>
              <a:rPr lang="en-US" sz="4000" dirty="0">
                <a:latin typeface="Arial" panose="020B0604020202020204" pitchFamily="34" charset="0"/>
                <a:cs typeface="Arial" panose="020B0604020202020204" pitchFamily="34" charset="0"/>
              </a:rPr>
              <a:t>Polygenic scores (PGS)</a:t>
            </a:r>
            <a:endParaRPr lang="de-DE" sz="4000" dirty="0">
              <a:latin typeface="Arial" panose="020B0604020202020204" pitchFamily="34" charset="0"/>
              <a:cs typeface="Arial" panose="020B0604020202020204" pitchFamily="34" charset="0"/>
            </a:endParaRPr>
          </a:p>
        </p:txBody>
      </p:sp>
      <p:graphicFrame>
        <p:nvGraphicFramePr>
          <p:cNvPr id="8" name="Content Placeholder 2">
            <a:extLst>
              <a:ext uri="{FF2B5EF4-FFF2-40B4-BE49-F238E27FC236}">
                <a16:creationId xmlns:a16="http://schemas.microsoft.com/office/drawing/2014/main" id="{C603D6DA-CC0E-0952-9C2A-E38CE497E851}"/>
              </a:ext>
            </a:extLst>
          </p:cNvPr>
          <p:cNvGraphicFramePr>
            <a:graphicFrameLocks noGrp="1"/>
          </p:cNvGraphicFramePr>
          <p:nvPr>
            <p:ph idx="1"/>
            <p:extLst>
              <p:ext uri="{D42A27DB-BD31-4B8C-83A1-F6EECF244321}">
                <p14:modId xmlns:p14="http://schemas.microsoft.com/office/powerpoint/2010/main" val="3458173174"/>
              </p:ext>
            </p:extLst>
          </p:nvPr>
        </p:nvGraphicFramePr>
        <p:xfrm>
          <a:off x="838200" y="1825625"/>
          <a:ext cx="6981749"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Picture 4" descr="Fig. 4">
            <a:extLst>
              <a:ext uri="{FF2B5EF4-FFF2-40B4-BE49-F238E27FC236}">
                <a16:creationId xmlns:a16="http://schemas.microsoft.com/office/drawing/2014/main" id="{637B440B-8A83-2666-BC2C-7623BEC0970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041762" y="163239"/>
            <a:ext cx="3378416" cy="621582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56C9BBE2-71F6-E0CC-DDF5-3108D8A66ABB}"/>
              </a:ext>
            </a:extLst>
          </p:cNvPr>
          <p:cNvSpPr txBox="1"/>
          <p:nvPr/>
        </p:nvSpPr>
        <p:spPr>
          <a:xfrm>
            <a:off x="6559982" y="6379065"/>
            <a:ext cx="5217970" cy="338554"/>
          </a:xfrm>
          <a:prstGeom prst="rect">
            <a:avLst/>
          </a:prstGeom>
          <a:noFill/>
        </p:spPr>
        <p:txBody>
          <a:bodyPr wrap="square">
            <a:spAutoFit/>
          </a:bodyPr>
          <a:lstStyle/>
          <a:p>
            <a:r>
              <a:rPr lang="en-GB" sz="800" b="0" i="0" dirty="0" err="1">
                <a:solidFill>
                  <a:srgbClr val="222222"/>
                </a:solidFill>
                <a:effectLst/>
                <a:latin typeface="-apple-system"/>
              </a:rPr>
              <a:t>Uffelmann</a:t>
            </a:r>
            <a:r>
              <a:rPr lang="en-GB" sz="800" b="0" i="0" dirty="0">
                <a:solidFill>
                  <a:srgbClr val="222222"/>
                </a:solidFill>
                <a:effectLst/>
                <a:latin typeface="-apple-system"/>
              </a:rPr>
              <a:t>, E., Huang, Q.Q., </a:t>
            </a:r>
            <a:r>
              <a:rPr lang="en-GB" sz="800" b="0" i="0" dirty="0" err="1">
                <a:solidFill>
                  <a:srgbClr val="222222"/>
                </a:solidFill>
                <a:effectLst/>
                <a:latin typeface="-apple-system"/>
              </a:rPr>
              <a:t>Munung</a:t>
            </a:r>
            <a:r>
              <a:rPr lang="en-GB" sz="800" b="0" i="0" dirty="0">
                <a:solidFill>
                  <a:srgbClr val="222222"/>
                </a:solidFill>
                <a:effectLst/>
                <a:latin typeface="-apple-system"/>
              </a:rPr>
              <a:t>, N.S. </a:t>
            </a:r>
            <a:r>
              <a:rPr lang="en-GB" sz="800" b="0" i="1" dirty="0">
                <a:solidFill>
                  <a:srgbClr val="222222"/>
                </a:solidFill>
                <a:effectLst/>
                <a:latin typeface="-apple-system"/>
              </a:rPr>
              <a:t>et al.</a:t>
            </a:r>
            <a:r>
              <a:rPr lang="en-GB" sz="800" b="0" i="0" dirty="0">
                <a:solidFill>
                  <a:srgbClr val="222222"/>
                </a:solidFill>
                <a:effectLst/>
                <a:latin typeface="-apple-system"/>
              </a:rPr>
              <a:t> Genome-wide association studies. </a:t>
            </a:r>
            <a:r>
              <a:rPr lang="en-GB" sz="800" b="0" i="1" dirty="0">
                <a:solidFill>
                  <a:srgbClr val="222222"/>
                </a:solidFill>
                <a:effectLst/>
                <a:latin typeface="-apple-system"/>
              </a:rPr>
              <a:t>Nat Rev Methods Primers</a:t>
            </a:r>
            <a:r>
              <a:rPr lang="en-GB" sz="800" b="0" i="0" dirty="0">
                <a:solidFill>
                  <a:srgbClr val="222222"/>
                </a:solidFill>
                <a:effectLst/>
                <a:latin typeface="-apple-system"/>
              </a:rPr>
              <a:t> </a:t>
            </a:r>
            <a:r>
              <a:rPr lang="en-GB" sz="800" b="1" i="0" dirty="0">
                <a:solidFill>
                  <a:srgbClr val="222222"/>
                </a:solidFill>
                <a:effectLst/>
                <a:latin typeface="-apple-system"/>
              </a:rPr>
              <a:t>1</a:t>
            </a:r>
            <a:r>
              <a:rPr lang="en-GB" sz="800" b="0" i="0" dirty="0">
                <a:solidFill>
                  <a:srgbClr val="222222"/>
                </a:solidFill>
                <a:effectLst/>
                <a:latin typeface="-apple-system"/>
              </a:rPr>
              <a:t>, 59 (2021). https://doi.org/10.1038/s43586-021-00056-9</a:t>
            </a:r>
            <a:endParaRPr lang="en-DE" sz="800" dirty="0"/>
          </a:p>
        </p:txBody>
      </p:sp>
    </p:spTree>
    <p:extLst>
      <p:ext uri="{BB962C8B-B14F-4D97-AF65-F5344CB8AC3E}">
        <p14:creationId xmlns:p14="http://schemas.microsoft.com/office/powerpoint/2010/main" val="14733518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92DEB490-1256-4EA8-B988-7CE76C23CD7D}"/>
              </a:ext>
            </a:extLst>
          </p:cNvPr>
          <p:cNvSpPr/>
          <p:nvPr/>
        </p:nvSpPr>
        <p:spPr>
          <a:xfrm>
            <a:off x="4504427" y="2363945"/>
            <a:ext cx="3183146" cy="1165185"/>
          </a:xfrm>
          <a:prstGeom prst="roundRect">
            <a:avLst/>
          </a:prstGeom>
          <a:solidFill>
            <a:schemeClr val="bg1"/>
          </a:solidFill>
          <a:ln w="254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DE" sz="18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Textplatzhalter 1">
            <a:extLst>
              <a:ext uri="{FF2B5EF4-FFF2-40B4-BE49-F238E27FC236}">
                <a16:creationId xmlns:a16="http://schemas.microsoft.com/office/drawing/2014/main" id="{243696B2-FC7B-1446-B3A5-F473E930953E}"/>
              </a:ext>
            </a:extLst>
          </p:cNvPr>
          <p:cNvSpPr>
            <a:spLocks noGrp="1"/>
          </p:cNvSpPr>
          <p:nvPr>
            <p:ph type="body" sz="quarter" idx="10"/>
          </p:nvPr>
        </p:nvSpPr>
        <p:spPr>
          <a:xfrm>
            <a:off x="713497" y="461098"/>
            <a:ext cx="10880234" cy="1200329"/>
          </a:xfrm>
        </p:spPr>
        <p:txBody>
          <a:bodyPr/>
          <a:lstStyle/>
          <a:p>
            <a:r>
              <a:rPr lang="en-US" sz="3600" dirty="0"/>
              <a:t>PGS: a weighted sum of the number of effect alleles</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A4D18FF6-99CE-4BF3-AC77-2B05CD2F1604}"/>
                  </a:ext>
                </a:extLst>
              </p:cNvPr>
              <p:cNvSpPr txBox="1"/>
              <p:nvPr/>
            </p:nvSpPr>
            <p:spPr>
              <a:xfrm>
                <a:off x="4504427" y="2432647"/>
                <a:ext cx="3183146" cy="102778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DE" sz="2000" b="1" i="1" u="none" strike="noStrike" kern="1200" cap="none" spc="0" normalizeH="0" baseline="0" noProof="0" smtClean="0">
                              <a:ln>
                                <a:noFill/>
                              </a:ln>
                              <a:solidFill>
                                <a:srgbClr val="69005F"/>
                              </a:solidFill>
                              <a:effectLst/>
                              <a:uLnTx/>
                              <a:uFillTx/>
                              <a:latin typeface="Cambria Math" panose="02040503050406030204" pitchFamily="18" charset="0"/>
                              <a:ea typeface="+mn-ea"/>
                              <a:cs typeface="+mn-cs"/>
                            </a:rPr>
                          </m:ctrlPr>
                        </m:sSubPr>
                        <m:e>
                          <m:r>
                            <a:rPr kumimoji="0" lang="en-US" sz="2000" b="1" i="1" u="none" strike="noStrike" kern="1200" cap="none" spc="0" normalizeH="0" baseline="0" noProof="0" smtClean="0">
                              <a:ln>
                                <a:noFill/>
                              </a:ln>
                              <a:solidFill>
                                <a:srgbClr val="69005F"/>
                              </a:solidFill>
                              <a:effectLst/>
                              <a:uLnTx/>
                              <a:uFillTx/>
                              <a:latin typeface="Cambria Math" panose="02040503050406030204" pitchFamily="18" charset="0"/>
                              <a:ea typeface="+mn-ea"/>
                              <a:cs typeface="+mn-cs"/>
                            </a:rPr>
                            <m:t>𝑷𝑮𝑺</m:t>
                          </m:r>
                        </m:e>
                        <m:sub>
                          <m:r>
                            <a:rPr kumimoji="0" lang="en-US" sz="2000" b="1" i="1" u="none" strike="noStrike" kern="1200" cap="none" spc="0" normalizeH="0" baseline="0" noProof="0" smtClean="0">
                              <a:ln>
                                <a:noFill/>
                              </a:ln>
                              <a:solidFill>
                                <a:srgbClr val="69005F"/>
                              </a:solidFill>
                              <a:effectLst/>
                              <a:uLnTx/>
                              <a:uFillTx/>
                              <a:latin typeface="Cambria Math" panose="02040503050406030204" pitchFamily="18" charset="0"/>
                              <a:ea typeface="+mn-ea"/>
                              <a:cs typeface="+mn-cs"/>
                            </a:rPr>
                            <m:t>𝒊</m:t>
                          </m:r>
                        </m:sub>
                      </m:sSub>
                      <m:r>
                        <a:rPr kumimoji="0" lang="en-US" sz="2000" b="1" i="1" u="none" strike="noStrike" kern="1200" cap="none" spc="0" normalizeH="0" baseline="0" noProof="0" smtClean="0">
                          <a:ln>
                            <a:noFill/>
                          </a:ln>
                          <a:solidFill>
                            <a:srgbClr val="69005F"/>
                          </a:solidFill>
                          <a:effectLst/>
                          <a:uLnTx/>
                          <a:uFillTx/>
                          <a:latin typeface="Cambria Math" panose="02040503050406030204" pitchFamily="18" charset="0"/>
                          <a:ea typeface="+mn-ea"/>
                          <a:cs typeface="+mn-cs"/>
                        </a:rPr>
                        <m:t>=</m:t>
                      </m:r>
                      <m:nary>
                        <m:naryPr>
                          <m:chr m:val="∑"/>
                          <m:ctrlPr>
                            <a:rPr kumimoji="0" lang="en-US" sz="2000" b="1" i="1" u="none" strike="noStrike" kern="1200" cap="none" spc="0" normalizeH="0" baseline="0" noProof="0" smtClean="0">
                              <a:ln>
                                <a:noFill/>
                              </a:ln>
                              <a:solidFill>
                                <a:srgbClr val="69005F"/>
                              </a:solidFill>
                              <a:effectLst/>
                              <a:uLnTx/>
                              <a:uFillTx/>
                              <a:latin typeface="Cambria Math" panose="02040503050406030204" pitchFamily="18" charset="0"/>
                              <a:ea typeface="+mn-ea"/>
                              <a:cs typeface="+mn-cs"/>
                            </a:rPr>
                          </m:ctrlPr>
                        </m:naryPr>
                        <m:sub>
                          <m:r>
                            <m:rPr>
                              <m:brk m:alnAt="23"/>
                            </m:rPr>
                            <a:rPr kumimoji="0" lang="en-US" sz="2000" b="1" i="1" u="none" strike="noStrike" kern="1200" cap="none" spc="0" normalizeH="0" baseline="0" noProof="0" smtClean="0">
                              <a:ln>
                                <a:noFill/>
                              </a:ln>
                              <a:solidFill>
                                <a:srgbClr val="69005F"/>
                              </a:solidFill>
                              <a:effectLst/>
                              <a:uLnTx/>
                              <a:uFillTx/>
                              <a:latin typeface="Cambria Math" panose="02040503050406030204" pitchFamily="18" charset="0"/>
                              <a:ea typeface="+mn-ea"/>
                              <a:cs typeface="+mn-cs"/>
                            </a:rPr>
                            <m:t>𝒋</m:t>
                          </m:r>
                          <m:r>
                            <a:rPr kumimoji="0" lang="en-US" sz="2000" b="1" i="1" u="none" strike="noStrike" kern="1200" cap="none" spc="0" normalizeH="0" baseline="0" noProof="0" smtClean="0">
                              <a:ln>
                                <a:noFill/>
                              </a:ln>
                              <a:solidFill>
                                <a:srgbClr val="69005F"/>
                              </a:solidFill>
                              <a:effectLst/>
                              <a:uLnTx/>
                              <a:uFillTx/>
                              <a:latin typeface="Cambria Math" panose="02040503050406030204" pitchFamily="18" charset="0"/>
                              <a:ea typeface="+mn-ea"/>
                              <a:cs typeface="+mn-cs"/>
                            </a:rPr>
                            <m:t>=</m:t>
                          </m:r>
                          <m:r>
                            <a:rPr kumimoji="0" lang="en-US" sz="2000" b="1" i="1" u="none" strike="noStrike" kern="1200" cap="none" spc="0" normalizeH="0" baseline="0" noProof="0" smtClean="0">
                              <a:ln>
                                <a:noFill/>
                              </a:ln>
                              <a:solidFill>
                                <a:srgbClr val="69005F"/>
                              </a:solidFill>
                              <a:effectLst/>
                              <a:uLnTx/>
                              <a:uFillTx/>
                              <a:latin typeface="Cambria Math" panose="02040503050406030204" pitchFamily="18" charset="0"/>
                              <a:ea typeface="+mn-ea"/>
                              <a:cs typeface="+mn-cs"/>
                            </a:rPr>
                            <m:t>𝟏</m:t>
                          </m:r>
                        </m:sub>
                        <m:sup>
                          <m:sSub>
                            <m:sSubPr>
                              <m:ctrlPr>
                                <a:rPr kumimoji="0" lang="en-US" sz="2000" b="1" i="1" u="none" strike="noStrike" kern="1200" cap="none" spc="0" normalizeH="0" baseline="0" noProof="0" smtClean="0">
                                  <a:ln>
                                    <a:noFill/>
                                  </a:ln>
                                  <a:solidFill>
                                    <a:srgbClr val="69005F"/>
                                  </a:solidFill>
                                  <a:effectLst/>
                                  <a:uLnTx/>
                                  <a:uFillTx/>
                                  <a:latin typeface="Cambria Math" panose="02040503050406030204" pitchFamily="18" charset="0"/>
                                  <a:ea typeface="+mn-ea"/>
                                  <a:cs typeface="+mn-cs"/>
                                </a:rPr>
                              </m:ctrlPr>
                            </m:sSubPr>
                            <m:e>
                              <m:r>
                                <a:rPr kumimoji="0" lang="en-US" sz="2000" b="1" i="1" u="none" strike="noStrike" kern="1200" cap="none" spc="0" normalizeH="0" baseline="0" noProof="0" smtClean="0">
                                  <a:ln>
                                    <a:noFill/>
                                  </a:ln>
                                  <a:solidFill>
                                    <a:srgbClr val="69005F"/>
                                  </a:solidFill>
                                  <a:effectLst/>
                                  <a:uLnTx/>
                                  <a:uFillTx/>
                                  <a:latin typeface="Cambria Math" panose="02040503050406030204" pitchFamily="18" charset="0"/>
                                  <a:ea typeface="+mn-ea"/>
                                  <a:cs typeface="+mn-cs"/>
                                </a:rPr>
                                <m:t>𝑵</m:t>
                              </m:r>
                            </m:e>
                            <m:sub>
                              <m:r>
                                <a:rPr kumimoji="0" lang="en-US" sz="2000" b="1" i="1" u="none" strike="noStrike" kern="1200" cap="none" spc="0" normalizeH="0" baseline="0" noProof="0" smtClean="0">
                                  <a:ln>
                                    <a:noFill/>
                                  </a:ln>
                                  <a:solidFill>
                                    <a:srgbClr val="69005F"/>
                                  </a:solidFill>
                                  <a:effectLst/>
                                  <a:uLnTx/>
                                  <a:uFillTx/>
                                  <a:latin typeface="Cambria Math" panose="02040503050406030204" pitchFamily="18" charset="0"/>
                                  <a:ea typeface="+mn-ea"/>
                                  <a:cs typeface="+mn-cs"/>
                                </a:rPr>
                                <m:t>𝒔𝒏𝒑𝒔</m:t>
                              </m:r>
                            </m:sub>
                          </m:sSub>
                        </m:sup>
                        <m:e>
                          <m:sSub>
                            <m:sSubPr>
                              <m:ctrlPr>
                                <a:rPr kumimoji="0" lang="en-US" sz="2000" b="1" i="1" u="none" strike="noStrike" kern="1200" cap="none" spc="0" normalizeH="0" baseline="0" noProof="0" smtClean="0">
                                  <a:ln>
                                    <a:noFill/>
                                  </a:ln>
                                  <a:solidFill>
                                    <a:srgbClr val="69005F"/>
                                  </a:solidFill>
                                  <a:effectLst/>
                                  <a:uLnTx/>
                                  <a:uFillTx/>
                                  <a:latin typeface="Cambria Math" panose="02040503050406030204" pitchFamily="18" charset="0"/>
                                  <a:ea typeface="+mn-ea"/>
                                  <a:cs typeface="+mn-cs"/>
                                </a:rPr>
                              </m:ctrlPr>
                            </m:sSubPr>
                            <m:e>
                              <m:r>
                                <a:rPr kumimoji="0" lang="en-US" sz="2000" b="1" i="1" u="none" strike="noStrike" kern="1200" cap="none" spc="0" normalizeH="0" baseline="0" noProof="0" smtClean="0">
                                  <a:ln>
                                    <a:noFill/>
                                  </a:ln>
                                  <a:solidFill>
                                    <a:srgbClr val="69005F"/>
                                  </a:solidFill>
                                  <a:effectLst/>
                                  <a:uLnTx/>
                                  <a:uFillTx/>
                                  <a:latin typeface="Cambria Math" panose="02040503050406030204" pitchFamily="18" charset="0"/>
                                  <a:ea typeface="+mn-ea"/>
                                  <a:cs typeface="+mn-cs"/>
                                </a:rPr>
                                <m:t>𝑮</m:t>
                              </m:r>
                            </m:e>
                            <m:sub>
                              <m:r>
                                <a:rPr kumimoji="0" lang="en-US" sz="2000" b="1" i="1" u="none" strike="noStrike" kern="1200" cap="none" spc="0" normalizeH="0" baseline="0" noProof="0" smtClean="0">
                                  <a:ln>
                                    <a:noFill/>
                                  </a:ln>
                                  <a:solidFill>
                                    <a:srgbClr val="69005F"/>
                                  </a:solidFill>
                                  <a:effectLst/>
                                  <a:uLnTx/>
                                  <a:uFillTx/>
                                  <a:latin typeface="Cambria Math" panose="02040503050406030204" pitchFamily="18" charset="0"/>
                                  <a:ea typeface="+mn-ea"/>
                                  <a:cs typeface="+mn-cs"/>
                                </a:rPr>
                                <m:t>𝒊𝒋</m:t>
                              </m:r>
                            </m:sub>
                          </m:sSub>
                          <m:r>
                            <a:rPr kumimoji="0" lang="en-US" sz="2000" b="1" i="1" u="none" strike="noStrike" kern="1200" cap="none" spc="0" normalizeH="0" baseline="0" noProof="0" smtClean="0">
                              <a:ln>
                                <a:noFill/>
                              </a:ln>
                              <a:solidFill>
                                <a:srgbClr val="69005F"/>
                              </a:solidFill>
                              <a:effectLst/>
                              <a:uLnTx/>
                              <a:uFillTx/>
                              <a:latin typeface="Cambria Math" panose="02040503050406030204" pitchFamily="18" charset="0"/>
                              <a:ea typeface="+mn-ea"/>
                              <a:cs typeface="+mn-cs"/>
                            </a:rPr>
                            <m:t>∗</m:t>
                          </m:r>
                          <m:sSub>
                            <m:sSubPr>
                              <m:ctrlPr>
                                <a:rPr kumimoji="0" lang="en-US" sz="2000" b="1" i="1" u="none" strike="noStrike" kern="1200" cap="none" spc="0" normalizeH="0" baseline="0" noProof="0" smtClean="0">
                                  <a:ln>
                                    <a:noFill/>
                                  </a:ln>
                                  <a:solidFill>
                                    <a:srgbClr val="69005F"/>
                                  </a:solidFill>
                                  <a:effectLst/>
                                  <a:uLnTx/>
                                  <a:uFillTx/>
                                  <a:latin typeface="Cambria Math" panose="02040503050406030204" pitchFamily="18" charset="0"/>
                                  <a:ea typeface="+mn-ea"/>
                                  <a:cs typeface="+mn-cs"/>
                                </a:rPr>
                              </m:ctrlPr>
                            </m:sSubPr>
                            <m:e>
                              <m:r>
                                <a:rPr kumimoji="0" lang="en-US" sz="2000" b="1" i="1" u="none" strike="noStrike" kern="1200" cap="none" spc="0" normalizeH="0" baseline="0" noProof="0" smtClean="0">
                                  <a:ln>
                                    <a:noFill/>
                                  </a:ln>
                                  <a:solidFill>
                                    <a:srgbClr val="69005F"/>
                                  </a:solidFill>
                                  <a:effectLst/>
                                  <a:uLnTx/>
                                  <a:uFillTx/>
                                  <a:latin typeface="Cambria Math" panose="02040503050406030204" pitchFamily="18" charset="0"/>
                                  <a:ea typeface="Cambria Math" panose="02040503050406030204" pitchFamily="18" charset="0"/>
                                  <a:cs typeface="+mn-cs"/>
                                </a:rPr>
                                <m:t>𝜷</m:t>
                              </m:r>
                            </m:e>
                            <m:sub>
                              <m:r>
                                <a:rPr kumimoji="0" lang="en-US" sz="2000" b="1" i="1" u="none" strike="noStrike" kern="1200" cap="none" spc="0" normalizeH="0" baseline="0" noProof="0" smtClean="0">
                                  <a:ln>
                                    <a:noFill/>
                                  </a:ln>
                                  <a:solidFill>
                                    <a:srgbClr val="69005F"/>
                                  </a:solidFill>
                                  <a:effectLst/>
                                  <a:uLnTx/>
                                  <a:uFillTx/>
                                  <a:latin typeface="Cambria Math" panose="02040503050406030204" pitchFamily="18" charset="0"/>
                                  <a:ea typeface="+mn-ea"/>
                                  <a:cs typeface="+mn-cs"/>
                                </a:rPr>
                                <m:t>𝒋</m:t>
                              </m:r>
                            </m:sub>
                          </m:sSub>
                        </m:e>
                      </m:nary>
                    </m:oMath>
                  </m:oMathPara>
                </a14:m>
                <a:endParaRPr kumimoji="0" lang="en-DE" sz="1800" b="1" i="0" u="none" strike="noStrike" kern="1200" cap="none" spc="0" normalizeH="0" baseline="0" noProof="0" dirty="0">
                  <a:ln>
                    <a:noFill/>
                  </a:ln>
                  <a:solidFill>
                    <a:srgbClr val="000000"/>
                  </a:solidFill>
                  <a:effectLst/>
                  <a:uLnTx/>
                  <a:uFillTx/>
                  <a:latin typeface="Arial" panose="020B0604020202020204"/>
                  <a:ea typeface="+mn-ea"/>
                  <a:cs typeface="+mn-cs"/>
                </a:endParaRPr>
              </a:p>
            </p:txBody>
          </p:sp>
        </mc:Choice>
        <mc:Fallback xmlns="">
          <p:sp>
            <p:nvSpPr>
              <p:cNvPr id="3" name="TextBox 2">
                <a:extLst>
                  <a:ext uri="{FF2B5EF4-FFF2-40B4-BE49-F238E27FC236}">
                    <a16:creationId xmlns:a16="http://schemas.microsoft.com/office/drawing/2014/main" id="{A4D18FF6-99CE-4BF3-AC77-2B05CD2F1604}"/>
                  </a:ext>
                </a:extLst>
              </p:cNvPr>
              <p:cNvSpPr txBox="1">
                <a:spLocks noRot="1" noChangeAspect="1" noMove="1" noResize="1" noEditPoints="1" noAdjustHandles="1" noChangeArrowheads="1" noChangeShapeType="1" noTextEdit="1"/>
              </p:cNvSpPr>
              <p:nvPr/>
            </p:nvSpPr>
            <p:spPr>
              <a:xfrm>
                <a:off x="4504427" y="2432647"/>
                <a:ext cx="3183146" cy="1027782"/>
              </a:xfrm>
              <a:prstGeom prst="rect">
                <a:avLst/>
              </a:prstGeom>
              <a:blipFill>
                <a:blip r:embed="rId3"/>
                <a:stretch>
                  <a:fillRect/>
                </a:stretch>
              </a:blipFill>
            </p:spPr>
            <p:txBody>
              <a:bodyPr/>
              <a:lstStyle/>
              <a:p>
                <a:r>
                  <a:rPr lang="de-DE">
                    <a:noFill/>
                  </a:rPr>
                  <a:t> </a:t>
                </a:r>
              </a:p>
            </p:txBody>
          </p:sp>
        </mc:Fallback>
      </mc:AlternateContent>
      <p:sp>
        <p:nvSpPr>
          <p:cNvPr id="5" name="TextBox 4">
            <a:extLst>
              <a:ext uri="{FF2B5EF4-FFF2-40B4-BE49-F238E27FC236}">
                <a16:creationId xmlns:a16="http://schemas.microsoft.com/office/drawing/2014/main" id="{CDA1BDCA-B0D7-46D4-AD76-E920DBE5E11A}"/>
              </a:ext>
            </a:extLst>
          </p:cNvPr>
          <p:cNvSpPr txBox="1"/>
          <p:nvPr/>
        </p:nvSpPr>
        <p:spPr>
          <a:xfrm>
            <a:off x="1354347" y="1528634"/>
            <a:ext cx="346782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Polygenic score for individual </a:t>
            </a:r>
            <a:r>
              <a:rPr kumimoji="0" lang="en-US" sz="1800" b="0" i="1" u="none" strike="noStrike" kern="1200" cap="none" spc="0" normalizeH="0" baseline="0" noProof="0" dirty="0" err="1">
                <a:ln>
                  <a:noFill/>
                </a:ln>
                <a:solidFill>
                  <a:srgbClr val="000000"/>
                </a:solidFill>
                <a:effectLst/>
                <a:uLnTx/>
                <a:uFillTx/>
                <a:latin typeface="Arial" panose="020B0604020202020204"/>
                <a:ea typeface="+mn-ea"/>
                <a:cs typeface="+mn-cs"/>
              </a:rPr>
              <a:t>i</a:t>
            </a:r>
            <a:endParaRPr kumimoji="0" lang="en-DE" sz="1800" b="0" i="1"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7" name="TextBox 6">
            <a:extLst>
              <a:ext uri="{FF2B5EF4-FFF2-40B4-BE49-F238E27FC236}">
                <a16:creationId xmlns:a16="http://schemas.microsoft.com/office/drawing/2014/main" id="{B900F01C-3A82-40FB-8CAB-8A74968D2BB8}"/>
              </a:ext>
            </a:extLst>
          </p:cNvPr>
          <p:cNvSpPr txBox="1"/>
          <p:nvPr/>
        </p:nvSpPr>
        <p:spPr>
          <a:xfrm>
            <a:off x="5599979" y="1532864"/>
            <a:ext cx="4363529"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Total number of SNPs included in PGS</a:t>
            </a:r>
            <a:endParaRPr kumimoji="0" lang="en-DE" sz="1800" b="0" i="1"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8" name="TextBox 7">
            <a:extLst>
              <a:ext uri="{FF2B5EF4-FFF2-40B4-BE49-F238E27FC236}">
                <a16:creationId xmlns:a16="http://schemas.microsoft.com/office/drawing/2014/main" id="{16B7B0E0-090E-48F0-A7A4-BEEC9732C01B}"/>
              </a:ext>
            </a:extLst>
          </p:cNvPr>
          <p:cNvSpPr txBox="1"/>
          <p:nvPr/>
        </p:nvSpPr>
        <p:spPr>
          <a:xfrm>
            <a:off x="7910697" y="3950295"/>
            <a:ext cx="3683034"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Genotype at SNP </a:t>
            </a:r>
            <a:r>
              <a:rPr kumimoji="0" lang="en-US" sz="1800" b="0" i="1" u="none" strike="noStrike" kern="1200" cap="none" spc="0" normalizeH="0" baseline="0" noProof="0" dirty="0">
                <a:ln>
                  <a:noFill/>
                </a:ln>
                <a:solidFill>
                  <a:srgbClr val="000000"/>
                </a:solidFill>
                <a:effectLst/>
                <a:uLnTx/>
                <a:uFillTx/>
                <a:latin typeface="Arial" panose="020B0604020202020204"/>
                <a:ea typeface="+mn-ea"/>
                <a:cs typeface="+mn-cs"/>
              </a:rPr>
              <a:t>j </a:t>
            </a: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for individual </a:t>
            </a:r>
            <a:r>
              <a:rPr kumimoji="0" lang="en-US" sz="1800" b="0" i="1" u="none" strike="noStrike" kern="1200" cap="none" spc="0" normalizeH="0" baseline="0" noProof="0" dirty="0" err="1">
                <a:ln>
                  <a:noFill/>
                </a:ln>
                <a:solidFill>
                  <a:srgbClr val="000000"/>
                </a:solidFill>
                <a:effectLst/>
                <a:uLnTx/>
                <a:uFillTx/>
                <a:latin typeface="Arial" panose="020B0604020202020204"/>
                <a:ea typeface="+mn-ea"/>
                <a:cs typeface="+mn-cs"/>
              </a:rPr>
              <a:t>i</a:t>
            </a:r>
            <a:endPar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Coded as 0, 1, 2 depending on the number of risk allele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Additive model</a:t>
            </a:r>
            <a:endParaRPr kumimoji="0" lang="en-DE"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10" name="TextBox 9">
            <a:extLst>
              <a:ext uri="{FF2B5EF4-FFF2-40B4-BE49-F238E27FC236}">
                <a16:creationId xmlns:a16="http://schemas.microsoft.com/office/drawing/2014/main" id="{A5620F60-E7CB-4B76-AD09-BBDC757B9E74}"/>
              </a:ext>
            </a:extLst>
          </p:cNvPr>
          <p:cNvSpPr txBox="1"/>
          <p:nvPr/>
        </p:nvSpPr>
        <p:spPr>
          <a:xfrm>
            <a:off x="8724180" y="2747413"/>
            <a:ext cx="3467820"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Effect of variant </a:t>
            </a:r>
            <a:r>
              <a:rPr kumimoji="0" lang="en-US" sz="1800" b="0" i="1" u="none" strike="noStrike" kern="1200" cap="none" spc="0" normalizeH="0" baseline="0" noProof="0" dirty="0">
                <a:ln>
                  <a:noFill/>
                </a:ln>
                <a:solidFill>
                  <a:srgbClr val="000000"/>
                </a:solidFill>
                <a:effectLst/>
                <a:uLnTx/>
                <a:uFillTx/>
                <a:latin typeface="Arial" panose="020B0604020202020204"/>
                <a:ea typeface="+mn-ea"/>
                <a:cs typeface="+mn-cs"/>
              </a:rPr>
              <a:t>j</a:t>
            </a: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 on trait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Estimated in GWAS</a:t>
            </a:r>
            <a:endParaRPr kumimoji="0" lang="en-DE"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cxnSp>
        <p:nvCxnSpPr>
          <p:cNvPr id="11" name="Straight Arrow Connector 10">
            <a:extLst>
              <a:ext uri="{FF2B5EF4-FFF2-40B4-BE49-F238E27FC236}">
                <a16:creationId xmlns:a16="http://schemas.microsoft.com/office/drawing/2014/main" id="{586419F6-E820-4DD1-807A-92D8797EB089}"/>
              </a:ext>
            </a:extLst>
          </p:cNvPr>
          <p:cNvCxnSpPr>
            <a:cxnSpLocks/>
            <a:stCxn id="5" idx="2"/>
          </p:cNvCxnSpPr>
          <p:nvPr/>
        </p:nvCxnSpPr>
        <p:spPr>
          <a:xfrm>
            <a:off x="3088257" y="1897966"/>
            <a:ext cx="1975449" cy="793476"/>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80DF79B7-EA7F-4CD3-B709-405CCA975E05}"/>
              </a:ext>
            </a:extLst>
          </p:cNvPr>
          <p:cNvCxnSpPr>
            <a:cxnSpLocks/>
            <a:stCxn id="7" idx="2"/>
            <a:endCxn id="3" idx="0"/>
          </p:cNvCxnSpPr>
          <p:nvPr/>
        </p:nvCxnSpPr>
        <p:spPr>
          <a:xfrm flipH="1">
            <a:off x="6096000" y="1902196"/>
            <a:ext cx="1685744" cy="530451"/>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C207C959-6FCA-4CA0-BDF3-A04BF09C09AB}"/>
              </a:ext>
            </a:extLst>
          </p:cNvPr>
          <p:cNvCxnSpPr>
            <a:cxnSpLocks/>
          </p:cNvCxnSpPr>
          <p:nvPr/>
        </p:nvCxnSpPr>
        <p:spPr>
          <a:xfrm flipH="1" flipV="1">
            <a:off x="6649597" y="3168859"/>
            <a:ext cx="1261100" cy="808404"/>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7F82C5D2-49A8-4162-969C-4C223F6705B2}"/>
              </a:ext>
            </a:extLst>
          </p:cNvPr>
          <p:cNvCxnSpPr>
            <a:cxnSpLocks/>
          </p:cNvCxnSpPr>
          <p:nvPr/>
        </p:nvCxnSpPr>
        <p:spPr>
          <a:xfrm flipH="1">
            <a:off x="7202612" y="3022056"/>
            <a:ext cx="1416170" cy="689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0D715466-7FD7-4034-A18E-60EA38C6D0BC}"/>
              </a:ext>
            </a:extLst>
          </p:cNvPr>
          <p:cNvSpPr txBox="1"/>
          <p:nvPr/>
        </p:nvSpPr>
        <p:spPr>
          <a:xfrm>
            <a:off x="713497" y="5764886"/>
            <a:ext cx="9825487" cy="461665"/>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à"/>
              <a:tabLst/>
              <a:defRPr/>
            </a:pPr>
            <a:r>
              <a:rPr kumimoji="0" lang="en-US" sz="2400" b="0" i="0" u="none" strike="noStrike" kern="1200" cap="none" spc="0" normalizeH="0" baseline="0" noProof="0" dirty="0">
                <a:ln>
                  <a:noFill/>
                </a:ln>
                <a:solidFill>
                  <a:srgbClr val="000000"/>
                </a:solidFill>
                <a:effectLst/>
                <a:uLnTx/>
                <a:uFillTx/>
                <a:latin typeface="Arial" panose="020B0604020202020204"/>
                <a:ea typeface="+mn-ea"/>
                <a:cs typeface="+mn-cs"/>
                <a:sym typeface="Wingdings" panose="05000000000000000000" pitchFamily="2" charset="2"/>
              </a:rPr>
              <a:t>Sum of the number of risk alleles </a:t>
            </a:r>
            <a:r>
              <a:rPr kumimoji="0" lang="en-US" sz="2400" b="1" i="0" u="none" strike="noStrike" kern="1200" cap="none" spc="0" normalizeH="0" baseline="0" noProof="0" dirty="0">
                <a:ln>
                  <a:noFill/>
                </a:ln>
                <a:solidFill>
                  <a:srgbClr val="000000"/>
                </a:solidFill>
                <a:effectLst/>
                <a:uLnTx/>
                <a:uFillTx/>
                <a:latin typeface="Arial" panose="020B0604020202020204"/>
                <a:ea typeface="+mn-ea"/>
                <a:cs typeface="+mn-cs"/>
                <a:sym typeface="Wingdings" panose="05000000000000000000" pitchFamily="2" charset="2"/>
              </a:rPr>
              <a:t>weighted</a:t>
            </a:r>
            <a:r>
              <a:rPr kumimoji="0" lang="en-US" sz="2400" b="0" i="0" u="none" strike="noStrike" kern="1200" cap="none" spc="0" normalizeH="0" baseline="0" noProof="0" dirty="0">
                <a:ln>
                  <a:noFill/>
                </a:ln>
                <a:solidFill>
                  <a:srgbClr val="000000"/>
                </a:solidFill>
                <a:effectLst/>
                <a:uLnTx/>
                <a:uFillTx/>
                <a:latin typeface="Arial" panose="020B0604020202020204"/>
                <a:ea typeface="+mn-ea"/>
                <a:cs typeface="+mn-cs"/>
                <a:sym typeface="Wingdings" panose="05000000000000000000" pitchFamily="2" charset="2"/>
              </a:rPr>
              <a:t> by its effects</a:t>
            </a:r>
          </a:p>
        </p:txBody>
      </p:sp>
      <p:pic>
        <p:nvPicPr>
          <p:cNvPr id="14" name="Content Placeholder 3">
            <a:extLst>
              <a:ext uri="{FF2B5EF4-FFF2-40B4-BE49-F238E27FC236}">
                <a16:creationId xmlns:a16="http://schemas.microsoft.com/office/drawing/2014/main" id="{00351AC9-068B-4B2D-863D-6049620BF48E}"/>
              </a:ext>
            </a:extLst>
          </p:cNvPr>
          <p:cNvPicPr>
            <a:picLocks noChangeAspect="1"/>
          </p:cNvPicPr>
          <p:nvPr/>
        </p:nvPicPr>
        <p:blipFill>
          <a:blip r:embed="rId4"/>
          <a:stretch>
            <a:fillRect/>
          </a:stretch>
        </p:blipFill>
        <p:spPr>
          <a:xfrm>
            <a:off x="911528" y="3852894"/>
            <a:ext cx="4206162" cy="1645386"/>
          </a:xfrm>
          <a:prstGeom prst="rect">
            <a:avLst/>
          </a:prstGeom>
        </p:spPr>
      </p:pic>
    </p:spTree>
    <p:extLst>
      <p:ext uri="{BB962C8B-B14F-4D97-AF65-F5344CB8AC3E}">
        <p14:creationId xmlns:p14="http://schemas.microsoft.com/office/powerpoint/2010/main" val="4044125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3" grpId="0"/>
      <p:bldP spid="5" grpId="0"/>
      <p:bldP spid="7" grpId="0"/>
      <p:bldP spid="8" grpId="0"/>
      <p:bldP spid="10" grpId="0"/>
      <p:bldP spid="2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243696B2-FC7B-1446-B3A5-F473E930953E}"/>
              </a:ext>
            </a:extLst>
          </p:cNvPr>
          <p:cNvSpPr>
            <a:spLocks noGrp="1"/>
          </p:cNvSpPr>
          <p:nvPr>
            <p:ph type="body" sz="quarter" idx="10"/>
          </p:nvPr>
        </p:nvSpPr>
        <p:spPr>
          <a:xfrm>
            <a:off x="713497" y="461098"/>
            <a:ext cx="10080000" cy="584775"/>
          </a:xfrm>
        </p:spPr>
        <p:txBody>
          <a:bodyPr/>
          <a:lstStyle/>
          <a:p>
            <a:r>
              <a:rPr lang="en-US" dirty="0"/>
              <a:t>Polygenic scores: what kind of data do we need?</a:t>
            </a:r>
          </a:p>
        </p:txBody>
      </p:sp>
      <p:pic>
        <p:nvPicPr>
          <p:cNvPr id="4" name="Picture 2" descr="Image result for manhattan polygenic risk score">
            <a:extLst>
              <a:ext uri="{FF2B5EF4-FFF2-40B4-BE49-F238E27FC236}">
                <a16:creationId xmlns:a16="http://schemas.microsoft.com/office/drawing/2014/main" id="{670C9040-3E44-4A9A-BAB9-71838172B0F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26" b="8571"/>
          <a:stretch/>
        </p:blipFill>
        <p:spPr bwMode="auto">
          <a:xfrm>
            <a:off x="325836" y="1807786"/>
            <a:ext cx="4657498" cy="276462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4D18D00-B475-4B25-B87B-74F6938C3DA7}"/>
              </a:ext>
            </a:extLst>
          </p:cNvPr>
          <p:cNvSpPr txBox="1"/>
          <p:nvPr/>
        </p:nvSpPr>
        <p:spPr>
          <a:xfrm>
            <a:off x="1992640" y="4674007"/>
            <a:ext cx="1323889"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Large GWAS</a:t>
            </a:r>
          </a:p>
        </p:txBody>
      </p:sp>
      <p:sp>
        <p:nvSpPr>
          <p:cNvPr id="6" name="TextBox 5">
            <a:extLst>
              <a:ext uri="{FF2B5EF4-FFF2-40B4-BE49-F238E27FC236}">
                <a16:creationId xmlns:a16="http://schemas.microsoft.com/office/drawing/2014/main" id="{A6107555-1FA2-4290-92EE-90137C1556C7}"/>
              </a:ext>
            </a:extLst>
          </p:cNvPr>
          <p:cNvSpPr txBox="1"/>
          <p:nvPr/>
        </p:nvSpPr>
        <p:spPr>
          <a:xfrm>
            <a:off x="4740474" y="2474260"/>
            <a:ext cx="1233591" cy="6463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Scores of variants</a:t>
            </a:r>
          </a:p>
        </p:txBody>
      </p:sp>
      <p:pic>
        <p:nvPicPr>
          <p:cNvPr id="7" name="Picture 4" descr="Image result for people clipart">
            <a:extLst>
              <a:ext uri="{FF2B5EF4-FFF2-40B4-BE49-F238E27FC236}">
                <a16:creationId xmlns:a16="http://schemas.microsoft.com/office/drawing/2014/main" id="{BF27AA42-739A-4A57-AB4D-A87EB586CF3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14256"/>
          <a:stretch/>
        </p:blipFill>
        <p:spPr bwMode="auto">
          <a:xfrm>
            <a:off x="6096000" y="3438525"/>
            <a:ext cx="2254958" cy="1451428"/>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931AC69A-B22E-48BC-8A4A-7842D6320EE9}"/>
              </a:ext>
            </a:extLst>
          </p:cNvPr>
          <p:cNvSpPr txBox="1"/>
          <p:nvPr/>
        </p:nvSpPr>
        <p:spPr>
          <a:xfrm>
            <a:off x="6438916" y="4889953"/>
            <a:ext cx="1623650"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External cohort</a:t>
            </a:r>
          </a:p>
        </p:txBody>
      </p:sp>
      <p:sp>
        <p:nvSpPr>
          <p:cNvPr id="10" name="TextBox 9">
            <a:extLst>
              <a:ext uri="{FF2B5EF4-FFF2-40B4-BE49-F238E27FC236}">
                <a16:creationId xmlns:a16="http://schemas.microsoft.com/office/drawing/2014/main" id="{4C5BECC9-4BB6-4F07-AF16-970BB0CB6EAB}"/>
              </a:ext>
            </a:extLst>
          </p:cNvPr>
          <p:cNvSpPr txBox="1"/>
          <p:nvPr/>
        </p:nvSpPr>
        <p:spPr>
          <a:xfrm>
            <a:off x="6916777" y="2474260"/>
            <a:ext cx="1233591" cy="646331"/>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rPr>
              <a:t>Genetic data</a:t>
            </a:r>
          </a:p>
        </p:txBody>
      </p:sp>
      <p:sp>
        <p:nvSpPr>
          <p:cNvPr id="11" name="Multiplication Sign 10">
            <a:extLst>
              <a:ext uri="{FF2B5EF4-FFF2-40B4-BE49-F238E27FC236}">
                <a16:creationId xmlns:a16="http://schemas.microsoft.com/office/drawing/2014/main" id="{6190F659-6E33-404F-9F69-F5F2B8B446C0}"/>
              </a:ext>
            </a:extLst>
          </p:cNvPr>
          <p:cNvSpPr/>
          <p:nvPr/>
        </p:nvSpPr>
        <p:spPr>
          <a:xfrm>
            <a:off x="5843365" y="2340226"/>
            <a:ext cx="914400" cy="914400"/>
          </a:xfrm>
          <a:prstGeom prst="mathMultiply">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2" name="Picture 6" descr="Figure 2 - Polygenetic">
            <a:extLst>
              <a:ext uri="{FF2B5EF4-FFF2-40B4-BE49-F238E27FC236}">
                <a16:creationId xmlns:a16="http://schemas.microsoft.com/office/drawing/2014/main" id="{D1B6A50C-F894-4DE0-B9E1-CB6A5B2AACA9}"/>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50000"/>
          <a:stretch/>
        </p:blipFill>
        <p:spPr bwMode="auto">
          <a:xfrm>
            <a:off x="9148701" y="1100444"/>
            <a:ext cx="2857500" cy="3438525"/>
          </a:xfrm>
          <a:prstGeom prst="rect">
            <a:avLst/>
          </a:prstGeom>
          <a:noFill/>
          <a:extLst>
            <a:ext uri="{909E8E84-426E-40DD-AFC4-6F175D3DCCD1}">
              <a14:hiddenFill xmlns:a14="http://schemas.microsoft.com/office/drawing/2010/main">
                <a:solidFill>
                  <a:srgbClr val="FFFFFF"/>
                </a:solidFill>
              </a14:hiddenFill>
            </a:ext>
          </a:extLst>
        </p:spPr>
      </p:pic>
      <p:sp>
        <p:nvSpPr>
          <p:cNvPr id="13" name="Equals 12">
            <a:extLst>
              <a:ext uri="{FF2B5EF4-FFF2-40B4-BE49-F238E27FC236}">
                <a16:creationId xmlns:a16="http://schemas.microsoft.com/office/drawing/2014/main" id="{0F74B0A2-927C-4D46-9D2B-3C0BBBE775F7}"/>
              </a:ext>
            </a:extLst>
          </p:cNvPr>
          <p:cNvSpPr/>
          <p:nvPr/>
        </p:nvSpPr>
        <p:spPr>
          <a:xfrm>
            <a:off x="8062566" y="2429524"/>
            <a:ext cx="1030514" cy="780366"/>
          </a:xfrm>
          <a:prstGeom prst="mathEqua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4" name="Picture 2" descr="Image result for polygenic risk score formula">
            <a:extLst>
              <a:ext uri="{FF2B5EF4-FFF2-40B4-BE49-F238E27FC236}">
                <a16:creationId xmlns:a16="http://schemas.microsoft.com/office/drawing/2014/main" id="{D1415364-430C-4D7D-A523-C613BAE917CE}"/>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37092" r="39471"/>
          <a:stretch/>
        </p:blipFill>
        <p:spPr bwMode="auto">
          <a:xfrm>
            <a:off x="8104155" y="1580948"/>
            <a:ext cx="965861" cy="853177"/>
          </a:xfrm>
          <a:prstGeom prst="rect">
            <a:avLst/>
          </a:prstGeom>
          <a:noFill/>
          <a:extLst>
            <a:ext uri="{909E8E84-426E-40DD-AFC4-6F175D3DCCD1}">
              <a14:hiddenFill xmlns:a14="http://schemas.microsoft.com/office/drawing/2010/main">
                <a:solidFill>
                  <a:srgbClr val="FFFFFF"/>
                </a:solidFill>
              </a14:hiddenFill>
            </a:ext>
          </a:extLst>
        </p:spPr>
      </p:pic>
      <p:sp>
        <p:nvSpPr>
          <p:cNvPr id="3" name="Left Brace 2">
            <a:extLst>
              <a:ext uri="{FF2B5EF4-FFF2-40B4-BE49-F238E27FC236}">
                <a16:creationId xmlns:a16="http://schemas.microsoft.com/office/drawing/2014/main" id="{B5FA7464-3D3C-4D05-BC3F-120D1346AAF4}"/>
              </a:ext>
            </a:extLst>
          </p:cNvPr>
          <p:cNvSpPr/>
          <p:nvPr/>
        </p:nvSpPr>
        <p:spPr>
          <a:xfrm rot="16200000">
            <a:off x="2524313" y="4397222"/>
            <a:ext cx="369335" cy="2494834"/>
          </a:xfrm>
          <a:prstGeom prst="leftBrace">
            <a:avLst>
              <a:gd name="adj1" fmla="val 76613"/>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b="1" dirty="0"/>
          </a:p>
        </p:txBody>
      </p:sp>
      <p:sp>
        <p:nvSpPr>
          <p:cNvPr id="9" name="TextBox 8">
            <a:extLst>
              <a:ext uri="{FF2B5EF4-FFF2-40B4-BE49-F238E27FC236}">
                <a16:creationId xmlns:a16="http://schemas.microsoft.com/office/drawing/2014/main" id="{9136AC6E-A655-4FB5-8E73-9CE2361EEE9D}"/>
              </a:ext>
            </a:extLst>
          </p:cNvPr>
          <p:cNvSpPr txBox="1"/>
          <p:nvPr/>
        </p:nvSpPr>
        <p:spPr>
          <a:xfrm>
            <a:off x="1406478" y="5882901"/>
            <a:ext cx="2624667" cy="646331"/>
          </a:xfrm>
          <a:prstGeom prst="rect">
            <a:avLst/>
          </a:prstGeom>
          <a:noFill/>
        </p:spPr>
        <p:txBody>
          <a:bodyPr wrap="square" rtlCol="0">
            <a:spAutoFit/>
          </a:bodyPr>
          <a:lstStyle/>
          <a:p>
            <a:pPr algn="ctr"/>
            <a:r>
              <a:rPr lang="en-US" b="1" dirty="0"/>
              <a:t>Summary-level data</a:t>
            </a:r>
          </a:p>
          <a:p>
            <a:pPr algn="ctr"/>
            <a:r>
              <a:rPr lang="en-US" b="1" dirty="0"/>
              <a:t>= BASE</a:t>
            </a:r>
            <a:endParaRPr lang="de-DE" b="1" dirty="0"/>
          </a:p>
        </p:txBody>
      </p:sp>
      <p:sp>
        <p:nvSpPr>
          <p:cNvPr id="17" name="Left Brace 16">
            <a:extLst>
              <a:ext uri="{FF2B5EF4-FFF2-40B4-BE49-F238E27FC236}">
                <a16:creationId xmlns:a16="http://schemas.microsoft.com/office/drawing/2014/main" id="{B40DB533-DAE9-4A3C-AB62-D4377C0A2152}"/>
              </a:ext>
            </a:extLst>
          </p:cNvPr>
          <p:cNvSpPr/>
          <p:nvPr/>
        </p:nvSpPr>
        <p:spPr>
          <a:xfrm rot="16200000">
            <a:off x="7158750" y="4399861"/>
            <a:ext cx="369335" cy="2494834"/>
          </a:xfrm>
          <a:prstGeom prst="leftBrace">
            <a:avLst>
              <a:gd name="adj1" fmla="val 76613"/>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b="1" dirty="0"/>
          </a:p>
        </p:txBody>
      </p:sp>
      <p:sp>
        <p:nvSpPr>
          <p:cNvPr id="18" name="TextBox 17">
            <a:extLst>
              <a:ext uri="{FF2B5EF4-FFF2-40B4-BE49-F238E27FC236}">
                <a16:creationId xmlns:a16="http://schemas.microsoft.com/office/drawing/2014/main" id="{A0B44E99-FCF6-47F6-9401-54E5031365A9}"/>
              </a:ext>
            </a:extLst>
          </p:cNvPr>
          <p:cNvSpPr txBox="1"/>
          <p:nvPr/>
        </p:nvSpPr>
        <p:spPr>
          <a:xfrm>
            <a:off x="6031084" y="5885540"/>
            <a:ext cx="2624667" cy="646331"/>
          </a:xfrm>
          <a:prstGeom prst="rect">
            <a:avLst/>
          </a:prstGeom>
          <a:noFill/>
        </p:spPr>
        <p:txBody>
          <a:bodyPr wrap="square" rtlCol="0">
            <a:spAutoFit/>
          </a:bodyPr>
          <a:lstStyle/>
          <a:p>
            <a:pPr algn="ctr"/>
            <a:r>
              <a:rPr lang="en-US" b="1" dirty="0"/>
              <a:t>Individual-level data</a:t>
            </a:r>
          </a:p>
          <a:p>
            <a:pPr algn="ctr"/>
            <a:r>
              <a:rPr lang="en-US" b="1" dirty="0"/>
              <a:t>= TARGET</a:t>
            </a:r>
            <a:endParaRPr lang="de-DE" b="1" dirty="0"/>
          </a:p>
        </p:txBody>
      </p:sp>
    </p:spTree>
    <p:extLst>
      <p:ext uri="{BB962C8B-B14F-4D97-AF65-F5344CB8AC3E}">
        <p14:creationId xmlns:p14="http://schemas.microsoft.com/office/powerpoint/2010/main" val="11397787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243696B2-FC7B-1446-B3A5-F473E930953E}"/>
              </a:ext>
            </a:extLst>
          </p:cNvPr>
          <p:cNvSpPr>
            <a:spLocks noGrp="1"/>
          </p:cNvSpPr>
          <p:nvPr>
            <p:ph type="body" sz="quarter" idx="10"/>
          </p:nvPr>
        </p:nvSpPr>
        <p:spPr>
          <a:xfrm>
            <a:off x="713497" y="461098"/>
            <a:ext cx="10080000" cy="892552"/>
          </a:xfrm>
        </p:spPr>
        <p:txBody>
          <a:bodyPr/>
          <a:lstStyle/>
          <a:p>
            <a:r>
              <a:rPr lang="en-US" dirty="0"/>
              <a:t>Polygenic risk score</a:t>
            </a:r>
          </a:p>
          <a:p>
            <a:r>
              <a:rPr lang="en-US" sz="2000" dirty="0"/>
              <a:t>Case/control study</a:t>
            </a:r>
          </a:p>
        </p:txBody>
      </p:sp>
      <p:pic>
        <p:nvPicPr>
          <p:cNvPr id="15" name="Picture 2" descr="figure1">
            <a:extLst>
              <a:ext uri="{FF2B5EF4-FFF2-40B4-BE49-F238E27FC236}">
                <a16:creationId xmlns:a16="http://schemas.microsoft.com/office/drawing/2014/main" id="{DBF4CCE4-7908-4543-ACF5-C749366E9234}"/>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5924692" y="318209"/>
            <a:ext cx="5425820" cy="4422042"/>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8428AA1-46FB-4442-874E-93904ED8F563}"/>
              </a:ext>
            </a:extLst>
          </p:cNvPr>
          <p:cNvSpPr txBox="1"/>
          <p:nvPr/>
        </p:nvSpPr>
        <p:spPr>
          <a:xfrm>
            <a:off x="713497" y="1616659"/>
            <a:ext cx="4492752" cy="2031325"/>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Grey = controls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Red</a:t>
            </a:r>
            <a:r>
              <a:rPr lang="en-US" dirty="0">
                <a:solidFill>
                  <a:srgbClr val="000000"/>
                </a:solidFill>
                <a:latin typeface="Arial" panose="020B0604020202020204"/>
              </a:rPr>
              <a:t> = </a:t>
            </a: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cases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Overall mean = 0 (standardized)</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dirty="0">
              <a:solidFill>
                <a:srgbClr val="000000"/>
              </a:solidFill>
              <a:latin typeface="Arial" panose="020B0604020202020204"/>
            </a:endParaRPr>
          </a:p>
          <a:p>
            <a:pPr marL="285750" lvl="0" indent="-285750">
              <a:buFont typeface="Arial" panose="020B0604020202020204" pitchFamily="34" charset="0"/>
              <a:buChar char="•"/>
            </a:pPr>
            <a:r>
              <a:rPr kumimoji="0" lang="en-US" sz="1800" b="1" i="0" u="none" strike="noStrike" kern="1200" cap="none" spc="0" normalizeH="0" baseline="0" noProof="0" dirty="0">
                <a:ln>
                  <a:noFill/>
                </a:ln>
                <a:solidFill>
                  <a:srgbClr val="000000"/>
                </a:solidFill>
                <a:effectLst/>
                <a:uLnTx/>
                <a:uFillTx/>
                <a:latin typeface="Arial" panose="020B0604020202020204"/>
                <a:ea typeface="+mn-ea"/>
                <a:cs typeface="+mn-cs"/>
              </a:rPr>
              <a:t>Mean difference </a:t>
            </a: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between cases and controls </a:t>
            </a:r>
            <a:r>
              <a:rPr lang="en-US" dirty="0">
                <a:solidFill>
                  <a:srgbClr val="000000"/>
                </a:solidFill>
                <a:latin typeface="Arial" panose="020B0604020202020204"/>
              </a:rPr>
              <a:t>is </a:t>
            </a: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directly proportional to the performance of the PGS</a:t>
            </a:r>
            <a:endParaRPr kumimoji="0" lang="en-DE"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pic>
        <p:nvPicPr>
          <p:cNvPr id="5" name="Picture 4">
            <a:extLst>
              <a:ext uri="{FF2B5EF4-FFF2-40B4-BE49-F238E27FC236}">
                <a16:creationId xmlns:a16="http://schemas.microsoft.com/office/drawing/2014/main" id="{EE99CBAA-0D1A-06F3-ECDA-CDFF9AD042AE}"/>
              </a:ext>
            </a:extLst>
          </p:cNvPr>
          <p:cNvPicPr>
            <a:picLocks noChangeAspect="1"/>
          </p:cNvPicPr>
          <p:nvPr/>
        </p:nvPicPr>
        <p:blipFill>
          <a:blip r:embed="rId4"/>
          <a:srcRect l="2952" t="9214"/>
          <a:stretch>
            <a:fillRect/>
          </a:stretch>
        </p:blipFill>
        <p:spPr>
          <a:xfrm>
            <a:off x="713496" y="3886195"/>
            <a:ext cx="4933837" cy="2659371"/>
          </a:xfrm>
          <a:prstGeom prst="rect">
            <a:avLst/>
          </a:prstGeom>
        </p:spPr>
      </p:pic>
      <p:sp>
        <p:nvSpPr>
          <p:cNvPr id="7" name="TextBox 6">
            <a:extLst>
              <a:ext uri="{FF2B5EF4-FFF2-40B4-BE49-F238E27FC236}">
                <a16:creationId xmlns:a16="http://schemas.microsoft.com/office/drawing/2014/main" id="{556E3744-6E19-8C87-8B96-A6CE35AB9A58}"/>
              </a:ext>
            </a:extLst>
          </p:cNvPr>
          <p:cNvSpPr txBox="1"/>
          <p:nvPr/>
        </p:nvSpPr>
        <p:spPr>
          <a:xfrm>
            <a:off x="6094782" y="5925720"/>
            <a:ext cx="5616853" cy="338554"/>
          </a:xfrm>
          <a:prstGeom prst="rect">
            <a:avLst/>
          </a:prstGeom>
          <a:noFill/>
        </p:spPr>
        <p:txBody>
          <a:bodyPr wrap="square">
            <a:spAutoFit/>
          </a:bodyPr>
          <a:lstStyle/>
          <a:p>
            <a:r>
              <a:rPr lang="en-GB" sz="800" b="0" i="0" dirty="0" err="1">
                <a:solidFill>
                  <a:srgbClr val="222222"/>
                </a:solidFill>
                <a:effectLst/>
                <a:latin typeface="-apple-system"/>
              </a:rPr>
              <a:t>Kullo</a:t>
            </a:r>
            <a:r>
              <a:rPr lang="en-GB" sz="800" b="0" i="0" dirty="0">
                <a:solidFill>
                  <a:srgbClr val="222222"/>
                </a:solidFill>
                <a:effectLst/>
                <a:latin typeface="-apple-system"/>
              </a:rPr>
              <a:t>, I.J. Clinical use of polygenic risk scores: current status, barriers and future directions. </a:t>
            </a:r>
            <a:r>
              <a:rPr lang="en-GB" sz="800" b="0" i="1" dirty="0">
                <a:solidFill>
                  <a:srgbClr val="222222"/>
                </a:solidFill>
                <a:effectLst/>
                <a:latin typeface="-apple-system"/>
              </a:rPr>
              <a:t>Nat Rev Genet</a:t>
            </a:r>
            <a:r>
              <a:rPr lang="en-GB" sz="800" b="0" i="0" dirty="0">
                <a:solidFill>
                  <a:srgbClr val="222222"/>
                </a:solidFill>
                <a:effectLst/>
                <a:latin typeface="-apple-system"/>
              </a:rPr>
              <a:t> (2025). https://doi.org/10.1038/s41576-025-00900-8</a:t>
            </a:r>
            <a:endParaRPr lang="en-DE" sz="800" dirty="0"/>
          </a:p>
        </p:txBody>
      </p:sp>
    </p:spTree>
    <p:extLst>
      <p:ext uri="{BB962C8B-B14F-4D97-AF65-F5344CB8AC3E}">
        <p14:creationId xmlns:p14="http://schemas.microsoft.com/office/powerpoint/2010/main" val="2886767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BEE88-BC4E-9AFE-BC32-3F652E273F73}"/>
            </a:ext>
          </a:extLst>
        </p:cNvPr>
        <p:cNvGrpSpPr/>
        <p:nvPr/>
      </p:nvGrpSpPr>
      <p:grpSpPr>
        <a:xfrm>
          <a:off x="0" y="0"/>
          <a:ext cx="0" cy="0"/>
          <a:chOff x="0" y="0"/>
          <a:chExt cx="0" cy="0"/>
        </a:xfrm>
      </p:grpSpPr>
      <p:sp>
        <p:nvSpPr>
          <p:cNvPr id="2" name="Textplatzhalter 1">
            <a:extLst>
              <a:ext uri="{FF2B5EF4-FFF2-40B4-BE49-F238E27FC236}">
                <a16:creationId xmlns:a16="http://schemas.microsoft.com/office/drawing/2014/main" id="{9AFD004D-E8E9-106B-2E0E-54E8A451CF6D}"/>
              </a:ext>
            </a:extLst>
          </p:cNvPr>
          <p:cNvSpPr>
            <a:spLocks noGrp="1"/>
          </p:cNvSpPr>
          <p:nvPr>
            <p:ph type="body" sz="quarter" idx="10"/>
          </p:nvPr>
        </p:nvSpPr>
        <p:spPr>
          <a:xfrm>
            <a:off x="713496" y="970328"/>
            <a:ext cx="10080000" cy="646331"/>
          </a:xfrm>
        </p:spPr>
        <p:txBody>
          <a:bodyPr/>
          <a:lstStyle/>
          <a:p>
            <a:r>
              <a:rPr lang="en-US" sz="3600" dirty="0"/>
              <a:t>Predictive power of a PGS</a:t>
            </a:r>
          </a:p>
        </p:txBody>
      </p:sp>
      <p:sp>
        <p:nvSpPr>
          <p:cNvPr id="3" name="TextBox 2">
            <a:extLst>
              <a:ext uri="{FF2B5EF4-FFF2-40B4-BE49-F238E27FC236}">
                <a16:creationId xmlns:a16="http://schemas.microsoft.com/office/drawing/2014/main" id="{4A67FADF-C652-A42F-6340-A0C2EB4EFF50}"/>
              </a:ext>
            </a:extLst>
          </p:cNvPr>
          <p:cNvSpPr txBox="1"/>
          <p:nvPr/>
        </p:nvSpPr>
        <p:spPr>
          <a:xfrm>
            <a:off x="713496" y="2106517"/>
            <a:ext cx="10324618" cy="2169825"/>
          </a:xfrm>
          <a:prstGeom prst="rect">
            <a:avLst/>
          </a:prstGeom>
          <a:noFill/>
        </p:spPr>
        <p:txBody>
          <a:bodyPr wrap="square" rtlCol="0">
            <a:spAutoFit/>
          </a:bodyPr>
          <a:lstStyle/>
          <a:p>
            <a:pPr marR="0" lvl="0" algn="l" defTabSz="914400" rtl="0" eaLnBrk="1" fontAlgn="auto" latinLnBrk="0" hangingPunct="1">
              <a:spcBef>
                <a:spcPts val="0"/>
              </a:spcBef>
              <a:spcAft>
                <a:spcPts val="600"/>
              </a:spcAft>
              <a:buClrTx/>
              <a:buSzTx/>
              <a:tabLst/>
              <a:defRPr/>
            </a:pPr>
            <a:r>
              <a:rPr kumimoji="0" lang="en-GB" sz="2400" b="0" i="0" u="none" strike="noStrike" kern="1200" cap="none" spc="0" normalizeH="0" baseline="0" noProof="0" dirty="0">
                <a:ln>
                  <a:noFill/>
                </a:ln>
                <a:solidFill>
                  <a:srgbClr val="000000"/>
                </a:solidFill>
                <a:effectLst/>
                <a:uLnTx/>
                <a:uFillTx/>
                <a:latin typeface="Arial" panose="020B0604020202020204"/>
                <a:ea typeface="+mn-ea"/>
                <a:cs typeface="+mn-cs"/>
              </a:rPr>
              <a:t>Higher predictive power:</a:t>
            </a:r>
          </a:p>
          <a:p>
            <a:pPr marL="285750" indent="-285750">
              <a:spcAft>
                <a:spcPts val="600"/>
              </a:spcAft>
              <a:buFont typeface="Arial" panose="020B0604020202020204" pitchFamily="34" charset="0"/>
              <a:buChar char="•"/>
              <a:defRPr/>
            </a:pPr>
            <a:r>
              <a:rPr lang="en-GB" sz="2400" dirty="0">
                <a:solidFill>
                  <a:srgbClr val="000000"/>
                </a:solidFill>
              </a:rPr>
              <a:t>If trait has a high genetic heritability</a:t>
            </a:r>
          </a:p>
          <a:p>
            <a:pPr marL="285750" indent="-285750">
              <a:spcAft>
                <a:spcPts val="600"/>
              </a:spcAft>
              <a:buFont typeface="Arial" panose="020B0604020202020204" pitchFamily="34" charset="0"/>
              <a:buChar char="•"/>
              <a:defRPr/>
            </a:pPr>
            <a:r>
              <a:rPr lang="en-GB" sz="2400" dirty="0">
                <a:solidFill>
                  <a:srgbClr val="000000"/>
                </a:solidFill>
              </a:rPr>
              <a:t>If sample size used to estimate the GWAS effect sizes is large</a:t>
            </a:r>
            <a:endParaRPr lang="en-DE" sz="2400">
              <a:solidFill>
                <a:srgbClr val="000000"/>
              </a:solidFill>
            </a:endParaRPr>
          </a:p>
          <a:p>
            <a:pPr marL="285750" marR="0" lvl="0" indent="-285750" algn="l" defTabSz="914400" rtl="0" eaLnBrk="1" fontAlgn="auto" latinLnBrk="0" hangingPunct="1">
              <a:spcBef>
                <a:spcPts val="0"/>
              </a:spcBef>
              <a:spcAft>
                <a:spcPts val="600"/>
              </a:spcAft>
              <a:buClrTx/>
              <a:buSzTx/>
              <a:buFont typeface="Arial" panose="020B0604020202020204" pitchFamily="34" charset="0"/>
              <a:buChar char="•"/>
              <a:tabLst/>
              <a:defRPr/>
            </a:pPr>
            <a:r>
              <a:rPr kumimoji="0" lang="en-GB" sz="2400" b="0" i="0" u="none" strike="noStrike" kern="1200" cap="none" spc="0" normalizeH="0" baseline="0" noProof="0" dirty="0">
                <a:ln>
                  <a:noFill/>
                </a:ln>
                <a:solidFill>
                  <a:srgbClr val="000000"/>
                </a:solidFill>
                <a:effectLst/>
                <a:uLnTx/>
                <a:uFillTx/>
                <a:latin typeface="Arial" panose="020B0604020202020204"/>
                <a:ea typeface="+mn-ea"/>
                <a:cs typeface="+mn-cs"/>
              </a:rPr>
              <a:t>For case-control studies: if the mean difference between the distributions of cases and controls is large (larger variance between populations)</a:t>
            </a:r>
          </a:p>
        </p:txBody>
      </p:sp>
    </p:spTree>
    <p:extLst>
      <p:ext uri="{BB962C8B-B14F-4D97-AF65-F5344CB8AC3E}">
        <p14:creationId xmlns:p14="http://schemas.microsoft.com/office/powerpoint/2010/main" val="36432552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platzhalter 14">
            <a:extLst>
              <a:ext uri="{FF2B5EF4-FFF2-40B4-BE49-F238E27FC236}">
                <a16:creationId xmlns:a16="http://schemas.microsoft.com/office/drawing/2014/main" id="{C71C2824-B117-0D45-9D5A-80F61C83CEDE}"/>
              </a:ext>
            </a:extLst>
          </p:cNvPr>
          <p:cNvSpPr>
            <a:spLocks noGrp="1"/>
          </p:cNvSpPr>
          <p:nvPr>
            <p:ph type="body" sz="quarter" idx="10"/>
          </p:nvPr>
        </p:nvSpPr>
        <p:spPr>
          <a:xfrm>
            <a:off x="1141200" y="1598400"/>
            <a:ext cx="7200000" cy="707886"/>
          </a:xfrm>
        </p:spPr>
        <p:txBody>
          <a:bodyPr/>
          <a:lstStyle/>
          <a:p>
            <a:r>
              <a:rPr lang="en-US" dirty="0"/>
              <a:t>3</a:t>
            </a:r>
          </a:p>
        </p:txBody>
      </p:sp>
      <p:sp>
        <p:nvSpPr>
          <p:cNvPr id="17" name="Textplatzhalter 16">
            <a:extLst>
              <a:ext uri="{FF2B5EF4-FFF2-40B4-BE49-F238E27FC236}">
                <a16:creationId xmlns:a16="http://schemas.microsoft.com/office/drawing/2014/main" id="{6636A809-B452-D846-9163-71D92F1C39EE}"/>
              </a:ext>
            </a:extLst>
          </p:cNvPr>
          <p:cNvSpPr>
            <a:spLocks noGrp="1"/>
          </p:cNvSpPr>
          <p:nvPr>
            <p:ph type="body" sz="quarter" idx="11"/>
          </p:nvPr>
        </p:nvSpPr>
        <p:spPr>
          <a:xfrm>
            <a:off x="1141200" y="2538000"/>
            <a:ext cx="7200000" cy="707886"/>
          </a:xfrm>
        </p:spPr>
        <p:txBody>
          <a:bodyPr/>
          <a:lstStyle/>
          <a:p>
            <a:r>
              <a:rPr lang="en-US" dirty="0"/>
              <a:t>Polygenic scores</a:t>
            </a:r>
          </a:p>
        </p:txBody>
      </p:sp>
      <p:sp>
        <p:nvSpPr>
          <p:cNvPr id="4" name="Textplatzhalter 14">
            <a:extLst>
              <a:ext uri="{FF2B5EF4-FFF2-40B4-BE49-F238E27FC236}">
                <a16:creationId xmlns:a16="http://schemas.microsoft.com/office/drawing/2014/main" id="{0E876D97-6609-481A-A5EE-CC2D60129921}"/>
              </a:ext>
            </a:extLst>
          </p:cNvPr>
          <p:cNvSpPr txBox="1">
            <a:spLocks/>
          </p:cNvSpPr>
          <p:nvPr/>
        </p:nvSpPr>
        <p:spPr>
          <a:xfrm>
            <a:off x="1141200" y="3514855"/>
            <a:ext cx="7200000" cy="584775"/>
          </a:xfrm>
          <a:prstGeom prst="rect">
            <a:avLst/>
          </a:prstGeom>
        </p:spPr>
        <p:txBody>
          <a:bodyPr lIns="90000" rIns="90000">
            <a:spAutoFit/>
          </a:bodyPr>
          <a:lstStyle>
            <a:lvl1pPr marL="0" indent="0" algn="l" defTabSz="914400" rtl="0" eaLnBrk="1" latinLnBrk="0" hangingPunct="1">
              <a:lnSpc>
                <a:spcPct val="100000"/>
              </a:lnSpc>
              <a:spcBef>
                <a:spcPts val="0"/>
              </a:spcBef>
              <a:spcAft>
                <a:spcPts val="2200"/>
              </a:spcAft>
              <a:buFont typeface="Arial" panose="020B0604020202020204" pitchFamily="34" charset="0"/>
              <a:buNone/>
              <a:tabLst/>
              <a:defRPr sz="4000" b="0" i="0" kern="1200" baseline="0">
                <a:solidFill>
                  <a:schemeClr val="bg1"/>
                </a:solidFill>
                <a:latin typeface="Arial" panose="020B0604020202020204" pitchFamily="34" charset="0"/>
                <a:ea typeface="+mn-ea"/>
                <a:cs typeface="Arial" panose="020B0604020202020204" pitchFamily="34" charset="0"/>
              </a:defRPr>
            </a:lvl1pPr>
            <a:lvl2pPr marL="358775" indent="-206375" algn="l" defTabSz="914400" rtl="0" eaLnBrk="1" latinLnBrk="0" hangingPunct="1">
              <a:lnSpc>
                <a:spcPct val="100000"/>
              </a:lnSpc>
              <a:spcBef>
                <a:spcPts val="600"/>
              </a:spcBef>
              <a:spcAft>
                <a:spcPts val="1000"/>
              </a:spcAft>
              <a:buFont typeface="Arial" panose="020B0604020202020204" pitchFamily="34" charset="0"/>
              <a:buChar char="•"/>
              <a:tabLst/>
              <a:defRPr sz="1400" b="0" i="0" kern="1200" baseline="0">
                <a:solidFill>
                  <a:schemeClr val="tx1"/>
                </a:solidFill>
                <a:latin typeface="Arial" panose="020B0604020202020204" pitchFamily="34" charset="0"/>
                <a:ea typeface="+mn-ea"/>
                <a:cs typeface="Arial" panose="020B0604020202020204" pitchFamily="34" charset="0"/>
              </a:defRPr>
            </a:lvl2pPr>
            <a:lvl3pPr marL="0" indent="0" algn="l" defTabSz="914400" rtl="0" eaLnBrk="1" latinLnBrk="0" hangingPunct="1">
              <a:lnSpc>
                <a:spcPct val="100000"/>
              </a:lnSpc>
              <a:spcBef>
                <a:spcPts val="0"/>
              </a:spcBef>
              <a:spcAft>
                <a:spcPts val="1000"/>
              </a:spcAft>
              <a:buFont typeface="Arial" panose="020B0604020202020204" pitchFamily="34" charset="0"/>
              <a:buChar char="•"/>
              <a:tabLst/>
              <a:defRPr sz="1400" b="0" i="0" kern="1200" baseline="0">
                <a:solidFill>
                  <a:schemeClr val="tx1"/>
                </a:solidFill>
                <a:latin typeface="Arial" panose="020B0604020202020204" pitchFamily="34" charset="0"/>
                <a:ea typeface="+mn-ea"/>
                <a:cs typeface="Arial" panose="020B0604020202020204" pitchFamily="34" charset="0"/>
              </a:defRPr>
            </a:lvl3pPr>
            <a:lvl4pPr marL="7938" indent="0" algn="l" defTabSz="914400" rtl="0" eaLnBrk="1" latinLnBrk="0" hangingPunct="1">
              <a:lnSpc>
                <a:spcPct val="90000"/>
              </a:lnSpc>
              <a:spcBef>
                <a:spcPts val="500"/>
              </a:spcBef>
              <a:buFont typeface="Arial" panose="020B0604020202020204" pitchFamily="34" charset="0"/>
              <a:buChar char="•"/>
              <a:tabLst/>
              <a:defRPr sz="1400" kern="1200" baseline="0">
                <a:solidFill>
                  <a:schemeClr val="tx1"/>
                </a:solidFill>
                <a:latin typeface="Arial" panose="020B0604020202020204" pitchFamily="34" charset="0"/>
                <a:ea typeface="+mn-ea"/>
                <a:cs typeface="+mn-cs"/>
              </a:defRPr>
            </a:lvl4pPr>
            <a:lvl5pPr marL="223838" indent="-215900" algn="l" defTabSz="914400" rtl="0" eaLnBrk="1" latinLnBrk="0" hangingPunct="1">
              <a:lnSpc>
                <a:spcPct val="100000"/>
              </a:lnSpc>
              <a:spcBef>
                <a:spcPts val="0"/>
              </a:spcBef>
              <a:spcAft>
                <a:spcPts val="1000"/>
              </a:spcAft>
              <a:buClr>
                <a:schemeClr val="accent2"/>
              </a:buClr>
              <a:buFont typeface="+mj-lt"/>
              <a:buAutoNum type="arabicPeriod"/>
              <a:tabLst/>
              <a:defRPr sz="1400" b="0" i="0" kern="1200" baseline="0">
                <a:solidFill>
                  <a:schemeClr val="tx1"/>
                </a:solidFill>
                <a:latin typeface="Arial" panose="020B0604020202020204" pitchFamily="34" charset="0"/>
                <a:ea typeface="+mn-ea"/>
                <a:cs typeface="Arial" panose="020B0604020202020204" pitchFamily="34" charset="0"/>
              </a:defRPr>
            </a:lvl5pPr>
            <a:lvl6pPr marL="223838" indent="-215900" algn="l" defTabSz="914400" rtl="0" eaLnBrk="1" latinLnBrk="0" hangingPunct="1">
              <a:lnSpc>
                <a:spcPct val="100000"/>
              </a:lnSpc>
              <a:spcBef>
                <a:spcPts val="600"/>
              </a:spcBef>
              <a:spcAft>
                <a:spcPts val="1000"/>
              </a:spcAft>
              <a:buClr>
                <a:schemeClr val="accent2"/>
              </a:buClr>
              <a:buFont typeface="+mj-lt"/>
              <a:buAutoNum type="alphaLcPeriod"/>
              <a:tabLst/>
              <a:defRPr sz="1400" b="0" i="0" kern="1200">
                <a:solidFill>
                  <a:schemeClr val="tx1"/>
                </a:solidFill>
                <a:latin typeface="Arial" panose="020B0604020202020204" pitchFamily="34" charset="0"/>
                <a:ea typeface="+mn-ea"/>
                <a:cs typeface="Arial" panose="020B0604020202020204" pitchFamily="34" charset="0"/>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2200"/>
              </a:spcAft>
              <a:buClrTx/>
              <a:buSzTx/>
              <a:buFont typeface="Arial" panose="020B0604020202020204" pitchFamily="34" charset="0"/>
              <a:buNone/>
              <a:tabLst/>
              <a:defRPr/>
            </a:pPr>
            <a:r>
              <a:rPr kumimoji="0" lang="en-US" sz="32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3.2</a:t>
            </a:r>
          </a:p>
        </p:txBody>
      </p:sp>
      <p:sp>
        <p:nvSpPr>
          <p:cNvPr id="5" name="Textplatzhalter 16">
            <a:extLst>
              <a:ext uri="{FF2B5EF4-FFF2-40B4-BE49-F238E27FC236}">
                <a16:creationId xmlns:a16="http://schemas.microsoft.com/office/drawing/2014/main" id="{E22DF69C-3F94-4F1A-9617-500A1D26D897}"/>
              </a:ext>
            </a:extLst>
          </p:cNvPr>
          <p:cNvSpPr txBox="1">
            <a:spLocks/>
          </p:cNvSpPr>
          <p:nvPr/>
        </p:nvSpPr>
        <p:spPr>
          <a:xfrm>
            <a:off x="1141200" y="4099630"/>
            <a:ext cx="7200000" cy="584775"/>
          </a:xfrm>
          <a:prstGeom prst="rect">
            <a:avLst/>
          </a:prstGeom>
        </p:spPr>
        <p:txBody>
          <a:bodyPr lIns="90000" rIns="90000">
            <a:spAutoFit/>
          </a:bodyPr>
          <a:lstStyle>
            <a:lvl1pPr marL="0" indent="0" algn="l" defTabSz="914400" rtl="0" eaLnBrk="1" latinLnBrk="0" hangingPunct="1">
              <a:lnSpc>
                <a:spcPct val="100000"/>
              </a:lnSpc>
              <a:spcBef>
                <a:spcPts val="0"/>
              </a:spcBef>
              <a:spcAft>
                <a:spcPts val="2200"/>
              </a:spcAft>
              <a:buFont typeface="Arial" panose="020B0604020202020204" pitchFamily="34" charset="0"/>
              <a:buNone/>
              <a:tabLst/>
              <a:defRPr sz="4000" b="0" i="0" kern="1200" baseline="0">
                <a:solidFill>
                  <a:schemeClr val="bg1"/>
                </a:solidFill>
                <a:latin typeface="Arial" panose="020B0604020202020204" pitchFamily="34" charset="0"/>
                <a:ea typeface="+mn-ea"/>
                <a:cs typeface="Arial" panose="020B0604020202020204" pitchFamily="34" charset="0"/>
              </a:defRPr>
            </a:lvl1pPr>
            <a:lvl2pPr marL="358775" indent="-206375" algn="l" defTabSz="914400" rtl="0" eaLnBrk="1" latinLnBrk="0" hangingPunct="1">
              <a:lnSpc>
                <a:spcPct val="100000"/>
              </a:lnSpc>
              <a:spcBef>
                <a:spcPts val="600"/>
              </a:spcBef>
              <a:spcAft>
                <a:spcPts val="1000"/>
              </a:spcAft>
              <a:buFont typeface="Arial" panose="020B0604020202020204" pitchFamily="34" charset="0"/>
              <a:buChar char="•"/>
              <a:tabLst/>
              <a:defRPr sz="1400" b="0" i="0" kern="1200" baseline="0">
                <a:solidFill>
                  <a:schemeClr val="tx1"/>
                </a:solidFill>
                <a:latin typeface="Arial" panose="020B0604020202020204" pitchFamily="34" charset="0"/>
                <a:ea typeface="+mn-ea"/>
                <a:cs typeface="Arial" panose="020B0604020202020204" pitchFamily="34" charset="0"/>
              </a:defRPr>
            </a:lvl2pPr>
            <a:lvl3pPr marL="0" indent="0" algn="l" defTabSz="914400" rtl="0" eaLnBrk="1" latinLnBrk="0" hangingPunct="1">
              <a:lnSpc>
                <a:spcPct val="100000"/>
              </a:lnSpc>
              <a:spcBef>
                <a:spcPts val="0"/>
              </a:spcBef>
              <a:spcAft>
                <a:spcPts val="1000"/>
              </a:spcAft>
              <a:buFont typeface="Arial" panose="020B0604020202020204" pitchFamily="34" charset="0"/>
              <a:buChar char="•"/>
              <a:tabLst/>
              <a:defRPr sz="1400" b="0" i="0" kern="1200" baseline="0">
                <a:solidFill>
                  <a:schemeClr val="tx1"/>
                </a:solidFill>
                <a:latin typeface="Arial" panose="020B0604020202020204" pitchFamily="34" charset="0"/>
                <a:ea typeface="+mn-ea"/>
                <a:cs typeface="Arial" panose="020B0604020202020204" pitchFamily="34" charset="0"/>
              </a:defRPr>
            </a:lvl3pPr>
            <a:lvl4pPr marL="7938" indent="0" algn="l" defTabSz="914400" rtl="0" eaLnBrk="1" latinLnBrk="0" hangingPunct="1">
              <a:lnSpc>
                <a:spcPct val="90000"/>
              </a:lnSpc>
              <a:spcBef>
                <a:spcPts val="500"/>
              </a:spcBef>
              <a:buFont typeface="Arial" panose="020B0604020202020204" pitchFamily="34" charset="0"/>
              <a:buChar char="•"/>
              <a:tabLst/>
              <a:defRPr sz="1400" kern="1200" baseline="0">
                <a:solidFill>
                  <a:schemeClr val="tx1"/>
                </a:solidFill>
                <a:latin typeface="Arial" panose="020B0604020202020204" pitchFamily="34" charset="0"/>
                <a:ea typeface="+mn-ea"/>
                <a:cs typeface="+mn-cs"/>
              </a:defRPr>
            </a:lvl4pPr>
            <a:lvl5pPr marL="223838" indent="-215900" algn="l" defTabSz="914400" rtl="0" eaLnBrk="1" latinLnBrk="0" hangingPunct="1">
              <a:lnSpc>
                <a:spcPct val="100000"/>
              </a:lnSpc>
              <a:spcBef>
                <a:spcPts val="0"/>
              </a:spcBef>
              <a:spcAft>
                <a:spcPts val="1000"/>
              </a:spcAft>
              <a:buClr>
                <a:schemeClr val="accent2"/>
              </a:buClr>
              <a:buFont typeface="+mj-lt"/>
              <a:buAutoNum type="arabicPeriod"/>
              <a:tabLst/>
              <a:defRPr sz="1400" b="0" i="0" kern="1200" baseline="0">
                <a:solidFill>
                  <a:schemeClr val="tx1"/>
                </a:solidFill>
                <a:latin typeface="Arial" panose="020B0604020202020204" pitchFamily="34" charset="0"/>
                <a:ea typeface="+mn-ea"/>
                <a:cs typeface="Arial" panose="020B0604020202020204" pitchFamily="34" charset="0"/>
              </a:defRPr>
            </a:lvl5pPr>
            <a:lvl6pPr marL="223838" indent="-215900" algn="l" defTabSz="914400" rtl="0" eaLnBrk="1" latinLnBrk="0" hangingPunct="1">
              <a:lnSpc>
                <a:spcPct val="100000"/>
              </a:lnSpc>
              <a:spcBef>
                <a:spcPts val="600"/>
              </a:spcBef>
              <a:spcAft>
                <a:spcPts val="1000"/>
              </a:spcAft>
              <a:buClr>
                <a:schemeClr val="accent2"/>
              </a:buClr>
              <a:buFont typeface="+mj-lt"/>
              <a:buAutoNum type="alphaLcPeriod"/>
              <a:tabLst/>
              <a:defRPr sz="1400" b="0" i="0" kern="1200">
                <a:solidFill>
                  <a:schemeClr val="tx1"/>
                </a:solidFill>
                <a:latin typeface="Arial" panose="020B0604020202020204" pitchFamily="34" charset="0"/>
                <a:ea typeface="+mn-ea"/>
                <a:cs typeface="Arial" panose="020B0604020202020204" pitchFamily="34" charset="0"/>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2200"/>
              </a:spcAft>
              <a:buClrTx/>
              <a:buSzTx/>
              <a:buFont typeface="Arial" panose="020B0604020202020204" pitchFamily="34" charset="0"/>
              <a:buNone/>
              <a:tabLst/>
              <a:defRPr/>
            </a:pPr>
            <a:r>
              <a:rPr kumimoji="0" lang="en-US" sz="32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Construction</a:t>
            </a:r>
          </a:p>
        </p:txBody>
      </p:sp>
    </p:spTree>
    <p:extLst>
      <p:ext uri="{BB962C8B-B14F-4D97-AF65-F5344CB8AC3E}">
        <p14:creationId xmlns:p14="http://schemas.microsoft.com/office/powerpoint/2010/main" val="10335086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figure 1">
            <a:extLst>
              <a:ext uri="{FF2B5EF4-FFF2-40B4-BE49-F238E27FC236}">
                <a16:creationId xmlns:a16="http://schemas.microsoft.com/office/drawing/2014/main" id="{79E0BE15-8683-49D4-A50C-F6E18C18DF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41562" y="107628"/>
            <a:ext cx="5333320" cy="6564086"/>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4C0D9BF2-1094-4143-9AFB-79F460DEC63F}"/>
              </a:ext>
            </a:extLst>
          </p:cNvPr>
          <p:cNvSpPr txBox="1"/>
          <p:nvPr/>
        </p:nvSpPr>
        <p:spPr>
          <a:xfrm>
            <a:off x="9274628" y="6237515"/>
            <a:ext cx="2016579" cy="369332"/>
          </a:xfrm>
          <a:prstGeom prst="rect">
            <a:avLst/>
          </a:prstGeom>
          <a:noFill/>
        </p:spPr>
        <p:txBody>
          <a:bodyPr wrap="square" rtlCol="0">
            <a:spAutoFit/>
          </a:bodyPr>
          <a:lstStyle/>
          <a:p>
            <a:r>
              <a:rPr lang="en-US" dirty="0">
                <a:hlinkClick r:id="rId3"/>
              </a:rPr>
              <a:t>Choi et al. 2020 </a:t>
            </a:r>
            <a:endParaRPr lang="de-DE" dirty="0"/>
          </a:p>
        </p:txBody>
      </p:sp>
    </p:spTree>
    <p:extLst>
      <p:ext uri="{BB962C8B-B14F-4D97-AF65-F5344CB8AC3E}">
        <p14:creationId xmlns:p14="http://schemas.microsoft.com/office/powerpoint/2010/main" val="351403360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243696B2-FC7B-1446-B3A5-F473E930953E}"/>
              </a:ext>
            </a:extLst>
          </p:cNvPr>
          <p:cNvSpPr>
            <a:spLocks noGrp="1"/>
          </p:cNvSpPr>
          <p:nvPr>
            <p:ph type="body" sz="quarter" idx="10"/>
          </p:nvPr>
        </p:nvSpPr>
        <p:spPr>
          <a:xfrm>
            <a:off x="713497" y="461098"/>
            <a:ext cx="10080000" cy="646331"/>
          </a:xfrm>
        </p:spPr>
        <p:txBody>
          <a:bodyPr/>
          <a:lstStyle/>
          <a:p>
            <a:r>
              <a:rPr lang="en-US" sz="3600" dirty="0"/>
              <a:t>Input data</a:t>
            </a:r>
          </a:p>
        </p:txBody>
      </p:sp>
      <p:sp>
        <p:nvSpPr>
          <p:cNvPr id="5" name="TextBox 4">
            <a:extLst>
              <a:ext uri="{FF2B5EF4-FFF2-40B4-BE49-F238E27FC236}">
                <a16:creationId xmlns:a16="http://schemas.microsoft.com/office/drawing/2014/main" id="{2F69D560-F0E4-4A5E-9D90-7A5174FA9E00}"/>
              </a:ext>
            </a:extLst>
          </p:cNvPr>
          <p:cNvSpPr txBox="1"/>
          <p:nvPr/>
        </p:nvSpPr>
        <p:spPr>
          <a:xfrm>
            <a:off x="363794" y="4262280"/>
            <a:ext cx="5906377" cy="1938992"/>
          </a:xfrm>
          <a:prstGeom prst="rect">
            <a:avLst/>
          </a:prstGeom>
          <a:noFill/>
        </p:spPr>
        <p:txBody>
          <a:bodyPr wrap="square" rtlCol="0">
            <a:spAutoFit/>
          </a:bodyPr>
          <a:lstStyle/>
          <a:p>
            <a:r>
              <a:rPr lang="en-US" sz="2000" dirty="0">
                <a:solidFill>
                  <a:srgbClr val="000000"/>
                </a:solidFill>
              </a:rPr>
              <a:t>Sample used to estimate the </a:t>
            </a:r>
            <a:r>
              <a:rPr lang="en-US" sz="2000" b="1" dirty="0">
                <a:solidFill>
                  <a:srgbClr val="000000"/>
                </a:solidFill>
              </a:rPr>
              <a:t>weights</a:t>
            </a:r>
            <a:r>
              <a:rPr lang="en-US" sz="2000" dirty="0">
                <a:solidFill>
                  <a:srgbClr val="000000"/>
                </a:solidFill>
              </a:rPr>
              <a:t> for the PGS</a:t>
            </a:r>
          </a:p>
          <a:p>
            <a:pPr marL="342900" indent="-342900">
              <a:buFont typeface="Wingdings" panose="05000000000000000000" pitchFamily="2" charset="2"/>
              <a:buChar char="à"/>
            </a:pPr>
            <a:r>
              <a:rPr lang="en-US" sz="2000" dirty="0">
                <a:solidFill>
                  <a:srgbClr val="000000"/>
                </a:solidFill>
                <a:sym typeface="Wingdings" panose="05000000000000000000" pitchFamily="2" charset="2"/>
              </a:rPr>
              <a:t>Largest </a:t>
            </a:r>
            <a:r>
              <a:rPr lang="en-US" sz="2000" dirty="0">
                <a:solidFill>
                  <a:srgbClr val="000000"/>
                </a:solidFill>
              </a:rPr>
              <a:t>GWAS summary statistics</a:t>
            </a:r>
          </a:p>
          <a:p>
            <a:pPr marL="342900" indent="-342900">
              <a:buFont typeface="Wingdings" panose="05000000000000000000" pitchFamily="2" charset="2"/>
              <a:buChar char="à"/>
            </a:pPr>
            <a:r>
              <a:rPr lang="en-US" sz="2000" dirty="0">
                <a:solidFill>
                  <a:srgbClr val="000000"/>
                </a:solidFill>
              </a:rPr>
              <a:t>We need: </a:t>
            </a:r>
          </a:p>
          <a:p>
            <a:pPr marL="800100" lvl="1" indent="-342900">
              <a:buFont typeface="Arial" panose="020B0604020202020204" pitchFamily="34" charset="0"/>
              <a:buChar char="•"/>
            </a:pPr>
            <a:r>
              <a:rPr lang="en-US" sz="2000" dirty="0">
                <a:solidFill>
                  <a:srgbClr val="000000"/>
                </a:solidFill>
                <a:sym typeface="Wingdings" panose="05000000000000000000" pitchFamily="2" charset="2"/>
              </a:rPr>
              <a:t>Effect sizes of the variants: </a:t>
            </a:r>
            <a:r>
              <a:rPr lang="en-US" sz="2000" dirty="0">
                <a:solidFill>
                  <a:srgbClr val="000000"/>
                </a:solidFill>
              </a:rPr>
              <a:t>betas/OR</a:t>
            </a:r>
          </a:p>
          <a:p>
            <a:pPr marL="800100" lvl="1" indent="-342900">
              <a:buFont typeface="Arial" panose="020B0604020202020204" pitchFamily="34" charset="0"/>
              <a:buChar char="•"/>
            </a:pPr>
            <a:r>
              <a:rPr lang="en-US" sz="2000" dirty="0">
                <a:solidFill>
                  <a:srgbClr val="000000"/>
                </a:solidFill>
              </a:rPr>
              <a:t>Standard errors</a:t>
            </a:r>
          </a:p>
          <a:p>
            <a:pPr marL="800100" lvl="1" indent="-342900">
              <a:buFont typeface="Arial" panose="020B0604020202020204" pitchFamily="34" charset="0"/>
              <a:buChar char="•"/>
            </a:pPr>
            <a:r>
              <a:rPr lang="en-US" sz="2000" dirty="0">
                <a:solidFill>
                  <a:srgbClr val="000000"/>
                </a:solidFill>
              </a:rPr>
              <a:t>P-values</a:t>
            </a:r>
            <a:endParaRPr lang="de-DE" sz="2000" dirty="0"/>
          </a:p>
        </p:txBody>
      </p:sp>
      <p:sp>
        <p:nvSpPr>
          <p:cNvPr id="6" name="TextBox 5">
            <a:extLst>
              <a:ext uri="{FF2B5EF4-FFF2-40B4-BE49-F238E27FC236}">
                <a16:creationId xmlns:a16="http://schemas.microsoft.com/office/drawing/2014/main" id="{43F6C9F8-DBBE-4C90-BF07-BE3D49CFB207}"/>
              </a:ext>
            </a:extLst>
          </p:cNvPr>
          <p:cNvSpPr txBox="1"/>
          <p:nvPr/>
        </p:nvSpPr>
        <p:spPr>
          <a:xfrm>
            <a:off x="6454877" y="4262279"/>
            <a:ext cx="5643717" cy="1323439"/>
          </a:xfrm>
          <a:prstGeom prst="rect">
            <a:avLst/>
          </a:prstGeom>
          <a:noFill/>
        </p:spPr>
        <p:txBody>
          <a:bodyPr wrap="square" rtlCol="0">
            <a:spAutoFit/>
          </a:bodyPr>
          <a:lstStyle/>
          <a:p>
            <a:pPr lvl="0">
              <a:defRPr/>
            </a:pPr>
            <a:r>
              <a:rPr lang="en-US" sz="2000" dirty="0">
                <a:solidFill>
                  <a:srgbClr val="000000"/>
                </a:solidFill>
                <a:sym typeface="Wingdings" panose="05000000000000000000" pitchFamily="2" charset="2"/>
              </a:rPr>
              <a:t>Sample where we will apply the PGS</a:t>
            </a:r>
          </a:p>
          <a:p>
            <a:pPr marL="342900" lvl="0" indent="-342900">
              <a:buFont typeface="Wingdings" panose="05000000000000000000" pitchFamily="2" charset="2"/>
              <a:buChar char="à"/>
              <a:defRPr/>
            </a:pPr>
            <a:r>
              <a:rPr lang="en-US" sz="2000" dirty="0">
                <a:solidFill>
                  <a:srgbClr val="000000"/>
                </a:solidFill>
                <a:sym typeface="Wingdings" panose="05000000000000000000" pitchFamily="2" charset="2"/>
              </a:rPr>
              <a:t>Individual level data (genotype data)</a:t>
            </a:r>
          </a:p>
          <a:p>
            <a:pPr marL="342900" lvl="0" indent="-342900">
              <a:buFont typeface="Wingdings" panose="05000000000000000000" pitchFamily="2" charset="2"/>
              <a:buChar char="à"/>
              <a:defRPr/>
            </a:pPr>
            <a:r>
              <a:rPr lang="en-US" sz="2000" dirty="0">
                <a:solidFill>
                  <a:srgbClr val="000000"/>
                </a:solidFill>
                <a:sym typeface="Wingdings" panose="05000000000000000000" pitchFamily="2" charset="2"/>
              </a:rPr>
              <a:t>Often smaller sample size compared to the base data</a:t>
            </a:r>
          </a:p>
        </p:txBody>
      </p:sp>
      <p:pic>
        <p:nvPicPr>
          <p:cNvPr id="7" name="Picture 2" descr="figure 1">
            <a:extLst>
              <a:ext uri="{FF2B5EF4-FFF2-40B4-BE49-F238E27FC236}">
                <a16:creationId xmlns:a16="http://schemas.microsoft.com/office/drawing/2014/main" id="{50496799-12F7-43B1-9292-FE381597FE4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 b="73031"/>
          <a:stretch/>
        </p:blipFill>
        <p:spPr bwMode="auto">
          <a:xfrm>
            <a:off x="2233181" y="1408471"/>
            <a:ext cx="7725637" cy="25644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2281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243696B2-FC7B-1446-B3A5-F473E930953E}"/>
              </a:ext>
            </a:extLst>
          </p:cNvPr>
          <p:cNvSpPr>
            <a:spLocks noGrp="1"/>
          </p:cNvSpPr>
          <p:nvPr>
            <p:ph type="body" sz="quarter" idx="10"/>
          </p:nvPr>
        </p:nvSpPr>
        <p:spPr>
          <a:xfrm>
            <a:off x="713497" y="461098"/>
            <a:ext cx="10080000" cy="584775"/>
          </a:xfrm>
        </p:spPr>
        <p:txBody>
          <a:bodyPr/>
          <a:lstStyle/>
          <a:p>
            <a:r>
              <a:rPr lang="en-US" dirty="0"/>
              <a:t>Base and target data harmonization</a:t>
            </a:r>
          </a:p>
        </p:txBody>
      </p:sp>
      <p:pic>
        <p:nvPicPr>
          <p:cNvPr id="4" name="Google Shape;206;p20" descr="figure 1">
            <a:extLst>
              <a:ext uri="{FF2B5EF4-FFF2-40B4-BE49-F238E27FC236}">
                <a16:creationId xmlns:a16="http://schemas.microsoft.com/office/drawing/2014/main" id="{D98AB90A-B148-4CE8-B649-419217223C67}"/>
              </a:ext>
            </a:extLst>
          </p:cNvPr>
          <p:cNvPicPr preferRelativeResize="0"/>
          <p:nvPr/>
        </p:nvPicPr>
        <p:blipFill rotWithShape="1">
          <a:blip r:embed="rId3">
            <a:alphaModFix/>
          </a:blip>
          <a:srcRect t="26804" b="55486"/>
          <a:stretch/>
        </p:blipFill>
        <p:spPr>
          <a:xfrm>
            <a:off x="2239191" y="1474839"/>
            <a:ext cx="7713618" cy="1681316"/>
          </a:xfrm>
          <a:prstGeom prst="rect">
            <a:avLst/>
          </a:prstGeom>
          <a:noFill/>
          <a:ln>
            <a:noFill/>
          </a:ln>
        </p:spPr>
      </p:pic>
      <p:sp>
        <p:nvSpPr>
          <p:cNvPr id="3" name="TextBox 2">
            <a:extLst>
              <a:ext uri="{FF2B5EF4-FFF2-40B4-BE49-F238E27FC236}">
                <a16:creationId xmlns:a16="http://schemas.microsoft.com/office/drawing/2014/main" id="{02A0F8DC-8DD9-4AB3-B106-C92BBAFC5928}"/>
              </a:ext>
            </a:extLst>
          </p:cNvPr>
          <p:cNvSpPr txBox="1"/>
          <p:nvPr/>
        </p:nvSpPr>
        <p:spPr>
          <a:xfrm>
            <a:off x="634838" y="3429000"/>
            <a:ext cx="10566562" cy="2862322"/>
          </a:xfrm>
          <a:prstGeom prst="rect">
            <a:avLst/>
          </a:prstGeom>
          <a:noFill/>
        </p:spPr>
        <p:txBody>
          <a:bodyPr wrap="square" rtlCol="0">
            <a:spAutoFit/>
          </a:bodyPr>
          <a:lstStyle/>
          <a:p>
            <a:pPr marL="342900" indent="-342900">
              <a:buFont typeface="Arial" panose="020B0604020202020204" pitchFamily="34" charset="0"/>
              <a:buChar char="•"/>
            </a:pPr>
            <a:r>
              <a:rPr lang="en-GB" sz="2000" dirty="0"/>
              <a:t>Genome build matching: GRCh37 vs GRCh38</a:t>
            </a:r>
          </a:p>
          <a:p>
            <a:pPr marL="342900" indent="-342900">
              <a:buFont typeface="Arial" panose="020B0604020202020204" pitchFamily="34" charset="0"/>
              <a:buChar char="•"/>
            </a:pPr>
            <a:r>
              <a:rPr lang="en-GB" sz="2000" dirty="0"/>
              <a:t>Effect allele alignment</a:t>
            </a:r>
            <a:endParaRPr lang="en-US" sz="2000" b="1" dirty="0">
              <a:solidFill>
                <a:srgbClr val="000000"/>
              </a:solidFill>
              <a:latin typeface="Arial" panose="020B0604020202020204"/>
            </a:endParaRPr>
          </a:p>
          <a:p>
            <a:pPr marL="342900" indent="-342900">
              <a:buFont typeface="Arial" panose="020B0604020202020204" pitchFamily="34" charset="0"/>
              <a:buChar char="•"/>
            </a:pPr>
            <a:r>
              <a:rPr lang="en-US" sz="2000" b="1" dirty="0">
                <a:solidFill>
                  <a:srgbClr val="000000"/>
                </a:solidFill>
                <a:latin typeface="Arial" panose="020B0604020202020204"/>
              </a:rPr>
              <a:t>No s</a:t>
            </a:r>
            <a:r>
              <a:rPr kumimoji="0" lang="en-US" sz="2000" b="1" i="0" u="none" strike="noStrike" kern="1200" cap="none" spc="0" normalizeH="0" baseline="0" noProof="0" dirty="0">
                <a:ln>
                  <a:noFill/>
                </a:ln>
                <a:solidFill>
                  <a:srgbClr val="000000"/>
                </a:solidFill>
                <a:effectLst/>
                <a:uLnTx/>
                <a:uFillTx/>
                <a:latin typeface="Arial" panose="020B0604020202020204"/>
                <a:ea typeface="+mn-ea"/>
                <a:cs typeface="+mn-cs"/>
              </a:rPr>
              <a:t>ample overlap </a:t>
            </a:r>
            <a:r>
              <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rPr>
              <a:t>between base and target data</a:t>
            </a:r>
          </a:p>
          <a:p>
            <a:pPr marL="742950" lvl="1" indent="-285750">
              <a:buFont typeface="Wingdings" panose="05000000000000000000" pitchFamily="2" charset="2"/>
              <a:buChar char="à"/>
              <a:defRPr/>
            </a:pPr>
            <a:r>
              <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sym typeface="Wingdings" panose="05000000000000000000" pitchFamily="2" charset="2"/>
              </a:rPr>
              <a:t>Can lead to </a:t>
            </a:r>
            <a:r>
              <a:rPr lang="en-GB" sz="2000" b="1" dirty="0"/>
              <a:t>overfitting</a:t>
            </a:r>
            <a:r>
              <a:rPr lang="en-GB" sz="2000" dirty="0"/>
              <a:t> and inflated performance estimates</a:t>
            </a:r>
            <a:endParaRPr kumimoji="0" lang="en-US" sz="2000" i="0" u="none" strike="noStrike" kern="1200" cap="none" spc="0" normalizeH="0" baseline="0" noProof="0" dirty="0">
              <a:ln>
                <a:noFill/>
              </a:ln>
              <a:solidFill>
                <a:srgbClr val="000000"/>
              </a:solidFill>
              <a:effectLst/>
              <a:uLnTx/>
              <a:uFillTx/>
              <a:latin typeface="Arial" panose="020B0604020202020204"/>
              <a:ea typeface="+mn-ea"/>
              <a:cs typeface="+mn-cs"/>
              <a:sym typeface="Wingdings" panose="05000000000000000000" pitchFamily="2" charset="2"/>
            </a:endParaRP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à"/>
              <a:tabLst/>
              <a:defRPr/>
            </a:pPr>
            <a:endPar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sym typeface="Wingdings" panose="05000000000000000000" pitchFamily="2" charset="2"/>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rPr>
              <a:t>Need </a:t>
            </a:r>
            <a:r>
              <a:rPr kumimoji="0" lang="en-US" sz="2000" b="1" i="0" u="none" strike="noStrike" kern="1200" cap="none" spc="0" normalizeH="0" baseline="0" noProof="0" dirty="0">
                <a:ln>
                  <a:noFill/>
                </a:ln>
                <a:solidFill>
                  <a:srgbClr val="000000"/>
                </a:solidFill>
                <a:effectLst/>
                <a:uLnTx/>
                <a:uFillTx/>
                <a:latin typeface="Arial" panose="020B0604020202020204"/>
                <a:ea typeface="+mn-ea"/>
                <a:cs typeface="+mn-cs"/>
              </a:rPr>
              <a:t>homogeneity</a:t>
            </a:r>
            <a:r>
              <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rPr>
              <a:t> between base and target samples</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à"/>
              <a:tabLst/>
              <a:defRPr/>
            </a:pPr>
            <a:r>
              <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sym typeface="Wingdings" panose="05000000000000000000" pitchFamily="2" charset="2"/>
              </a:rPr>
              <a:t>Hypothesis = samples underlie the same genetic architecture and environmental conditions</a:t>
            </a:r>
            <a:endParaRPr lang="en-US" sz="2000" dirty="0">
              <a:solidFill>
                <a:srgbClr val="000000"/>
              </a:solidFill>
              <a:latin typeface="Arial" panose="020B0604020202020204"/>
              <a:sym typeface="Wingdings" panose="05000000000000000000" pitchFamily="2" charset="2"/>
            </a:endParaRP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à"/>
              <a:tabLst/>
              <a:defRPr/>
            </a:pPr>
            <a:r>
              <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sym typeface="Wingdings" panose="05000000000000000000" pitchFamily="2" charset="2"/>
              </a:rPr>
              <a:t>E.g. same p</a:t>
            </a:r>
            <a:r>
              <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rPr>
              <a:t>opulation structure/genetic ancestry</a:t>
            </a:r>
          </a:p>
        </p:txBody>
      </p:sp>
    </p:spTree>
    <p:extLst>
      <p:ext uri="{BB962C8B-B14F-4D97-AF65-F5344CB8AC3E}">
        <p14:creationId xmlns:p14="http://schemas.microsoft.com/office/powerpoint/2010/main" val="6918730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243696B2-FC7B-1446-B3A5-F473E930953E}"/>
              </a:ext>
            </a:extLst>
          </p:cNvPr>
          <p:cNvSpPr>
            <a:spLocks noGrp="1"/>
          </p:cNvSpPr>
          <p:nvPr>
            <p:ph type="body" sz="quarter" idx="10"/>
          </p:nvPr>
        </p:nvSpPr>
        <p:spPr>
          <a:xfrm>
            <a:off x="713497" y="461098"/>
            <a:ext cx="10080000" cy="584775"/>
          </a:xfrm>
        </p:spPr>
        <p:txBody>
          <a:bodyPr/>
          <a:lstStyle/>
          <a:p>
            <a:r>
              <a:rPr lang="en-US" dirty="0"/>
              <a:t>PGS calculation</a:t>
            </a:r>
          </a:p>
        </p:txBody>
      </p:sp>
      <p:pic>
        <p:nvPicPr>
          <p:cNvPr id="4" name="Google Shape;206;p20" descr="figure 1">
            <a:extLst>
              <a:ext uri="{FF2B5EF4-FFF2-40B4-BE49-F238E27FC236}">
                <a16:creationId xmlns:a16="http://schemas.microsoft.com/office/drawing/2014/main" id="{D98AB90A-B148-4CE8-B649-419217223C67}"/>
              </a:ext>
            </a:extLst>
          </p:cNvPr>
          <p:cNvPicPr preferRelativeResize="0"/>
          <p:nvPr/>
        </p:nvPicPr>
        <p:blipFill rotWithShape="1">
          <a:blip r:embed="rId3">
            <a:alphaModFix/>
          </a:blip>
          <a:srcRect t="44939" b="26412"/>
          <a:stretch/>
        </p:blipFill>
        <p:spPr>
          <a:xfrm>
            <a:off x="2425870" y="1853154"/>
            <a:ext cx="7340259" cy="2588217"/>
          </a:xfrm>
          <a:prstGeom prst="rect">
            <a:avLst/>
          </a:prstGeom>
          <a:noFill/>
          <a:ln>
            <a:noFill/>
          </a:ln>
        </p:spPr>
      </p:pic>
      <p:sp>
        <p:nvSpPr>
          <p:cNvPr id="3" name="TextBox 2">
            <a:extLst>
              <a:ext uri="{FF2B5EF4-FFF2-40B4-BE49-F238E27FC236}">
                <a16:creationId xmlns:a16="http://schemas.microsoft.com/office/drawing/2014/main" id="{02A0F8DC-8DD9-4AB3-B106-C92BBAFC5928}"/>
              </a:ext>
            </a:extLst>
          </p:cNvPr>
          <p:cNvSpPr txBox="1"/>
          <p:nvPr/>
        </p:nvSpPr>
        <p:spPr>
          <a:xfrm>
            <a:off x="2029412" y="4786987"/>
            <a:ext cx="8133173" cy="461665"/>
          </a:xfrm>
          <a:prstGeom prst="rect">
            <a:avLst/>
          </a:prstGeom>
          <a:noFill/>
        </p:spPr>
        <p:txBody>
          <a:bodyPr wrap="square" rtlCol="0">
            <a:spAutoFit/>
          </a:bodyPr>
          <a:lstStyle/>
          <a:p>
            <a:pPr marR="0" lvl="0" algn="ctr" defTabSz="914400" rtl="0" eaLnBrk="1" fontAlgn="auto" latinLnBrk="0" hangingPunct="1">
              <a:lnSpc>
                <a:spcPct val="100000"/>
              </a:lnSpc>
              <a:spcBef>
                <a:spcPts val="0"/>
              </a:spcBef>
              <a:spcAft>
                <a:spcPts val="0"/>
              </a:spcAft>
              <a:buClrTx/>
              <a:buSzTx/>
              <a:tabLst/>
              <a:defRPr/>
            </a:pPr>
            <a:r>
              <a:rPr kumimoji="0" lang="en-US" sz="2400" b="0" i="0" u="none" strike="noStrike" kern="1200" cap="none" spc="0" normalizeH="0" baseline="0" noProof="0" dirty="0">
                <a:ln>
                  <a:noFill/>
                </a:ln>
                <a:solidFill>
                  <a:srgbClr val="000000"/>
                </a:solidFill>
                <a:effectLst/>
                <a:uLnTx/>
                <a:uFillTx/>
                <a:latin typeface="Arial" panose="020B0604020202020204"/>
                <a:ea typeface="+mn-ea"/>
                <a:cs typeface="+mn-cs"/>
                <a:sym typeface="Wingdings" panose="05000000000000000000" pitchFamily="2" charset="2"/>
              </a:rPr>
              <a:t>How </a:t>
            </a:r>
            <a:r>
              <a:rPr lang="en-US" sz="2400" dirty="0">
                <a:solidFill>
                  <a:srgbClr val="000000"/>
                </a:solidFill>
                <a:latin typeface="Arial" panose="020B0604020202020204"/>
                <a:sym typeface="Wingdings" panose="05000000000000000000" pitchFamily="2" charset="2"/>
              </a:rPr>
              <a:t>to s</a:t>
            </a:r>
            <a:r>
              <a:rPr kumimoji="0" lang="en-US" sz="2400" b="0" i="0" u="none" strike="noStrike" kern="1200" cap="none" spc="0" normalizeH="0" baseline="0" noProof="0" dirty="0">
                <a:ln>
                  <a:noFill/>
                </a:ln>
                <a:solidFill>
                  <a:srgbClr val="000000"/>
                </a:solidFill>
                <a:effectLst/>
                <a:uLnTx/>
                <a:uFillTx/>
                <a:latin typeface="Arial" panose="020B0604020202020204"/>
                <a:ea typeface="+mn-ea"/>
                <a:cs typeface="+mn-cs"/>
                <a:sym typeface="Wingdings" panose="05000000000000000000" pitchFamily="2" charset="2"/>
              </a:rPr>
              <a:t>elect the genetics variants to include in the PGS?</a:t>
            </a:r>
          </a:p>
        </p:txBody>
      </p:sp>
    </p:spTree>
    <p:extLst>
      <p:ext uri="{BB962C8B-B14F-4D97-AF65-F5344CB8AC3E}">
        <p14:creationId xmlns:p14="http://schemas.microsoft.com/office/powerpoint/2010/main" val="21879132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243696B2-FC7B-1446-B3A5-F473E930953E}"/>
              </a:ext>
            </a:extLst>
          </p:cNvPr>
          <p:cNvSpPr>
            <a:spLocks noGrp="1"/>
          </p:cNvSpPr>
          <p:nvPr>
            <p:ph type="body" sz="quarter" idx="10"/>
          </p:nvPr>
        </p:nvSpPr>
        <p:spPr>
          <a:xfrm>
            <a:off x="713497" y="461098"/>
            <a:ext cx="10080000" cy="646331"/>
          </a:xfrm>
        </p:spPr>
        <p:txBody>
          <a:bodyPr/>
          <a:lstStyle/>
          <a:p>
            <a:r>
              <a:rPr lang="en-US" sz="3600" dirty="0"/>
              <a:t>Selection of variants for PGS calculation</a:t>
            </a:r>
          </a:p>
        </p:txBody>
      </p:sp>
      <p:sp>
        <p:nvSpPr>
          <p:cNvPr id="3" name="TextBox 2">
            <a:extLst>
              <a:ext uri="{FF2B5EF4-FFF2-40B4-BE49-F238E27FC236}">
                <a16:creationId xmlns:a16="http://schemas.microsoft.com/office/drawing/2014/main" id="{02A0F8DC-8DD9-4AB3-B106-C92BBAFC5928}"/>
              </a:ext>
            </a:extLst>
          </p:cNvPr>
          <p:cNvSpPr txBox="1"/>
          <p:nvPr/>
        </p:nvSpPr>
        <p:spPr>
          <a:xfrm>
            <a:off x="713497" y="1467809"/>
            <a:ext cx="10397327" cy="1015663"/>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rPr>
              <a:t>Historically: top associated variants</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à"/>
              <a:tabLst/>
              <a:defRPr/>
            </a:pPr>
            <a:r>
              <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sym typeface="Wingdings" panose="05000000000000000000" pitchFamily="2" charset="2"/>
              </a:rPr>
              <a:t>Challenging in </a:t>
            </a:r>
            <a:r>
              <a:rPr kumimoji="0" lang="en-US" sz="2000" b="0" i="0" u="none" strike="noStrike" kern="1200" cap="none" spc="0" normalizeH="0" baseline="0" noProof="0" dirty="0" err="1">
                <a:ln>
                  <a:noFill/>
                </a:ln>
                <a:solidFill>
                  <a:srgbClr val="000000"/>
                </a:solidFill>
                <a:effectLst/>
                <a:uLnTx/>
                <a:uFillTx/>
                <a:latin typeface="Arial" panose="020B0604020202020204"/>
                <a:ea typeface="+mn-ea"/>
                <a:cs typeface="+mn-cs"/>
                <a:sym typeface="Wingdings" panose="05000000000000000000" pitchFamily="2" charset="2"/>
              </a:rPr>
              <a:t>omnigenic</a:t>
            </a:r>
            <a:r>
              <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sym typeface="Wingdings" panose="05000000000000000000" pitchFamily="2" charset="2"/>
              </a:rPr>
              <a:t> and polygenic models</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à"/>
              <a:tabLst/>
              <a:defRPr/>
            </a:pPr>
            <a:r>
              <a:rPr lang="en-US" sz="2000" dirty="0">
                <a:solidFill>
                  <a:srgbClr val="000000"/>
                </a:solidFill>
                <a:latin typeface="Arial" panose="020B0604020202020204"/>
                <a:sym typeface="Wingdings" panose="05000000000000000000" pitchFamily="2" charset="2"/>
              </a:rPr>
              <a:t>Reduced predictive power</a:t>
            </a:r>
          </a:p>
        </p:txBody>
      </p:sp>
      <p:pic>
        <p:nvPicPr>
          <p:cNvPr id="5" name="Picture 2" descr="Regional association plot and linkage disequilibrium pattern at the... |  Download Scientific Diagram">
            <a:extLst>
              <a:ext uri="{FF2B5EF4-FFF2-40B4-BE49-F238E27FC236}">
                <a16:creationId xmlns:a16="http://schemas.microsoft.com/office/drawing/2014/main" id="{35196101-3858-4844-9349-BCC359440F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37988" y="1391758"/>
            <a:ext cx="4021394" cy="4670006"/>
          </a:xfrm>
          <a:prstGeom prst="rect">
            <a:avLst/>
          </a:prstGeom>
          <a:noFill/>
          <a:extLst>
            <a:ext uri="{909E8E84-426E-40DD-AFC4-6F175D3DCCD1}">
              <a14:hiddenFill xmlns:a14="http://schemas.microsoft.com/office/drawing/2010/main">
                <a:solidFill>
                  <a:srgbClr val="FFFFFF"/>
                </a:solidFill>
              </a14:hiddenFill>
            </a:ext>
          </a:extLst>
        </p:spPr>
      </p:pic>
      <p:sp>
        <p:nvSpPr>
          <p:cNvPr id="6" name="Cloud 5">
            <a:extLst>
              <a:ext uri="{FF2B5EF4-FFF2-40B4-BE49-F238E27FC236}">
                <a16:creationId xmlns:a16="http://schemas.microsoft.com/office/drawing/2014/main" id="{8DE5D461-0F0C-4FE3-ADC7-1C20B942513C}"/>
              </a:ext>
            </a:extLst>
          </p:cNvPr>
          <p:cNvSpPr/>
          <p:nvPr/>
        </p:nvSpPr>
        <p:spPr>
          <a:xfrm rot="10953982">
            <a:off x="1910277" y="3770877"/>
            <a:ext cx="3196747" cy="1304662"/>
          </a:xfrm>
          <a:prstGeom prst="cloud">
            <a:avLst/>
          </a:prstGeom>
          <a:solidFill>
            <a:srgbClr val="FF506E">
              <a:alpha val="69804"/>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7" name="TextBox 6">
            <a:extLst>
              <a:ext uri="{FF2B5EF4-FFF2-40B4-BE49-F238E27FC236}">
                <a16:creationId xmlns:a16="http://schemas.microsoft.com/office/drawing/2014/main" id="{8E5A3291-7623-423D-9B2F-0ADFEE41CFC9}"/>
              </a:ext>
            </a:extLst>
          </p:cNvPr>
          <p:cNvSpPr txBox="1"/>
          <p:nvPr/>
        </p:nvSpPr>
        <p:spPr>
          <a:xfrm>
            <a:off x="2695449" y="4269878"/>
            <a:ext cx="3097612" cy="255860"/>
          </a:xfrm>
          <a:prstGeom prst="rect">
            <a:avLst/>
          </a:prstGeom>
          <a:noFill/>
        </p:spPr>
        <p:txBody>
          <a:bodyPr wrap="square" lIns="0" tIns="0" rIns="0" bIns="0" rtlCol="0">
            <a:noAutofit/>
          </a:bodyPr>
          <a:lstStyle/>
          <a:p>
            <a:pPr algn="l"/>
            <a:r>
              <a:rPr lang="en-US" sz="2400" dirty="0"/>
              <a:t>What is LD?</a:t>
            </a:r>
            <a:endParaRPr lang="de-DE" sz="2400" dirty="0"/>
          </a:p>
        </p:txBody>
      </p:sp>
      <p:sp>
        <p:nvSpPr>
          <p:cNvPr id="8" name="TextBox 7">
            <a:extLst>
              <a:ext uri="{FF2B5EF4-FFF2-40B4-BE49-F238E27FC236}">
                <a16:creationId xmlns:a16="http://schemas.microsoft.com/office/drawing/2014/main" id="{CA27F5C5-590A-471D-9AC5-9B8768FC5F4A}"/>
              </a:ext>
            </a:extLst>
          </p:cNvPr>
          <p:cNvSpPr txBox="1"/>
          <p:nvPr/>
        </p:nvSpPr>
        <p:spPr>
          <a:xfrm>
            <a:off x="713497" y="2848356"/>
            <a:ext cx="6842593" cy="707886"/>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sym typeface="Wingdings" panose="05000000000000000000" pitchFamily="2" charset="2"/>
              </a:rPr>
              <a:t>Solution: </a:t>
            </a:r>
            <a:r>
              <a:rPr lang="en-US" sz="2000" dirty="0">
                <a:solidFill>
                  <a:srgbClr val="000000"/>
                </a:solidFill>
                <a:latin typeface="Arial" panose="020B0604020202020204"/>
                <a:sym typeface="Wingdings" panose="05000000000000000000" pitchFamily="2" charset="2"/>
              </a:rPr>
              <a:t>us</a:t>
            </a:r>
            <a:r>
              <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sym typeface="Wingdings" panose="05000000000000000000" pitchFamily="2" charset="2"/>
              </a:rPr>
              <a:t>e all variants (</a:t>
            </a:r>
            <a:r>
              <a:rPr kumimoji="0" lang="en-US" sz="2000" b="0" i="0" u="none" strike="noStrike" kern="1200" cap="none" spc="0" normalizeH="0" baseline="0" noProof="0" dirty="0" err="1">
                <a:ln>
                  <a:noFill/>
                </a:ln>
                <a:solidFill>
                  <a:srgbClr val="000000"/>
                </a:solidFill>
                <a:effectLst/>
                <a:uLnTx/>
                <a:uFillTx/>
                <a:latin typeface="Arial" panose="020B0604020202020204"/>
                <a:ea typeface="+mn-ea"/>
                <a:cs typeface="+mn-cs"/>
                <a:sym typeface="Wingdings" panose="05000000000000000000" pitchFamily="2" charset="2"/>
              </a:rPr>
              <a:t>omnigenic</a:t>
            </a:r>
            <a:r>
              <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sym typeface="Wingdings" panose="05000000000000000000" pitchFamily="2" charset="2"/>
              </a:rPr>
              <a:t> model)</a:t>
            </a:r>
            <a:endParaRPr lang="en-US" sz="2000" dirty="0">
              <a:solidFill>
                <a:srgbClr val="000000"/>
              </a:solidFill>
              <a:sym typeface="Wingdings" panose="05000000000000000000" pitchFamily="2" charset="2"/>
            </a:endParaRPr>
          </a:p>
          <a:p>
            <a:pPr marL="742950" lvl="1" indent="-285750">
              <a:buFont typeface="Wingdings" panose="05000000000000000000" pitchFamily="2" charset="2"/>
              <a:buChar char="à"/>
              <a:defRPr/>
            </a:pPr>
            <a:r>
              <a:rPr lang="en-US" sz="2000" dirty="0">
                <a:solidFill>
                  <a:srgbClr val="000000"/>
                </a:solidFill>
                <a:sym typeface="Wingdings" panose="05000000000000000000" pitchFamily="2" charset="2"/>
              </a:rPr>
              <a:t>Problem: linkage disequilibrium (LD)</a:t>
            </a:r>
          </a:p>
        </p:txBody>
      </p:sp>
      <p:sp>
        <p:nvSpPr>
          <p:cNvPr id="9" name="TextBox 8">
            <a:extLst>
              <a:ext uri="{FF2B5EF4-FFF2-40B4-BE49-F238E27FC236}">
                <a16:creationId xmlns:a16="http://schemas.microsoft.com/office/drawing/2014/main" id="{67E075ED-9E88-45E5-9498-DAA9CD5F4F17}"/>
              </a:ext>
            </a:extLst>
          </p:cNvPr>
          <p:cNvSpPr txBox="1"/>
          <p:nvPr/>
        </p:nvSpPr>
        <p:spPr>
          <a:xfrm>
            <a:off x="713496" y="5341695"/>
            <a:ext cx="10397327" cy="1323439"/>
          </a:xfrm>
          <a:prstGeom prst="rect">
            <a:avLst/>
          </a:prstGeom>
          <a:noFill/>
        </p:spPr>
        <p:txBody>
          <a:bodyPr wrap="square" rtlCol="0">
            <a:spAutoFit/>
          </a:bodyPr>
          <a:lstStyle/>
          <a:p>
            <a:pPr marL="285750" lvl="0" indent="-285750">
              <a:buFont typeface="Arial" panose="020B0604020202020204" pitchFamily="34" charset="0"/>
              <a:buChar char="•"/>
              <a:defRPr/>
            </a:pPr>
            <a:r>
              <a:rPr lang="en-US" sz="2000" dirty="0">
                <a:solidFill>
                  <a:srgbClr val="000000"/>
                </a:solidFill>
                <a:sym typeface="Wingdings" panose="05000000000000000000" pitchFamily="2" charset="2"/>
              </a:rPr>
              <a:t>Now: select </a:t>
            </a:r>
            <a:r>
              <a:rPr lang="en-US" sz="2000" b="1" dirty="0">
                <a:solidFill>
                  <a:srgbClr val="000000"/>
                </a:solidFill>
                <a:sym typeface="Wingdings" panose="05000000000000000000" pitchFamily="2" charset="2"/>
              </a:rPr>
              <a:t>independent variants </a:t>
            </a:r>
            <a:r>
              <a:rPr lang="en-US" sz="2000" dirty="0">
                <a:solidFill>
                  <a:srgbClr val="000000"/>
                </a:solidFill>
                <a:sym typeface="Wingdings" panose="05000000000000000000" pitchFamily="2" charset="2"/>
              </a:rPr>
              <a:t>(clumping, pruning)</a:t>
            </a:r>
            <a:r>
              <a:rPr lang="en-US" sz="2000" dirty="0">
                <a:solidFill>
                  <a:srgbClr val="000000"/>
                </a:solidFill>
              </a:rPr>
              <a:t> </a:t>
            </a:r>
          </a:p>
          <a:p>
            <a:pPr marL="742950" lvl="1" indent="-285750">
              <a:buFont typeface="Wingdings" panose="05000000000000000000" pitchFamily="2" charset="2"/>
              <a:buChar char="à"/>
              <a:defRPr/>
            </a:pPr>
            <a:r>
              <a:rPr lang="en-US" sz="2000" dirty="0">
                <a:solidFill>
                  <a:srgbClr val="000000"/>
                </a:solidFill>
                <a:sym typeface="Wingdings" panose="05000000000000000000" pitchFamily="2" charset="2"/>
              </a:rPr>
              <a:t>One representative for each LD block</a:t>
            </a:r>
          </a:p>
          <a:p>
            <a:pPr marL="742950" lvl="1" indent="-285750">
              <a:buFont typeface="Wingdings" panose="05000000000000000000" pitchFamily="2" charset="2"/>
              <a:buChar char="à"/>
              <a:defRPr/>
            </a:pPr>
            <a:r>
              <a:rPr lang="en-US" sz="2000" dirty="0">
                <a:solidFill>
                  <a:srgbClr val="000000"/>
                </a:solidFill>
                <a:sym typeface="Wingdings" panose="05000000000000000000" pitchFamily="2" charset="2"/>
              </a:rPr>
              <a:t>No overweighting of LD blocks</a:t>
            </a:r>
          </a:p>
          <a:p>
            <a:endPar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sym typeface="Wingdings" panose="05000000000000000000" pitchFamily="2" charset="2"/>
            </a:endParaRPr>
          </a:p>
        </p:txBody>
      </p:sp>
    </p:spTree>
    <p:extLst>
      <p:ext uri="{BB962C8B-B14F-4D97-AF65-F5344CB8AC3E}">
        <p14:creationId xmlns:p14="http://schemas.microsoft.com/office/powerpoint/2010/main" val="1411321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animBg="1"/>
      <p:bldP spid="7" grpId="0"/>
      <p:bldP spid="8" grpId="0"/>
      <p:bldP spid="9"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243696B2-FC7B-1446-B3A5-F473E930953E}"/>
              </a:ext>
            </a:extLst>
          </p:cNvPr>
          <p:cNvSpPr>
            <a:spLocks noGrp="1"/>
          </p:cNvSpPr>
          <p:nvPr>
            <p:ph type="body" sz="quarter" idx="10"/>
          </p:nvPr>
        </p:nvSpPr>
        <p:spPr>
          <a:xfrm>
            <a:off x="713497" y="411938"/>
            <a:ext cx="10080000" cy="584775"/>
          </a:xfrm>
        </p:spPr>
        <p:txBody>
          <a:bodyPr/>
          <a:lstStyle/>
          <a:p>
            <a:r>
              <a:rPr lang="en-US" dirty="0"/>
              <a:t>Clumping + Thresholding (C+T)</a:t>
            </a:r>
          </a:p>
        </p:txBody>
      </p:sp>
      <p:sp>
        <p:nvSpPr>
          <p:cNvPr id="5" name="TextBox 4">
            <a:extLst>
              <a:ext uri="{FF2B5EF4-FFF2-40B4-BE49-F238E27FC236}">
                <a16:creationId xmlns:a16="http://schemas.microsoft.com/office/drawing/2014/main" id="{6BBD3C08-53C1-43BB-8302-35D86845A023}"/>
              </a:ext>
            </a:extLst>
          </p:cNvPr>
          <p:cNvSpPr txBox="1"/>
          <p:nvPr/>
        </p:nvSpPr>
        <p:spPr>
          <a:xfrm>
            <a:off x="6480199" y="2776771"/>
            <a:ext cx="4934310" cy="120032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panose="020B0604020202020204"/>
                <a:ea typeface="+mn-ea"/>
                <a:cs typeface="+mn-cs"/>
              </a:rPr>
              <a:t>P-value aware LD pruning</a:t>
            </a:r>
          </a:p>
          <a:p>
            <a:pPr marL="342900" marR="0" lvl="0" indent="-342900" algn="ctr" defTabSz="914400" rtl="0" eaLnBrk="1" fontAlgn="auto" latinLnBrk="0" hangingPunct="1">
              <a:lnSpc>
                <a:spcPct val="100000"/>
              </a:lnSpc>
              <a:spcBef>
                <a:spcPts val="0"/>
              </a:spcBef>
              <a:spcAft>
                <a:spcPts val="0"/>
              </a:spcAft>
              <a:buClrTx/>
              <a:buSzTx/>
              <a:buFont typeface="+mj-lt"/>
              <a:buAutoNum type="arabicPeriod"/>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Select SNPs with a p-value &lt; </a:t>
            </a:r>
            <a:r>
              <a:rPr kumimoji="0" lang="en-US" sz="1800" b="0" i="0" u="none" strike="noStrike" kern="1200" cap="none" spc="0" normalizeH="0" baseline="0" noProof="0" dirty="0">
                <a:ln>
                  <a:noFill/>
                </a:ln>
                <a:solidFill>
                  <a:srgbClr val="FF506E"/>
                </a:solidFill>
                <a:effectLst/>
                <a:uLnTx/>
                <a:uFillTx/>
                <a:latin typeface="Arial" panose="020B0604020202020204"/>
                <a:ea typeface="+mn-ea"/>
                <a:cs typeface="+mn-cs"/>
              </a:rPr>
              <a:t>threshold</a:t>
            </a:r>
          </a:p>
          <a:p>
            <a:pPr marL="342900" marR="0" lvl="0" indent="-342900" algn="ctr" defTabSz="914400" rtl="0" eaLnBrk="1" fontAlgn="auto" latinLnBrk="0" hangingPunct="1">
              <a:lnSpc>
                <a:spcPct val="100000"/>
              </a:lnSpc>
              <a:spcBef>
                <a:spcPts val="0"/>
              </a:spcBef>
              <a:spcAft>
                <a:spcPts val="0"/>
              </a:spcAft>
              <a:buClrTx/>
              <a:buSzTx/>
              <a:buFont typeface="+mj-lt"/>
              <a:buAutoNum type="arabicPeriod"/>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Select top associated variant</a:t>
            </a:r>
          </a:p>
          <a:p>
            <a:pPr marL="342900" marR="0" lvl="0" indent="-342900" algn="ctr" defTabSz="914400" rtl="0" eaLnBrk="1" fontAlgn="auto" latinLnBrk="0" hangingPunct="1">
              <a:lnSpc>
                <a:spcPct val="100000"/>
              </a:lnSpc>
              <a:spcBef>
                <a:spcPts val="0"/>
              </a:spcBef>
              <a:spcAft>
                <a:spcPts val="0"/>
              </a:spcAft>
              <a:buClrTx/>
              <a:buSzTx/>
              <a:buFont typeface="+mj-lt"/>
              <a:buAutoNum type="arabicPeriod"/>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Remove all variants in LD with this SNP</a:t>
            </a:r>
            <a:endParaRPr kumimoji="0" lang="en-DE"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
        <p:nvSpPr>
          <p:cNvPr id="6" name="TextBox 5">
            <a:extLst>
              <a:ext uri="{FF2B5EF4-FFF2-40B4-BE49-F238E27FC236}">
                <a16:creationId xmlns:a16="http://schemas.microsoft.com/office/drawing/2014/main" id="{84502203-4631-41F3-B1D6-C83CF61B3A2D}"/>
              </a:ext>
            </a:extLst>
          </p:cNvPr>
          <p:cNvSpPr txBox="1"/>
          <p:nvPr/>
        </p:nvSpPr>
        <p:spPr>
          <a:xfrm>
            <a:off x="6208467" y="4494404"/>
            <a:ext cx="5477775" cy="369332"/>
          </a:xfrm>
          <a:prstGeom prst="rect">
            <a:avLst/>
          </a:prstGeom>
          <a:noFill/>
          <a:ln>
            <a:solidFill>
              <a:schemeClr val="accent1"/>
            </a:solid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Any other significant variant left in the block ?</a:t>
            </a:r>
            <a:endParaRPr kumimoji="0" lang="en-DE" sz="18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cxnSp>
        <p:nvCxnSpPr>
          <p:cNvPr id="8" name="Connector: Curved 7">
            <a:extLst>
              <a:ext uri="{FF2B5EF4-FFF2-40B4-BE49-F238E27FC236}">
                <a16:creationId xmlns:a16="http://schemas.microsoft.com/office/drawing/2014/main" id="{F4E6963C-2197-4D9F-931A-83794056ED4B}"/>
              </a:ext>
            </a:extLst>
          </p:cNvPr>
          <p:cNvCxnSpPr>
            <a:cxnSpLocks/>
            <a:stCxn id="6" idx="1"/>
            <a:endCxn id="5" idx="1"/>
          </p:cNvCxnSpPr>
          <p:nvPr/>
        </p:nvCxnSpPr>
        <p:spPr>
          <a:xfrm rot="10800000" flipH="1">
            <a:off x="6208467" y="3376936"/>
            <a:ext cx="271732" cy="1302134"/>
          </a:xfrm>
          <a:prstGeom prst="curvedConnector3">
            <a:avLst>
              <a:gd name="adj1" fmla="val -84127"/>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7FDF5F20-76B7-43B0-B263-FD2B5B34A76E}"/>
              </a:ext>
            </a:extLst>
          </p:cNvPr>
          <p:cNvSpPr txBox="1"/>
          <p:nvPr/>
        </p:nvSpPr>
        <p:spPr>
          <a:xfrm>
            <a:off x="5203490" y="4023267"/>
            <a:ext cx="73324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69005F"/>
                </a:solidFill>
                <a:effectLst/>
                <a:uLnTx/>
                <a:uFillTx/>
                <a:latin typeface="Arial" panose="020B0604020202020204"/>
                <a:ea typeface="+mn-ea"/>
                <a:cs typeface="+mn-cs"/>
              </a:rPr>
              <a:t>YES</a:t>
            </a:r>
            <a:endParaRPr kumimoji="0" lang="en-DE" sz="1800" b="1" i="0" u="none" strike="noStrike" kern="1200" cap="none" spc="0" normalizeH="0" baseline="0" noProof="0" dirty="0">
              <a:ln>
                <a:noFill/>
              </a:ln>
              <a:solidFill>
                <a:srgbClr val="69005F"/>
              </a:solidFill>
              <a:effectLst/>
              <a:uLnTx/>
              <a:uFillTx/>
              <a:latin typeface="Arial" panose="020B0604020202020204"/>
              <a:ea typeface="+mn-ea"/>
              <a:cs typeface="+mn-cs"/>
            </a:endParaRPr>
          </a:p>
        </p:txBody>
      </p:sp>
      <p:sp>
        <p:nvSpPr>
          <p:cNvPr id="13" name="TextBox 12">
            <a:extLst>
              <a:ext uri="{FF2B5EF4-FFF2-40B4-BE49-F238E27FC236}">
                <a16:creationId xmlns:a16="http://schemas.microsoft.com/office/drawing/2014/main" id="{DD53C3E3-1390-42A0-B6EA-AF63876C8A03}"/>
              </a:ext>
            </a:extLst>
          </p:cNvPr>
          <p:cNvSpPr txBox="1"/>
          <p:nvPr/>
        </p:nvSpPr>
        <p:spPr>
          <a:xfrm>
            <a:off x="5878182" y="5381040"/>
            <a:ext cx="6137697"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00000"/>
                </a:solidFill>
                <a:effectLst/>
                <a:uLnTx/>
                <a:uFillTx/>
                <a:latin typeface="Arial" panose="020B0604020202020204"/>
                <a:ea typeface="+mn-ea"/>
                <a:cs typeface="+mn-cs"/>
              </a:rPr>
              <a:t>Set of pruned and significantly associated variants</a:t>
            </a:r>
            <a:endParaRPr kumimoji="0" lang="en-DE" sz="1800" b="1" i="0" u="none" strike="noStrike" kern="1200" cap="none" spc="0" normalizeH="0" baseline="0" noProof="0" dirty="0">
              <a:ln>
                <a:noFill/>
              </a:ln>
              <a:solidFill>
                <a:srgbClr val="000000"/>
              </a:solidFill>
              <a:effectLst/>
              <a:uLnTx/>
              <a:uFillTx/>
              <a:latin typeface="Arial" panose="020B0604020202020204"/>
              <a:ea typeface="+mn-ea"/>
              <a:cs typeface="+mn-cs"/>
            </a:endParaRPr>
          </a:p>
        </p:txBody>
      </p:sp>
      <p:cxnSp>
        <p:nvCxnSpPr>
          <p:cNvPr id="15" name="Connector: Curved 14">
            <a:extLst>
              <a:ext uri="{FF2B5EF4-FFF2-40B4-BE49-F238E27FC236}">
                <a16:creationId xmlns:a16="http://schemas.microsoft.com/office/drawing/2014/main" id="{B93861D1-136E-42E9-B890-676E1679A593}"/>
              </a:ext>
            </a:extLst>
          </p:cNvPr>
          <p:cNvCxnSpPr>
            <a:cxnSpLocks/>
            <a:stCxn id="6" idx="2"/>
            <a:endCxn id="13" idx="0"/>
          </p:cNvCxnSpPr>
          <p:nvPr/>
        </p:nvCxnSpPr>
        <p:spPr>
          <a:xfrm rot="5400000">
            <a:off x="8688541" y="5122226"/>
            <a:ext cx="517304" cy="324"/>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5BFC2DD3-20B7-4CE3-AA49-2A962C2622AB}"/>
              </a:ext>
            </a:extLst>
          </p:cNvPr>
          <p:cNvSpPr txBox="1"/>
          <p:nvPr/>
        </p:nvSpPr>
        <p:spPr>
          <a:xfrm>
            <a:off x="8947355" y="4921726"/>
            <a:ext cx="733246"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69005F"/>
                </a:solidFill>
                <a:effectLst/>
                <a:uLnTx/>
                <a:uFillTx/>
                <a:latin typeface="Arial" panose="020B0604020202020204"/>
                <a:ea typeface="+mn-ea"/>
                <a:cs typeface="+mn-cs"/>
              </a:rPr>
              <a:t>NO</a:t>
            </a:r>
            <a:endParaRPr kumimoji="0" lang="en-DE" sz="1800" b="1" i="0" u="none" strike="noStrike" kern="1200" cap="none" spc="0" normalizeH="0" baseline="0" noProof="0" dirty="0">
              <a:ln>
                <a:noFill/>
              </a:ln>
              <a:solidFill>
                <a:srgbClr val="69005F"/>
              </a:solidFill>
              <a:effectLst/>
              <a:uLnTx/>
              <a:uFillTx/>
              <a:latin typeface="Arial" panose="020B0604020202020204"/>
              <a:ea typeface="+mn-ea"/>
              <a:cs typeface="+mn-cs"/>
            </a:endParaRPr>
          </a:p>
        </p:txBody>
      </p:sp>
      <p:grpSp>
        <p:nvGrpSpPr>
          <p:cNvPr id="7" name="Group 6">
            <a:extLst>
              <a:ext uri="{FF2B5EF4-FFF2-40B4-BE49-F238E27FC236}">
                <a16:creationId xmlns:a16="http://schemas.microsoft.com/office/drawing/2014/main" id="{21763A5A-5E24-450B-9691-126E35C2BAB6}"/>
              </a:ext>
            </a:extLst>
          </p:cNvPr>
          <p:cNvGrpSpPr/>
          <p:nvPr/>
        </p:nvGrpSpPr>
        <p:grpSpPr>
          <a:xfrm>
            <a:off x="7875526" y="200628"/>
            <a:ext cx="4140353" cy="1884808"/>
            <a:chOff x="328596" y="2475624"/>
            <a:chExt cx="4431931" cy="2017543"/>
          </a:xfrm>
        </p:grpSpPr>
        <p:pic>
          <p:nvPicPr>
            <p:cNvPr id="4" name="Google Shape;206;p20" descr="figure 1">
              <a:extLst>
                <a:ext uri="{FF2B5EF4-FFF2-40B4-BE49-F238E27FC236}">
                  <a16:creationId xmlns:a16="http://schemas.microsoft.com/office/drawing/2014/main" id="{D98AB90A-B148-4CE8-B649-419217223C67}"/>
                </a:ext>
              </a:extLst>
            </p:cNvPr>
            <p:cNvPicPr preferRelativeResize="0"/>
            <p:nvPr/>
          </p:nvPicPr>
          <p:blipFill rotWithShape="1">
            <a:blip r:embed="rId3">
              <a:alphaModFix/>
            </a:blip>
            <a:srcRect t="44939" r="63225" b="26412"/>
            <a:stretch/>
          </p:blipFill>
          <p:spPr>
            <a:xfrm>
              <a:off x="328596" y="2475624"/>
              <a:ext cx="2104147" cy="2017543"/>
            </a:xfrm>
            <a:prstGeom prst="rect">
              <a:avLst/>
            </a:prstGeom>
            <a:noFill/>
            <a:ln>
              <a:noFill/>
            </a:ln>
          </p:spPr>
        </p:pic>
        <p:pic>
          <p:nvPicPr>
            <p:cNvPr id="17" name="Google Shape;206;p20" descr="figure 1">
              <a:extLst>
                <a:ext uri="{FF2B5EF4-FFF2-40B4-BE49-F238E27FC236}">
                  <a16:creationId xmlns:a16="http://schemas.microsoft.com/office/drawing/2014/main" id="{C7F9854F-F51F-4A8A-B51B-9D77CB1154D2}"/>
                </a:ext>
              </a:extLst>
            </p:cNvPr>
            <p:cNvPicPr preferRelativeResize="0"/>
            <p:nvPr/>
          </p:nvPicPr>
          <p:blipFill rotWithShape="1">
            <a:blip r:embed="rId3">
              <a:alphaModFix/>
            </a:blip>
            <a:srcRect l="68822" t="44939" b="26412"/>
            <a:stretch/>
          </p:blipFill>
          <p:spPr>
            <a:xfrm>
              <a:off x="2976579" y="2475624"/>
              <a:ext cx="1783948" cy="2017543"/>
            </a:xfrm>
            <a:prstGeom prst="rect">
              <a:avLst/>
            </a:prstGeom>
            <a:noFill/>
            <a:ln>
              <a:noFill/>
            </a:ln>
          </p:spPr>
        </p:pic>
        <p:sp>
          <p:nvSpPr>
            <p:cNvPr id="9" name="TextBox 8">
              <a:extLst>
                <a:ext uri="{FF2B5EF4-FFF2-40B4-BE49-F238E27FC236}">
                  <a16:creationId xmlns:a16="http://schemas.microsoft.com/office/drawing/2014/main" id="{9C543A07-BCAE-44BF-8825-A8AC3AAEC64E}"/>
                </a:ext>
              </a:extLst>
            </p:cNvPr>
            <p:cNvSpPr txBox="1"/>
            <p:nvPr/>
          </p:nvSpPr>
          <p:spPr>
            <a:xfrm>
              <a:off x="2376180" y="2874980"/>
              <a:ext cx="698090" cy="1107996"/>
            </a:xfrm>
            <a:prstGeom prst="rect">
              <a:avLst/>
            </a:prstGeom>
            <a:noFill/>
          </p:spPr>
          <p:txBody>
            <a:bodyPr wrap="square" rtlCol="0">
              <a:spAutoFit/>
            </a:bodyPr>
            <a:lstStyle/>
            <a:p>
              <a:r>
                <a:rPr lang="en-US" sz="6600" dirty="0"/>
                <a:t>+</a:t>
              </a:r>
              <a:endParaRPr lang="de-DE" sz="6600" dirty="0"/>
            </a:p>
          </p:txBody>
        </p:sp>
      </p:grpSp>
      <p:grpSp>
        <p:nvGrpSpPr>
          <p:cNvPr id="3" name="Group 2">
            <a:extLst>
              <a:ext uri="{FF2B5EF4-FFF2-40B4-BE49-F238E27FC236}">
                <a16:creationId xmlns:a16="http://schemas.microsoft.com/office/drawing/2014/main" id="{2342926F-03A0-473C-8482-1D0FDCC28289}"/>
              </a:ext>
            </a:extLst>
          </p:cNvPr>
          <p:cNvGrpSpPr/>
          <p:nvPr/>
        </p:nvGrpSpPr>
        <p:grpSpPr>
          <a:xfrm>
            <a:off x="176121" y="1913467"/>
            <a:ext cx="5495473" cy="3467573"/>
            <a:chOff x="7784161" y="0"/>
            <a:chExt cx="4807752" cy="3033630"/>
          </a:xfrm>
        </p:grpSpPr>
        <p:pic>
          <p:nvPicPr>
            <p:cNvPr id="16" name="Picture 2" descr="Conditionally independent association signals at the BMP2... | Download  Scientific Diagram">
              <a:extLst>
                <a:ext uri="{FF2B5EF4-FFF2-40B4-BE49-F238E27FC236}">
                  <a16:creationId xmlns:a16="http://schemas.microsoft.com/office/drawing/2014/main" id="{34303435-7D8F-433A-89D1-E40618B31E78}"/>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7784161" y="0"/>
              <a:ext cx="4407839" cy="3033630"/>
            </a:xfrm>
            <a:prstGeom prst="rect">
              <a:avLst/>
            </a:prstGeom>
            <a:noFill/>
            <a:extLst>
              <a:ext uri="{909E8E84-426E-40DD-AFC4-6F175D3DCCD1}">
                <a14:hiddenFill xmlns:a14="http://schemas.microsoft.com/office/drawing/2010/main">
                  <a:solidFill>
                    <a:srgbClr val="FFFFFF"/>
                  </a:solidFill>
                </a14:hiddenFill>
              </a:ext>
            </a:extLst>
          </p:spPr>
        </p:pic>
        <p:cxnSp>
          <p:nvCxnSpPr>
            <p:cNvPr id="23" name="Straight Connector 22">
              <a:extLst>
                <a:ext uri="{FF2B5EF4-FFF2-40B4-BE49-F238E27FC236}">
                  <a16:creationId xmlns:a16="http://schemas.microsoft.com/office/drawing/2014/main" id="{7D28A0B0-A7FA-4F83-8F7C-8E6A19A33C6C}"/>
                </a:ext>
              </a:extLst>
            </p:cNvPr>
            <p:cNvCxnSpPr>
              <a:cxnSpLocks/>
            </p:cNvCxnSpPr>
            <p:nvPr/>
          </p:nvCxnSpPr>
          <p:spPr>
            <a:xfrm>
              <a:off x="8053054" y="1303357"/>
              <a:ext cx="4538859"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cxnSp>
        <p:nvCxnSpPr>
          <p:cNvPr id="10" name="Connector: Curved 14">
            <a:extLst>
              <a:ext uri="{FF2B5EF4-FFF2-40B4-BE49-F238E27FC236}">
                <a16:creationId xmlns:a16="http://schemas.microsoft.com/office/drawing/2014/main" id="{AE82567D-E081-C5D6-F191-7BDA94352D16}"/>
              </a:ext>
            </a:extLst>
          </p:cNvPr>
          <p:cNvCxnSpPr>
            <a:cxnSpLocks/>
          </p:cNvCxnSpPr>
          <p:nvPr/>
        </p:nvCxnSpPr>
        <p:spPr>
          <a:xfrm rot="5400000">
            <a:off x="8688216" y="4190599"/>
            <a:ext cx="517304" cy="324"/>
          </a:xfrm>
          <a:prstGeom prst="curvedConnector3">
            <a:avLst>
              <a:gd name="adj1" fmla="val 5000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3B551B8-3EA0-6EA1-E287-5BDFA71CD98B}"/>
              </a:ext>
            </a:extLst>
          </p:cNvPr>
          <p:cNvCxnSpPr>
            <a:cxnSpLocks/>
          </p:cNvCxnSpPr>
          <p:nvPr/>
        </p:nvCxnSpPr>
        <p:spPr>
          <a:xfrm>
            <a:off x="483477" y="2930629"/>
            <a:ext cx="5188118" cy="0"/>
          </a:xfrm>
          <a:prstGeom prst="line">
            <a:avLst/>
          </a:prstGeom>
          <a:ln w="38100">
            <a:solidFill>
              <a:srgbClr val="F2C100"/>
            </a:solidFill>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3E45BE45-79AD-32D8-0BAF-2CD44BD8F4A0}"/>
              </a:ext>
            </a:extLst>
          </p:cNvPr>
          <p:cNvSpPr txBox="1"/>
          <p:nvPr/>
        </p:nvSpPr>
        <p:spPr>
          <a:xfrm>
            <a:off x="483477" y="5750372"/>
            <a:ext cx="4730999" cy="646331"/>
          </a:xfrm>
          <a:prstGeom prst="rect">
            <a:avLst/>
          </a:prstGeom>
          <a:noFill/>
        </p:spPr>
        <p:txBody>
          <a:bodyPr wrap="square" rtlCol="0">
            <a:spAutoFit/>
          </a:bodyPr>
          <a:lstStyle/>
          <a:p>
            <a:r>
              <a:rPr lang="en-US" dirty="0"/>
              <a:t>How many SNPs do we get using the yellow or the red log(P) thresholds?</a:t>
            </a:r>
          </a:p>
        </p:txBody>
      </p:sp>
    </p:spTree>
    <p:extLst>
      <p:ext uri="{BB962C8B-B14F-4D97-AF65-F5344CB8AC3E}">
        <p14:creationId xmlns:p14="http://schemas.microsoft.com/office/powerpoint/2010/main" val="544312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11" grpId="0"/>
      <p:bldP spid="13" grpId="0"/>
      <p:bldP spid="19"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0512A-7E6E-5296-A9BA-075368F10348}"/>
            </a:ext>
          </a:extLst>
        </p:cNvPr>
        <p:cNvGrpSpPr/>
        <p:nvPr/>
      </p:nvGrpSpPr>
      <p:grpSpPr>
        <a:xfrm>
          <a:off x="0" y="0"/>
          <a:ext cx="0" cy="0"/>
          <a:chOff x="0" y="0"/>
          <a:chExt cx="0" cy="0"/>
        </a:xfrm>
      </p:grpSpPr>
      <p:sp>
        <p:nvSpPr>
          <p:cNvPr id="2" name="Textplatzhalter 1">
            <a:extLst>
              <a:ext uri="{FF2B5EF4-FFF2-40B4-BE49-F238E27FC236}">
                <a16:creationId xmlns:a16="http://schemas.microsoft.com/office/drawing/2014/main" id="{F5411307-D42C-E576-DC8A-5B66E7F53D15}"/>
              </a:ext>
            </a:extLst>
          </p:cNvPr>
          <p:cNvSpPr>
            <a:spLocks noGrp="1"/>
          </p:cNvSpPr>
          <p:nvPr>
            <p:ph type="body" sz="quarter" idx="10"/>
          </p:nvPr>
        </p:nvSpPr>
        <p:spPr>
          <a:xfrm>
            <a:off x="713497" y="411938"/>
            <a:ext cx="10080000" cy="584775"/>
          </a:xfrm>
        </p:spPr>
        <p:txBody>
          <a:bodyPr/>
          <a:lstStyle/>
          <a:p>
            <a:r>
              <a:rPr lang="en-US" dirty="0"/>
              <a:t>Clumping + Thresholding (C+T)</a:t>
            </a:r>
          </a:p>
        </p:txBody>
      </p:sp>
      <p:grpSp>
        <p:nvGrpSpPr>
          <p:cNvPr id="3" name="Group 2">
            <a:extLst>
              <a:ext uri="{FF2B5EF4-FFF2-40B4-BE49-F238E27FC236}">
                <a16:creationId xmlns:a16="http://schemas.microsoft.com/office/drawing/2014/main" id="{5A21C408-7364-F3BD-2953-F8FC6C9D9045}"/>
              </a:ext>
            </a:extLst>
          </p:cNvPr>
          <p:cNvGrpSpPr/>
          <p:nvPr/>
        </p:nvGrpSpPr>
        <p:grpSpPr>
          <a:xfrm>
            <a:off x="2682718" y="1381032"/>
            <a:ext cx="6826563" cy="4095936"/>
            <a:chOff x="7784161" y="0"/>
            <a:chExt cx="4807752" cy="3033630"/>
          </a:xfrm>
        </p:grpSpPr>
        <p:pic>
          <p:nvPicPr>
            <p:cNvPr id="16" name="Picture 2" descr="Conditionally independent association signals at the BMP2... | Download  Scientific Diagram">
              <a:extLst>
                <a:ext uri="{FF2B5EF4-FFF2-40B4-BE49-F238E27FC236}">
                  <a16:creationId xmlns:a16="http://schemas.microsoft.com/office/drawing/2014/main" id="{7B42FA00-4C55-00FC-EECF-C7839327811F}"/>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784161" y="0"/>
              <a:ext cx="4407839" cy="3033630"/>
            </a:xfrm>
            <a:prstGeom prst="rect">
              <a:avLst/>
            </a:prstGeom>
            <a:noFill/>
            <a:extLst>
              <a:ext uri="{909E8E84-426E-40DD-AFC4-6F175D3DCCD1}">
                <a14:hiddenFill xmlns:a14="http://schemas.microsoft.com/office/drawing/2010/main">
                  <a:solidFill>
                    <a:srgbClr val="FFFFFF"/>
                  </a:solidFill>
                </a14:hiddenFill>
              </a:ext>
            </a:extLst>
          </p:spPr>
        </p:pic>
        <p:cxnSp>
          <p:nvCxnSpPr>
            <p:cNvPr id="23" name="Straight Connector 22">
              <a:extLst>
                <a:ext uri="{FF2B5EF4-FFF2-40B4-BE49-F238E27FC236}">
                  <a16:creationId xmlns:a16="http://schemas.microsoft.com/office/drawing/2014/main" id="{970A6861-395D-7547-53EC-230DAC62C8BE}"/>
                </a:ext>
              </a:extLst>
            </p:cNvPr>
            <p:cNvCxnSpPr>
              <a:cxnSpLocks/>
            </p:cNvCxnSpPr>
            <p:nvPr/>
          </p:nvCxnSpPr>
          <p:spPr>
            <a:xfrm>
              <a:off x="8053054" y="1303357"/>
              <a:ext cx="4538859"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cxnSp>
        <p:nvCxnSpPr>
          <p:cNvPr id="14" name="Straight Connector 13">
            <a:extLst>
              <a:ext uri="{FF2B5EF4-FFF2-40B4-BE49-F238E27FC236}">
                <a16:creationId xmlns:a16="http://schemas.microsoft.com/office/drawing/2014/main" id="{D45C2259-80B4-A9C5-E4C0-95E330383E66}"/>
              </a:ext>
            </a:extLst>
          </p:cNvPr>
          <p:cNvCxnSpPr>
            <a:cxnSpLocks/>
          </p:cNvCxnSpPr>
          <p:nvPr/>
        </p:nvCxnSpPr>
        <p:spPr>
          <a:xfrm>
            <a:off x="3064521" y="2583389"/>
            <a:ext cx="6444760" cy="0"/>
          </a:xfrm>
          <a:prstGeom prst="line">
            <a:avLst/>
          </a:prstGeom>
          <a:ln w="38100">
            <a:solidFill>
              <a:srgbClr val="F2C100"/>
            </a:solidFill>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4D888EE0-1D1A-141F-1C66-D80A892CE9E4}"/>
              </a:ext>
            </a:extLst>
          </p:cNvPr>
          <p:cNvSpPr txBox="1"/>
          <p:nvPr/>
        </p:nvSpPr>
        <p:spPr>
          <a:xfrm>
            <a:off x="1858036" y="5661232"/>
            <a:ext cx="8475927" cy="400110"/>
          </a:xfrm>
          <a:prstGeom prst="rect">
            <a:avLst/>
          </a:prstGeom>
          <a:noFill/>
        </p:spPr>
        <p:txBody>
          <a:bodyPr wrap="square" rtlCol="0">
            <a:spAutoFit/>
          </a:bodyPr>
          <a:lstStyle/>
          <a:p>
            <a:r>
              <a:rPr lang="en-US" sz="2000" dirty="0"/>
              <a:t>How many SNPs do we get using the yellow or the red log(P) thresholds?</a:t>
            </a:r>
          </a:p>
        </p:txBody>
      </p:sp>
    </p:spTree>
    <p:extLst>
      <p:ext uri="{BB962C8B-B14F-4D97-AF65-F5344CB8AC3E}">
        <p14:creationId xmlns:p14="http://schemas.microsoft.com/office/powerpoint/2010/main" val="379885722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243696B2-FC7B-1446-B3A5-F473E930953E}"/>
              </a:ext>
            </a:extLst>
          </p:cNvPr>
          <p:cNvSpPr>
            <a:spLocks noGrp="1"/>
          </p:cNvSpPr>
          <p:nvPr>
            <p:ph type="body" sz="quarter" idx="10"/>
          </p:nvPr>
        </p:nvSpPr>
        <p:spPr>
          <a:xfrm>
            <a:off x="713497" y="461098"/>
            <a:ext cx="10080000" cy="584775"/>
          </a:xfrm>
        </p:spPr>
        <p:txBody>
          <a:bodyPr/>
          <a:lstStyle/>
          <a:p>
            <a:r>
              <a:rPr lang="en-US" dirty="0"/>
              <a:t>Clumping + Thresholding (C+T)</a:t>
            </a:r>
          </a:p>
        </p:txBody>
      </p:sp>
      <p:sp>
        <p:nvSpPr>
          <p:cNvPr id="3" name="TextBox 2">
            <a:extLst>
              <a:ext uri="{FF2B5EF4-FFF2-40B4-BE49-F238E27FC236}">
                <a16:creationId xmlns:a16="http://schemas.microsoft.com/office/drawing/2014/main" id="{4D095074-F4E1-47B2-B52E-043C4DECF06C}"/>
              </a:ext>
            </a:extLst>
          </p:cNvPr>
          <p:cNvSpPr txBox="1"/>
          <p:nvPr/>
        </p:nvSpPr>
        <p:spPr>
          <a:xfrm>
            <a:off x="713497" y="1852476"/>
            <a:ext cx="7262103" cy="2554545"/>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rPr>
              <a:t>Which significance threshold to use to include variants?</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à"/>
              <a:tabLst/>
              <a:defRPr/>
            </a:pPr>
            <a:r>
              <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sym typeface="Wingdings" panose="05000000000000000000" pitchFamily="2" charset="2"/>
              </a:rPr>
              <a:t>Optimal threshold depends on the trait</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à"/>
              <a:tabLst/>
              <a:defRPr/>
            </a:pPr>
            <a:r>
              <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sym typeface="Wingdings" panose="05000000000000000000" pitchFamily="2" charset="2"/>
              </a:rPr>
              <a:t>More polygenicity </a:t>
            </a:r>
            <a:r>
              <a:rPr lang="en-US" sz="2000" dirty="0">
                <a:solidFill>
                  <a:srgbClr val="000000"/>
                </a:solidFill>
                <a:latin typeface="Arial" panose="020B0604020202020204"/>
                <a:sym typeface="Wingdings" panose="05000000000000000000" pitchFamily="2" charset="2"/>
              </a:rPr>
              <a:t> less stringent</a:t>
            </a:r>
            <a:r>
              <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sym typeface="Wingdings" panose="05000000000000000000" pitchFamily="2" charset="2"/>
              </a:rPr>
              <a:t> threshold</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à"/>
              <a:tabLst/>
              <a:defRPr/>
            </a:pPr>
            <a:endParaRPr lang="en-US" sz="2000" dirty="0">
              <a:solidFill>
                <a:srgbClr val="000000"/>
              </a:solidFill>
              <a:latin typeface="Arial" panose="020B0604020202020204"/>
              <a:sym typeface="Wingdings" panose="05000000000000000000" pitchFamily="2" charset="2"/>
            </a:endParaRP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à"/>
              <a:tabLst/>
              <a:defRPr/>
            </a:pPr>
            <a:endPar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sym typeface="Wingdings" panose="05000000000000000000" pitchFamily="2" charset="2"/>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sym typeface="Wingdings" panose="05000000000000000000" pitchFamily="2" charset="2"/>
              </a:rPr>
              <a:t>Unknown beforehand</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à"/>
              <a:tabLst/>
              <a:defRPr/>
            </a:pPr>
            <a:r>
              <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sym typeface="Wingdings" panose="05000000000000000000" pitchFamily="2" charset="2"/>
              </a:rPr>
              <a:t>Try multiple values with validation</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à"/>
              <a:tabLst/>
              <a:defRPr/>
            </a:pPr>
            <a:r>
              <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sym typeface="Wingdings" panose="05000000000000000000" pitchFamily="2" charset="2"/>
              </a:rPr>
              <a:t>Integrated into PGS calculation software, e.g. </a:t>
            </a:r>
            <a:r>
              <a:rPr kumimoji="0" lang="en-US" sz="2000" b="0" i="1" u="none" strike="noStrike" kern="1200" cap="none" spc="0" normalizeH="0" baseline="0" noProof="0" dirty="0" err="1">
                <a:ln>
                  <a:noFill/>
                </a:ln>
                <a:solidFill>
                  <a:srgbClr val="000000"/>
                </a:solidFill>
                <a:effectLst/>
                <a:uLnTx/>
                <a:uFillTx/>
                <a:latin typeface="Arial" panose="020B0604020202020204"/>
                <a:ea typeface="+mn-ea"/>
                <a:cs typeface="+mn-cs"/>
                <a:sym typeface="Wingdings" panose="05000000000000000000" pitchFamily="2" charset="2"/>
              </a:rPr>
              <a:t>PRSice</a:t>
            </a:r>
            <a:endParaRPr kumimoji="0" lang="en-DE" sz="2000" b="0" i="1" u="none" strike="noStrike" kern="1200" cap="none" spc="0" normalizeH="0" baseline="0" noProof="0" dirty="0">
              <a:ln>
                <a:noFill/>
              </a:ln>
              <a:solidFill>
                <a:srgbClr val="000000"/>
              </a:solidFill>
              <a:effectLst/>
              <a:uLnTx/>
              <a:uFillTx/>
              <a:latin typeface="Arial" panose="020B0604020202020204"/>
              <a:ea typeface="+mn-ea"/>
              <a:cs typeface="+mn-cs"/>
            </a:endParaRPr>
          </a:p>
        </p:txBody>
      </p:sp>
      <p:pic>
        <p:nvPicPr>
          <p:cNvPr id="9" name="Picture 8">
            <a:extLst>
              <a:ext uri="{FF2B5EF4-FFF2-40B4-BE49-F238E27FC236}">
                <a16:creationId xmlns:a16="http://schemas.microsoft.com/office/drawing/2014/main" id="{48A70DF2-04A6-40DE-8444-7FB7D0CBA4B5}"/>
              </a:ext>
            </a:extLst>
          </p:cNvPr>
          <p:cNvPicPr>
            <a:picLocks noChangeAspect="1"/>
          </p:cNvPicPr>
          <p:nvPr/>
        </p:nvPicPr>
        <p:blipFill rotWithShape="1">
          <a:blip r:embed="rId3"/>
          <a:srcRect l="2743" t="2538" r="4989" b="3465"/>
          <a:stretch/>
        </p:blipFill>
        <p:spPr>
          <a:xfrm>
            <a:off x="8394971" y="182189"/>
            <a:ext cx="3078254" cy="2940980"/>
          </a:xfrm>
          <a:prstGeom prst="rect">
            <a:avLst/>
          </a:prstGeom>
        </p:spPr>
      </p:pic>
      <p:sp>
        <p:nvSpPr>
          <p:cNvPr id="10" name="TextBox 9">
            <a:extLst>
              <a:ext uri="{FF2B5EF4-FFF2-40B4-BE49-F238E27FC236}">
                <a16:creationId xmlns:a16="http://schemas.microsoft.com/office/drawing/2014/main" id="{02F5039A-6B4C-4B3F-92AA-59934106D4FC}"/>
              </a:ext>
            </a:extLst>
          </p:cNvPr>
          <p:cNvSpPr txBox="1"/>
          <p:nvPr/>
        </p:nvSpPr>
        <p:spPr>
          <a:xfrm>
            <a:off x="7664103" y="3066454"/>
            <a:ext cx="453999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srgbClr val="FFFFFF">
                    <a:lumMod val="65000"/>
                  </a:srgbClr>
                </a:solidFill>
                <a:effectLst/>
                <a:uLnTx/>
                <a:uFillTx/>
                <a:latin typeface="Arial" panose="020B0604020202020204"/>
                <a:ea typeface="+mn-ea"/>
                <a:cs typeface="+mn-cs"/>
              </a:rPr>
              <a:t>Wang et al. Frontiers in Genetics, July 2019</a:t>
            </a:r>
            <a:endParaRPr kumimoji="0" lang="en-DE" sz="1600" b="0" i="1" u="none" strike="noStrike" kern="1200" cap="none" spc="0" normalizeH="0" baseline="0" noProof="0" dirty="0">
              <a:ln>
                <a:noFill/>
              </a:ln>
              <a:solidFill>
                <a:srgbClr val="FFFFFF">
                  <a:lumMod val="65000"/>
                </a:srgbClr>
              </a:solidFill>
              <a:effectLst/>
              <a:uLnTx/>
              <a:uFillTx/>
              <a:latin typeface="Arial" panose="020B0604020202020204"/>
              <a:ea typeface="+mn-ea"/>
              <a:cs typeface="+mn-cs"/>
            </a:endParaRPr>
          </a:p>
        </p:txBody>
      </p:sp>
      <p:pic>
        <p:nvPicPr>
          <p:cNvPr id="14" name="Picture 13">
            <a:extLst>
              <a:ext uri="{FF2B5EF4-FFF2-40B4-BE49-F238E27FC236}">
                <a16:creationId xmlns:a16="http://schemas.microsoft.com/office/drawing/2014/main" id="{91B27A5C-A888-4E8F-9BB5-61524AC8830E}"/>
              </a:ext>
            </a:extLst>
          </p:cNvPr>
          <p:cNvPicPr>
            <a:picLocks noChangeAspect="1"/>
          </p:cNvPicPr>
          <p:nvPr/>
        </p:nvPicPr>
        <p:blipFill rotWithShape="1">
          <a:blip r:embed="rId4"/>
          <a:srcRect l="12352" t="2656" r="11298" b="2671"/>
          <a:stretch/>
        </p:blipFill>
        <p:spPr>
          <a:xfrm>
            <a:off x="8405869" y="3606802"/>
            <a:ext cx="3224400" cy="2784668"/>
          </a:xfrm>
          <a:prstGeom prst="rect">
            <a:avLst/>
          </a:prstGeom>
        </p:spPr>
      </p:pic>
      <p:sp>
        <p:nvSpPr>
          <p:cNvPr id="17" name="TextBox 16">
            <a:extLst>
              <a:ext uri="{FF2B5EF4-FFF2-40B4-BE49-F238E27FC236}">
                <a16:creationId xmlns:a16="http://schemas.microsoft.com/office/drawing/2014/main" id="{73CDEAF4-0137-48C6-8095-173ECD9E0716}"/>
              </a:ext>
            </a:extLst>
          </p:cNvPr>
          <p:cNvSpPr txBox="1"/>
          <p:nvPr/>
        </p:nvSpPr>
        <p:spPr>
          <a:xfrm>
            <a:off x="6804692" y="6441672"/>
            <a:ext cx="5627522"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srgbClr val="FFFFFF">
                    <a:lumMod val="65000"/>
                  </a:srgbClr>
                </a:solidFill>
                <a:effectLst/>
                <a:uLnTx/>
                <a:uFillTx/>
                <a:latin typeface="Arial" panose="020B0604020202020204"/>
                <a:ea typeface="+mn-ea"/>
                <a:cs typeface="+mn-cs"/>
              </a:rPr>
              <a:t>Maj et al. Frontiers in Cardiovascular Medicine, Feb 2022</a:t>
            </a:r>
            <a:endParaRPr kumimoji="0" lang="en-DE" sz="1600" b="0" i="1" u="none" strike="noStrike" kern="1200" cap="none" spc="0" normalizeH="0" baseline="0" noProof="0" dirty="0">
              <a:ln>
                <a:noFill/>
              </a:ln>
              <a:solidFill>
                <a:srgbClr val="FFFFFF">
                  <a:lumMod val="65000"/>
                </a:srgbClr>
              </a:solidFill>
              <a:effectLst/>
              <a:uLnTx/>
              <a:uFillTx/>
              <a:latin typeface="Arial" panose="020B0604020202020204"/>
              <a:ea typeface="+mn-ea"/>
              <a:cs typeface="+mn-cs"/>
            </a:endParaRPr>
          </a:p>
        </p:txBody>
      </p:sp>
    </p:spTree>
    <p:extLst>
      <p:ext uri="{BB962C8B-B14F-4D97-AF65-F5344CB8AC3E}">
        <p14:creationId xmlns:p14="http://schemas.microsoft.com/office/powerpoint/2010/main" val="1139086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7"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243696B2-FC7B-1446-B3A5-F473E930953E}"/>
              </a:ext>
            </a:extLst>
          </p:cNvPr>
          <p:cNvSpPr>
            <a:spLocks noGrp="1"/>
          </p:cNvSpPr>
          <p:nvPr>
            <p:ph type="body" sz="quarter" idx="10"/>
          </p:nvPr>
        </p:nvSpPr>
        <p:spPr>
          <a:xfrm>
            <a:off x="713497" y="647912"/>
            <a:ext cx="10080000" cy="584775"/>
          </a:xfrm>
        </p:spPr>
        <p:txBody>
          <a:bodyPr/>
          <a:lstStyle/>
          <a:p>
            <a:r>
              <a:rPr lang="en-US" dirty="0"/>
              <a:t>Limitations of C+T</a:t>
            </a:r>
          </a:p>
        </p:txBody>
      </p:sp>
      <p:sp>
        <p:nvSpPr>
          <p:cNvPr id="3" name="TextBox 2">
            <a:extLst>
              <a:ext uri="{FF2B5EF4-FFF2-40B4-BE49-F238E27FC236}">
                <a16:creationId xmlns:a16="http://schemas.microsoft.com/office/drawing/2014/main" id="{4D095074-F4E1-47B2-B52E-043C4DECF06C}"/>
              </a:ext>
            </a:extLst>
          </p:cNvPr>
          <p:cNvSpPr txBox="1"/>
          <p:nvPr/>
        </p:nvSpPr>
        <p:spPr>
          <a:xfrm>
            <a:off x="713497" y="1906099"/>
            <a:ext cx="7454211" cy="3477875"/>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rPr>
              <a:t>Potential removal of secondary signals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rPr>
              <a:t>Based on the p-values but not on the effect sizes</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à"/>
              <a:tabLst/>
              <a:defRPr/>
            </a:pPr>
            <a:r>
              <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sym typeface="Wingdings" panose="05000000000000000000" pitchFamily="2" charset="2"/>
              </a:rPr>
              <a:t>The p-value is related to the power of the study</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à"/>
              <a:tabLst/>
              <a:defRPr/>
            </a:pPr>
            <a:r>
              <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sym typeface="Wingdings" panose="05000000000000000000" pitchFamily="2" charset="2"/>
              </a:rPr>
              <a:t>Can miss low-effect variants in small sample sizes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sym typeface="Wingdings" panose="05000000000000000000" pitchFamily="2" charset="2"/>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2000" dirty="0">
              <a:solidFill>
                <a:srgbClr val="000000"/>
              </a:solidFill>
              <a:latin typeface="Arial" panose="020B0604020202020204"/>
              <a:sym typeface="Wingdings" panose="05000000000000000000" pitchFamily="2" charset="2"/>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sym typeface="Wingdings" panose="05000000000000000000" pitchFamily="2" charset="2"/>
              </a:rPr>
              <a:t>Ideal model = ‘whole-genome’ model</a:t>
            </a:r>
          </a:p>
          <a:p>
            <a:pPr marL="742950" marR="0" lvl="1"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à"/>
              <a:tabLst/>
              <a:defRPr/>
            </a:pPr>
            <a:r>
              <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sym typeface="Wingdings" panose="05000000000000000000" pitchFamily="2" charset="2"/>
              </a:rPr>
              <a:t>Account for LD</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sym typeface="Wingdings" panose="05000000000000000000" pitchFamily="2" charset="2"/>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sym typeface="Wingdings" panose="05000000000000000000" pitchFamily="2" charset="2"/>
              </a:rPr>
              <a:t>Sample size is still a limiting factors for improved methods</a:t>
            </a:r>
            <a:endPar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p:spTree>
    <p:extLst>
      <p:ext uri="{BB962C8B-B14F-4D97-AF65-F5344CB8AC3E}">
        <p14:creationId xmlns:p14="http://schemas.microsoft.com/office/powerpoint/2010/main" val="49616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243696B2-FC7B-1446-B3A5-F473E930953E}"/>
              </a:ext>
            </a:extLst>
          </p:cNvPr>
          <p:cNvSpPr>
            <a:spLocks noGrp="1"/>
          </p:cNvSpPr>
          <p:nvPr>
            <p:ph type="body" sz="quarter" idx="10"/>
          </p:nvPr>
        </p:nvSpPr>
        <p:spPr>
          <a:xfrm>
            <a:off x="713497" y="461098"/>
            <a:ext cx="10080000" cy="584775"/>
          </a:xfrm>
        </p:spPr>
        <p:txBody>
          <a:bodyPr/>
          <a:lstStyle/>
          <a:p>
            <a:r>
              <a:rPr lang="en-US" dirty="0"/>
              <a:t>Bayesian sparse regression methods (beta shrinkage)</a:t>
            </a:r>
          </a:p>
        </p:txBody>
      </p:sp>
      <p:pic>
        <p:nvPicPr>
          <p:cNvPr id="4" name="Google Shape;206;p20" descr="figure 1">
            <a:extLst>
              <a:ext uri="{FF2B5EF4-FFF2-40B4-BE49-F238E27FC236}">
                <a16:creationId xmlns:a16="http://schemas.microsoft.com/office/drawing/2014/main" id="{D98AB90A-B148-4CE8-B649-419217223C67}"/>
              </a:ext>
            </a:extLst>
          </p:cNvPr>
          <p:cNvPicPr preferRelativeResize="0"/>
          <p:nvPr/>
        </p:nvPicPr>
        <p:blipFill rotWithShape="1">
          <a:blip r:embed="rId3">
            <a:alphaModFix/>
          </a:blip>
          <a:srcRect t="44939" b="26412"/>
          <a:stretch/>
        </p:blipFill>
        <p:spPr>
          <a:xfrm>
            <a:off x="3086837" y="1740310"/>
            <a:ext cx="5333320" cy="1880559"/>
          </a:xfrm>
          <a:prstGeom prst="rect">
            <a:avLst/>
          </a:prstGeom>
          <a:noFill/>
          <a:ln>
            <a:noFill/>
          </a:ln>
        </p:spPr>
      </p:pic>
      <p:sp>
        <p:nvSpPr>
          <p:cNvPr id="6" name="Content Placeholder 2">
            <a:extLst>
              <a:ext uri="{FF2B5EF4-FFF2-40B4-BE49-F238E27FC236}">
                <a16:creationId xmlns:a16="http://schemas.microsoft.com/office/drawing/2014/main" id="{33EA3C8B-C7D9-42BA-911B-D33CB5EC2B13}"/>
              </a:ext>
            </a:extLst>
          </p:cNvPr>
          <p:cNvSpPr txBox="1">
            <a:spLocks/>
          </p:cNvSpPr>
          <p:nvPr/>
        </p:nvSpPr>
        <p:spPr>
          <a:xfrm>
            <a:off x="985684" y="4315306"/>
            <a:ext cx="10515600" cy="132556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ysClr val="windowText" lastClr="000000"/>
                </a:solidFill>
                <a:effectLst/>
                <a:uLnTx/>
                <a:uFillTx/>
                <a:latin typeface="Arial" panose="020B0604020202020204" pitchFamily="34" charset="0"/>
                <a:cs typeface="Arial" panose="020B0604020202020204" pitchFamily="34" charset="0"/>
              </a:rPr>
              <a:t>C+T: find subset of variants that best describe the trait of interest</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lang="en-US" sz="2000" dirty="0">
                <a:solidFill>
                  <a:sysClr val="windowText" lastClr="000000"/>
                </a:solidFill>
                <a:latin typeface="Arial" panose="020B0604020202020204" pitchFamily="34" charset="0"/>
                <a:cs typeface="Arial" panose="020B0604020202020204" pitchFamily="34" charset="0"/>
              </a:rPr>
              <a:t>Beta shrinkage methods</a:t>
            </a:r>
            <a:r>
              <a:rPr kumimoji="0" lang="en-US" sz="2000" b="0" i="0" u="none" strike="noStrike" kern="1200" cap="none" spc="0" normalizeH="0" baseline="0" noProof="0" dirty="0">
                <a:ln>
                  <a:noFill/>
                </a:ln>
                <a:solidFill>
                  <a:sysClr val="windowText" lastClr="000000"/>
                </a:solidFill>
                <a:effectLst/>
                <a:uLnTx/>
                <a:uFillTx/>
                <a:latin typeface="Arial" panose="020B0604020202020204" pitchFamily="34" charset="0"/>
                <a:cs typeface="Arial" panose="020B0604020202020204" pitchFamily="34" charset="0"/>
              </a:rPr>
              <a:t>: find optimal transformation of the vector of effect sizes from GWAS to best represent the trait</a:t>
            </a:r>
          </a:p>
        </p:txBody>
      </p:sp>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05735C37-01F4-460B-89C0-9E2A3B814343}"/>
                  </a:ext>
                </a:extLst>
              </p:cNvPr>
              <p:cNvSpPr txBox="1">
                <a:spLocks/>
              </p:cNvSpPr>
              <p:nvPr/>
            </p:nvSpPr>
            <p:spPr>
              <a:xfrm>
                <a:off x="2750971" y="5318197"/>
                <a:ext cx="6005052" cy="132556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r>
                        <a:rPr kumimoji="0" lang="en-US" sz="24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cs typeface="+mn-cs"/>
                        </a:rPr>
                        <m:t>𝑃𝑅𝑆</m:t>
                      </m:r>
                      <m:r>
                        <a:rPr kumimoji="0" lang="en-US" sz="24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cs typeface="+mn-cs"/>
                        </a:rPr>
                        <m:t>=</m:t>
                      </m:r>
                      <m:nary>
                        <m:naryPr>
                          <m:chr m:val="∑"/>
                          <m:ctrlPr>
                            <a:rPr kumimoji="0" lang="en-US" sz="24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cs typeface="+mn-cs"/>
                            </a:rPr>
                          </m:ctrlPr>
                        </m:naryPr>
                        <m:sub>
                          <m:r>
                            <m:rPr>
                              <m:brk m:alnAt="23"/>
                            </m:rPr>
                            <a:rPr kumimoji="0" lang="en-US" sz="24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cs typeface="+mn-cs"/>
                            </a:rPr>
                            <m:t>𝑚</m:t>
                          </m:r>
                          <m:r>
                            <a:rPr kumimoji="0" lang="en-US" sz="24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cs typeface="+mn-cs"/>
                            </a:rPr>
                            <m:t>=1</m:t>
                          </m:r>
                        </m:sub>
                        <m:sup>
                          <m:r>
                            <a:rPr kumimoji="0" lang="en-US" sz="24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cs typeface="+mn-cs"/>
                            </a:rPr>
                            <m:t>𝑀</m:t>
                          </m:r>
                        </m:sup>
                        <m:e>
                          <m:r>
                            <a:rPr kumimoji="0" lang="en-US" sz="2400" b="0" i="1" u="none" strike="noStrike" kern="1200" cap="none" spc="0" normalizeH="0" baseline="0" noProof="0">
                              <a:ln>
                                <a:noFill/>
                              </a:ln>
                              <a:solidFill>
                                <a:sysClr val="windowText" lastClr="000000"/>
                              </a:solidFill>
                              <a:effectLst/>
                              <a:uLnTx/>
                              <a:uFillTx/>
                              <a:latin typeface="Cambria Math" panose="02040503050406030204" pitchFamily="18" charset="0"/>
                              <a:ea typeface="Cambria Math" panose="02040503050406030204" pitchFamily="18" charset="0"/>
                              <a:cs typeface="+mn-cs"/>
                            </a:rPr>
                            <m:t>𝐸</m:t>
                          </m:r>
                          <m:r>
                            <a:rPr kumimoji="0" lang="en-US" sz="2400" b="0" i="1" u="none" strike="noStrike" kern="1200" cap="none" spc="0" normalizeH="0" baseline="0" noProof="0">
                              <a:ln>
                                <a:noFill/>
                              </a:ln>
                              <a:solidFill>
                                <a:sysClr val="windowText" lastClr="000000"/>
                              </a:solidFill>
                              <a:effectLst/>
                              <a:uLnTx/>
                              <a:uFillTx/>
                              <a:latin typeface="Cambria Math" panose="02040503050406030204" pitchFamily="18" charset="0"/>
                              <a:ea typeface="Cambria Math" panose="02040503050406030204" pitchFamily="18" charset="0"/>
                              <a:cs typeface="+mn-cs"/>
                            </a:rPr>
                            <m:t>{</m:t>
                          </m:r>
                          <m:sSub>
                            <m:sSubPr>
                              <m:ctrlPr>
                                <a:rPr kumimoji="0" lang="en-US" sz="2400" b="0" i="1" u="none" strike="noStrike" kern="1200" cap="none" spc="0" normalizeH="0" baseline="0" noProof="0">
                                  <a:ln>
                                    <a:noFill/>
                                  </a:ln>
                                  <a:solidFill>
                                    <a:sysClr val="windowText" lastClr="000000"/>
                                  </a:solidFill>
                                  <a:effectLst/>
                                  <a:uLnTx/>
                                  <a:uFillTx/>
                                  <a:latin typeface="Cambria Math" panose="02040503050406030204" pitchFamily="18" charset="0"/>
                                  <a:ea typeface="Cambria Math" panose="02040503050406030204" pitchFamily="18" charset="0"/>
                                  <a:cs typeface="+mn-cs"/>
                                </a:rPr>
                              </m:ctrlPr>
                            </m:sSubPr>
                            <m:e>
                              <m:r>
                                <a:rPr kumimoji="0" lang="en-US" sz="2400" b="0" i="1" u="none" strike="noStrike" kern="1200" cap="none" spc="0" normalizeH="0" baseline="0" noProof="0">
                                  <a:ln>
                                    <a:noFill/>
                                  </a:ln>
                                  <a:solidFill>
                                    <a:sysClr val="windowText" lastClr="000000"/>
                                  </a:solidFill>
                                  <a:effectLst/>
                                  <a:uLnTx/>
                                  <a:uFillTx/>
                                  <a:latin typeface="Cambria Math" panose="02040503050406030204" pitchFamily="18" charset="0"/>
                                  <a:ea typeface="Cambria Math" panose="02040503050406030204" pitchFamily="18" charset="0"/>
                                  <a:cs typeface="+mn-cs"/>
                                </a:rPr>
                                <m:t>𝛽</m:t>
                              </m:r>
                            </m:e>
                            <m:sub>
                              <m:r>
                                <a:rPr kumimoji="0" lang="en-US" sz="2400" b="0" i="1" u="none" strike="noStrike" kern="1200" cap="none" spc="0" normalizeH="0" baseline="0" noProof="0">
                                  <a:ln>
                                    <a:noFill/>
                                  </a:ln>
                                  <a:solidFill>
                                    <a:sysClr val="windowText" lastClr="000000"/>
                                  </a:solidFill>
                                  <a:effectLst/>
                                  <a:uLnTx/>
                                  <a:uFillTx/>
                                  <a:latin typeface="Cambria Math" panose="02040503050406030204" pitchFamily="18" charset="0"/>
                                  <a:ea typeface="Cambria Math" panose="02040503050406030204" pitchFamily="18" charset="0"/>
                                  <a:cs typeface="+mn-cs"/>
                                </a:rPr>
                                <m:t>𝑚</m:t>
                              </m:r>
                            </m:sub>
                          </m:sSub>
                          <m:r>
                            <a:rPr kumimoji="0" lang="en-US" sz="2400" b="0" i="1" u="none" strike="noStrike" kern="1200" cap="none" spc="0" normalizeH="0" baseline="0" noProof="0">
                              <a:ln>
                                <a:noFill/>
                              </a:ln>
                              <a:solidFill>
                                <a:sysClr val="windowText" lastClr="000000"/>
                              </a:solidFill>
                              <a:effectLst/>
                              <a:uLnTx/>
                              <a:uFillTx/>
                              <a:latin typeface="Cambria Math" panose="02040503050406030204" pitchFamily="18" charset="0"/>
                              <a:ea typeface="Cambria Math" panose="02040503050406030204" pitchFamily="18" charset="0"/>
                              <a:cs typeface="+mn-cs"/>
                            </a:rPr>
                            <m:t>|</m:t>
                          </m:r>
                          <m:r>
                            <a:rPr kumimoji="0" lang="en-US" sz="2400" b="0" i="1" u="none" strike="noStrike" kern="1200" cap="none" spc="0" normalizeH="0" baseline="0" noProof="0">
                              <a:ln>
                                <a:noFill/>
                              </a:ln>
                              <a:solidFill>
                                <a:sysClr val="windowText" lastClr="000000"/>
                              </a:solidFill>
                              <a:effectLst/>
                              <a:uLnTx/>
                              <a:uFillTx/>
                              <a:latin typeface="Cambria Math" panose="02040503050406030204" pitchFamily="18" charset="0"/>
                              <a:ea typeface="Cambria Math" panose="02040503050406030204" pitchFamily="18" charset="0"/>
                              <a:cs typeface="+mn-cs"/>
                            </a:rPr>
                            <m:t>𝐷𝑎𝑡𝑎</m:t>
                          </m:r>
                          <m:r>
                            <a:rPr kumimoji="0" lang="en-US" sz="2400" b="0" i="1" u="none" strike="noStrike" kern="1200" cap="none" spc="0" normalizeH="0" baseline="0" noProof="0">
                              <a:ln>
                                <a:noFill/>
                              </a:ln>
                              <a:solidFill>
                                <a:sysClr val="windowText" lastClr="000000"/>
                              </a:solidFill>
                              <a:effectLst/>
                              <a:uLnTx/>
                              <a:uFillTx/>
                              <a:latin typeface="Cambria Math" panose="02040503050406030204" pitchFamily="18" charset="0"/>
                              <a:ea typeface="Cambria Math" panose="02040503050406030204" pitchFamily="18" charset="0"/>
                              <a:cs typeface="+mn-cs"/>
                            </a:rPr>
                            <m:t>}</m:t>
                          </m:r>
                          <m:sSub>
                            <m:sSubPr>
                              <m:ctrlPr>
                                <a:rPr kumimoji="0" lang="en-US" sz="24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cs typeface="+mn-cs"/>
                                </a:rPr>
                              </m:ctrlPr>
                            </m:sSubPr>
                            <m:e>
                              <m:r>
                                <a:rPr kumimoji="0" lang="en-US" sz="24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cs typeface="+mn-cs"/>
                                </a:rPr>
                                <m:t>𝐺</m:t>
                              </m:r>
                            </m:e>
                            <m:sub>
                              <m:r>
                                <a:rPr kumimoji="0" lang="en-US" sz="2400" b="0" i="1" u="none" strike="noStrike" kern="1200" cap="none" spc="0" normalizeH="0" baseline="0" noProof="0">
                                  <a:ln>
                                    <a:noFill/>
                                  </a:ln>
                                  <a:solidFill>
                                    <a:sysClr val="windowText" lastClr="000000"/>
                                  </a:solidFill>
                                  <a:effectLst/>
                                  <a:uLnTx/>
                                  <a:uFillTx/>
                                  <a:latin typeface="Cambria Math" panose="02040503050406030204" pitchFamily="18" charset="0"/>
                                  <a:ea typeface="Cambria Math" panose="02040503050406030204" pitchFamily="18" charset="0"/>
                                  <a:cs typeface="+mn-cs"/>
                                </a:rPr>
                                <m:t>𝑚</m:t>
                              </m:r>
                            </m:sub>
                          </m:sSub>
                        </m:e>
                      </m:nary>
                      <m:r>
                        <a:rPr kumimoji="0" lang="en-US" sz="24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cs typeface="+mn-cs"/>
                        </a:rPr>
                        <m:t>=</m:t>
                      </m:r>
                      <m:nary>
                        <m:naryPr>
                          <m:chr m:val="∑"/>
                          <m:ctrlPr>
                            <a:rPr kumimoji="0" lang="en-US" sz="2400" b="0" i="1" u="none" strike="noStrike" kern="1200" cap="none" spc="0" normalizeH="0" baseline="0" noProof="0">
                              <a:ln>
                                <a:noFill/>
                              </a:ln>
                              <a:solidFill>
                                <a:sysClr val="windowText" lastClr="000000"/>
                              </a:solidFill>
                              <a:effectLst/>
                              <a:uLnTx/>
                              <a:uFillTx/>
                              <a:latin typeface="Cambria Math" panose="02040503050406030204" pitchFamily="18" charset="0"/>
                              <a:ea typeface="Cambria Math" panose="02040503050406030204" pitchFamily="18" charset="0"/>
                              <a:cs typeface="+mn-cs"/>
                            </a:rPr>
                          </m:ctrlPr>
                        </m:naryPr>
                        <m:sub>
                          <m:r>
                            <m:rPr>
                              <m:brk m:alnAt="23"/>
                            </m:rPr>
                            <a:rPr kumimoji="0" lang="en-US" sz="2400" b="0" i="1" u="none" strike="noStrike" kern="1200" cap="none" spc="0" normalizeH="0" baseline="0" noProof="0">
                              <a:ln>
                                <a:noFill/>
                              </a:ln>
                              <a:solidFill>
                                <a:sysClr val="windowText" lastClr="000000"/>
                              </a:solidFill>
                              <a:effectLst/>
                              <a:uLnTx/>
                              <a:uFillTx/>
                              <a:latin typeface="Cambria Math" panose="02040503050406030204" pitchFamily="18" charset="0"/>
                              <a:ea typeface="Cambria Math" panose="02040503050406030204" pitchFamily="18" charset="0"/>
                              <a:cs typeface="+mn-cs"/>
                            </a:rPr>
                            <m:t>𝑚</m:t>
                          </m:r>
                          <m:r>
                            <a:rPr kumimoji="0" lang="en-US" sz="2400" b="0" i="1" u="none" strike="noStrike" kern="1200" cap="none" spc="0" normalizeH="0" baseline="0" noProof="0">
                              <a:ln>
                                <a:noFill/>
                              </a:ln>
                              <a:solidFill>
                                <a:sysClr val="windowText" lastClr="000000"/>
                              </a:solidFill>
                              <a:effectLst/>
                              <a:uLnTx/>
                              <a:uFillTx/>
                              <a:latin typeface="Cambria Math" panose="02040503050406030204" pitchFamily="18" charset="0"/>
                              <a:ea typeface="Cambria Math" panose="02040503050406030204" pitchFamily="18" charset="0"/>
                              <a:cs typeface="+mn-cs"/>
                            </a:rPr>
                            <m:t>=1</m:t>
                          </m:r>
                        </m:sub>
                        <m:sup>
                          <m:r>
                            <a:rPr kumimoji="0" lang="en-US" sz="2400" b="0" i="1" u="none" strike="noStrike" kern="1200" cap="none" spc="0" normalizeH="0" baseline="0" noProof="0">
                              <a:ln>
                                <a:noFill/>
                              </a:ln>
                              <a:solidFill>
                                <a:sysClr val="windowText" lastClr="000000"/>
                              </a:solidFill>
                              <a:effectLst/>
                              <a:uLnTx/>
                              <a:uFillTx/>
                              <a:latin typeface="Cambria Math" panose="02040503050406030204" pitchFamily="18" charset="0"/>
                              <a:ea typeface="Cambria Math" panose="02040503050406030204" pitchFamily="18" charset="0"/>
                              <a:cs typeface="+mn-cs"/>
                            </a:rPr>
                            <m:t>𝑀</m:t>
                          </m:r>
                        </m:sup>
                        <m:e>
                          <m:acc>
                            <m:accPr>
                              <m:chr m:val="̂"/>
                              <m:ctrlPr>
                                <a:rPr kumimoji="0" lang="en-US" sz="2400" b="0" i="1" u="none" strike="noStrike" kern="1200" cap="none" spc="0" normalizeH="0" baseline="0" noProof="0">
                                  <a:ln>
                                    <a:noFill/>
                                  </a:ln>
                                  <a:solidFill>
                                    <a:sysClr val="windowText" lastClr="000000"/>
                                  </a:solidFill>
                                  <a:effectLst/>
                                  <a:uLnTx/>
                                  <a:uFillTx/>
                                  <a:latin typeface="Cambria Math" panose="02040503050406030204" pitchFamily="18" charset="0"/>
                                  <a:ea typeface="Cambria Math" panose="02040503050406030204" pitchFamily="18" charset="0"/>
                                  <a:cs typeface="+mn-cs"/>
                                </a:rPr>
                              </m:ctrlPr>
                            </m:accPr>
                            <m:e>
                              <m:sSub>
                                <m:sSubPr>
                                  <m:ctrlPr>
                                    <a:rPr kumimoji="0" lang="en-US" sz="2400" b="0" i="1" u="none" strike="noStrike" kern="1200" cap="none" spc="0" normalizeH="0" baseline="0" noProof="0">
                                      <a:ln>
                                        <a:noFill/>
                                      </a:ln>
                                      <a:solidFill>
                                        <a:sysClr val="windowText" lastClr="000000"/>
                                      </a:solidFill>
                                      <a:effectLst/>
                                      <a:uLnTx/>
                                      <a:uFillTx/>
                                      <a:latin typeface="Cambria Math" panose="02040503050406030204" pitchFamily="18" charset="0"/>
                                      <a:ea typeface="Cambria Math" panose="02040503050406030204" pitchFamily="18" charset="0"/>
                                      <a:cs typeface="+mn-cs"/>
                                    </a:rPr>
                                  </m:ctrlPr>
                                </m:sSubPr>
                                <m:e>
                                  <m:r>
                                    <a:rPr kumimoji="0" lang="en-US" sz="2400" b="0" i="1" u="none" strike="noStrike" kern="1200" cap="none" spc="0" normalizeH="0" baseline="0" noProof="0">
                                      <a:ln>
                                        <a:noFill/>
                                      </a:ln>
                                      <a:solidFill>
                                        <a:sysClr val="windowText" lastClr="000000"/>
                                      </a:solidFill>
                                      <a:effectLst/>
                                      <a:uLnTx/>
                                      <a:uFillTx/>
                                      <a:latin typeface="Cambria Math" panose="02040503050406030204" pitchFamily="18" charset="0"/>
                                      <a:ea typeface="Cambria Math" panose="02040503050406030204" pitchFamily="18" charset="0"/>
                                      <a:cs typeface="+mn-cs"/>
                                    </a:rPr>
                                    <m:t>𝛽</m:t>
                                  </m:r>
                                </m:e>
                                <m:sub>
                                  <m:r>
                                    <a:rPr kumimoji="0" lang="en-US" sz="2400" b="0" i="1" u="none" strike="noStrike" kern="1200" cap="none" spc="0" normalizeH="0" baseline="0" noProof="0">
                                      <a:ln>
                                        <a:noFill/>
                                      </a:ln>
                                      <a:solidFill>
                                        <a:sysClr val="windowText" lastClr="000000"/>
                                      </a:solidFill>
                                      <a:effectLst/>
                                      <a:uLnTx/>
                                      <a:uFillTx/>
                                      <a:latin typeface="Cambria Math" panose="02040503050406030204" pitchFamily="18" charset="0"/>
                                      <a:ea typeface="Cambria Math" panose="02040503050406030204" pitchFamily="18" charset="0"/>
                                      <a:cs typeface="+mn-cs"/>
                                    </a:rPr>
                                    <m:t>𝑚</m:t>
                                  </m:r>
                                </m:sub>
                              </m:sSub>
                            </m:e>
                          </m:acc>
                        </m:e>
                      </m:nary>
                    </m:oMath>
                  </m:oMathPara>
                </a14:m>
                <a:endParaRPr kumimoji="0" lang="en-US" sz="2400" b="0" i="0" u="none" strike="noStrike" kern="1200" cap="none" spc="0" normalizeH="0" baseline="0" noProof="0" dirty="0">
                  <a:ln>
                    <a:noFill/>
                  </a:ln>
                  <a:solidFill>
                    <a:sysClr val="windowText" lastClr="000000"/>
                  </a:solidFill>
                  <a:effectLst/>
                  <a:uLnTx/>
                  <a:uFillTx/>
                  <a:latin typeface="Calibri" panose="020F0502020204030204"/>
                  <a:ea typeface="Cambria Math" panose="02040503050406030204" pitchFamily="18" charset="0"/>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400" b="0" i="0" u="none" strike="noStrike" kern="1200" cap="none" spc="0" normalizeH="0" baseline="0" noProof="0" dirty="0">
                  <a:ln>
                    <a:noFill/>
                  </a:ln>
                  <a:solidFill>
                    <a:sysClr val="windowText" lastClr="000000"/>
                  </a:solidFill>
                  <a:effectLst/>
                  <a:uLnTx/>
                  <a:uFillTx/>
                  <a:latin typeface="Calibri" panose="020F0502020204030204"/>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2400" b="0" i="0" u="none" strike="noStrike" kern="1200" cap="none" spc="0" normalizeH="0" baseline="0" noProof="0" dirty="0">
                  <a:ln>
                    <a:noFill/>
                  </a:ln>
                  <a:solidFill>
                    <a:sysClr val="windowText" lastClr="000000"/>
                  </a:solidFill>
                  <a:effectLst/>
                  <a:uLnTx/>
                  <a:uFillTx/>
                  <a:latin typeface="Calibri" panose="020F0502020204030204"/>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de-DE" sz="2400" b="0" i="0" u="none" strike="noStrike" kern="1200" cap="none" spc="0" normalizeH="0" baseline="0" noProof="0" dirty="0">
                  <a:ln>
                    <a:noFill/>
                  </a:ln>
                  <a:solidFill>
                    <a:sysClr val="windowText" lastClr="000000"/>
                  </a:solidFill>
                  <a:effectLst/>
                  <a:uLnTx/>
                  <a:uFillTx/>
                  <a:latin typeface="Calibri" panose="020F0502020204030204"/>
                  <a:cs typeface="+mn-cs"/>
                </a:endParaRPr>
              </a:p>
            </p:txBody>
          </p:sp>
        </mc:Choice>
        <mc:Fallback xmlns="">
          <p:sp>
            <p:nvSpPr>
              <p:cNvPr id="8" name="Content Placeholder 2">
                <a:extLst>
                  <a:ext uri="{FF2B5EF4-FFF2-40B4-BE49-F238E27FC236}">
                    <a16:creationId xmlns:a16="http://schemas.microsoft.com/office/drawing/2014/main" id="{05735C37-01F4-460B-89C0-9E2A3B814343}"/>
                  </a:ext>
                </a:extLst>
              </p:cNvPr>
              <p:cNvSpPr txBox="1">
                <a:spLocks noRot="1" noChangeAspect="1" noMove="1" noResize="1" noEditPoints="1" noAdjustHandles="1" noChangeArrowheads="1" noChangeShapeType="1" noTextEdit="1"/>
              </p:cNvSpPr>
              <p:nvPr/>
            </p:nvSpPr>
            <p:spPr>
              <a:xfrm>
                <a:off x="2750971" y="5318197"/>
                <a:ext cx="6005052" cy="1325564"/>
              </a:xfrm>
              <a:prstGeom prst="rect">
                <a:avLst/>
              </a:prstGeom>
              <a:blipFill>
                <a:blip r:embed="rId4"/>
                <a:stretch>
                  <a:fillRect/>
                </a:stretch>
              </a:blipFill>
            </p:spPr>
            <p:txBody>
              <a:bodyPr/>
              <a:lstStyle/>
              <a:p>
                <a:r>
                  <a:rPr lang="de-DE">
                    <a:noFill/>
                  </a:rPr>
                  <a:t> </a:t>
                </a:r>
              </a:p>
            </p:txBody>
          </p:sp>
        </mc:Fallback>
      </mc:AlternateContent>
    </p:spTree>
    <p:extLst>
      <p:ext uri="{BB962C8B-B14F-4D97-AF65-F5344CB8AC3E}">
        <p14:creationId xmlns:p14="http://schemas.microsoft.com/office/powerpoint/2010/main" val="303118385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243696B2-FC7B-1446-B3A5-F473E930953E}"/>
              </a:ext>
            </a:extLst>
          </p:cNvPr>
          <p:cNvSpPr>
            <a:spLocks noGrp="1"/>
          </p:cNvSpPr>
          <p:nvPr>
            <p:ph type="body" sz="quarter" idx="10"/>
          </p:nvPr>
        </p:nvSpPr>
        <p:spPr>
          <a:xfrm>
            <a:off x="713497" y="461098"/>
            <a:ext cx="10080000" cy="584775"/>
          </a:xfrm>
        </p:spPr>
        <p:txBody>
          <a:bodyPr/>
          <a:lstStyle/>
          <a:p>
            <a:r>
              <a:rPr lang="en-US" dirty="0"/>
              <a:t>Bayesian sparse regression methods (beta shrinkage)</a:t>
            </a:r>
          </a:p>
        </p:txBody>
      </p:sp>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05735C37-01F4-460B-89C0-9E2A3B814343}"/>
                  </a:ext>
                </a:extLst>
              </p:cNvPr>
              <p:cNvSpPr txBox="1">
                <a:spLocks/>
              </p:cNvSpPr>
              <p:nvPr/>
            </p:nvSpPr>
            <p:spPr>
              <a:xfrm>
                <a:off x="2750971" y="1621269"/>
                <a:ext cx="6005052" cy="132556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r>
                        <a:rPr kumimoji="0" lang="en-US" sz="24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cs typeface="+mn-cs"/>
                        </a:rPr>
                        <m:t>𝑃𝑅𝑆</m:t>
                      </m:r>
                      <m:r>
                        <a:rPr kumimoji="0" lang="en-US" sz="24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cs typeface="+mn-cs"/>
                        </a:rPr>
                        <m:t>=</m:t>
                      </m:r>
                      <m:nary>
                        <m:naryPr>
                          <m:chr m:val="∑"/>
                          <m:ctrlPr>
                            <a:rPr kumimoji="0" lang="en-US" sz="24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cs typeface="+mn-cs"/>
                            </a:rPr>
                          </m:ctrlPr>
                        </m:naryPr>
                        <m:sub>
                          <m:r>
                            <m:rPr>
                              <m:brk m:alnAt="23"/>
                            </m:rPr>
                            <a:rPr kumimoji="0" lang="en-US" sz="24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cs typeface="+mn-cs"/>
                            </a:rPr>
                            <m:t>𝑚</m:t>
                          </m:r>
                          <m:r>
                            <a:rPr kumimoji="0" lang="en-US" sz="24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cs typeface="+mn-cs"/>
                            </a:rPr>
                            <m:t>=1</m:t>
                          </m:r>
                        </m:sub>
                        <m:sup>
                          <m:r>
                            <a:rPr kumimoji="0" lang="en-US" sz="24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cs typeface="+mn-cs"/>
                            </a:rPr>
                            <m:t>𝑀</m:t>
                          </m:r>
                        </m:sup>
                        <m:e>
                          <m:r>
                            <a:rPr kumimoji="0" lang="en-US" sz="2400" b="0" i="1" u="none" strike="noStrike" kern="1200" cap="none" spc="0" normalizeH="0" baseline="0" noProof="0">
                              <a:ln>
                                <a:noFill/>
                              </a:ln>
                              <a:solidFill>
                                <a:sysClr val="windowText" lastClr="000000"/>
                              </a:solidFill>
                              <a:effectLst/>
                              <a:uLnTx/>
                              <a:uFillTx/>
                              <a:latin typeface="Cambria Math" panose="02040503050406030204" pitchFamily="18" charset="0"/>
                              <a:ea typeface="Cambria Math" panose="02040503050406030204" pitchFamily="18" charset="0"/>
                              <a:cs typeface="+mn-cs"/>
                            </a:rPr>
                            <m:t>𝐸</m:t>
                          </m:r>
                          <m:r>
                            <a:rPr kumimoji="0" lang="en-US" sz="2400" b="0" i="1" u="none" strike="noStrike" kern="1200" cap="none" spc="0" normalizeH="0" baseline="0" noProof="0">
                              <a:ln>
                                <a:noFill/>
                              </a:ln>
                              <a:solidFill>
                                <a:sysClr val="windowText" lastClr="000000"/>
                              </a:solidFill>
                              <a:effectLst/>
                              <a:uLnTx/>
                              <a:uFillTx/>
                              <a:latin typeface="Cambria Math" panose="02040503050406030204" pitchFamily="18" charset="0"/>
                              <a:ea typeface="Cambria Math" panose="02040503050406030204" pitchFamily="18" charset="0"/>
                              <a:cs typeface="+mn-cs"/>
                            </a:rPr>
                            <m:t>{</m:t>
                          </m:r>
                          <m:sSub>
                            <m:sSubPr>
                              <m:ctrlPr>
                                <a:rPr kumimoji="0" lang="en-US" sz="2400" b="0" i="1" u="none" strike="noStrike" kern="1200" cap="none" spc="0" normalizeH="0" baseline="0" noProof="0">
                                  <a:ln>
                                    <a:noFill/>
                                  </a:ln>
                                  <a:solidFill>
                                    <a:sysClr val="windowText" lastClr="000000"/>
                                  </a:solidFill>
                                  <a:effectLst/>
                                  <a:uLnTx/>
                                  <a:uFillTx/>
                                  <a:latin typeface="Cambria Math" panose="02040503050406030204" pitchFamily="18" charset="0"/>
                                  <a:ea typeface="Cambria Math" panose="02040503050406030204" pitchFamily="18" charset="0"/>
                                  <a:cs typeface="+mn-cs"/>
                                </a:rPr>
                              </m:ctrlPr>
                            </m:sSubPr>
                            <m:e>
                              <m:r>
                                <a:rPr kumimoji="0" lang="en-US" sz="2400" b="0" i="1" u="none" strike="noStrike" kern="1200" cap="none" spc="0" normalizeH="0" baseline="0" noProof="0">
                                  <a:ln>
                                    <a:noFill/>
                                  </a:ln>
                                  <a:solidFill>
                                    <a:sysClr val="windowText" lastClr="000000"/>
                                  </a:solidFill>
                                  <a:effectLst/>
                                  <a:uLnTx/>
                                  <a:uFillTx/>
                                  <a:latin typeface="Cambria Math" panose="02040503050406030204" pitchFamily="18" charset="0"/>
                                  <a:ea typeface="Cambria Math" panose="02040503050406030204" pitchFamily="18" charset="0"/>
                                  <a:cs typeface="+mn-cs"/>
                                </a:rPr>
                                <m:t>𝛽</m:t>
                              </m:r>
                            </m:e>
                            <m:sub>
                              <m:r>
                                <a:rPr kumimoji="0" lang="en-US" sz="2400" b="0" i="1" u="none" strike="noStrike" kern="1200" cap="none" spc="0" normalizeH="0" baseline="0" noProof="0">
                                  <a:ln>
                                    <a:noFill/>
                                  </a:ln>
                                  <a:solidFill>
                                    <a:sysClr val="windowText" lastClr="000000"/>
                                  </a:solidFill>
                                  <a:effectLst/>
                                  <a:uLnTx/>
                                  <a:uFillTx/>
                                  <a:latin typeface="Cambria Math" panose="02040503050406030204" pitchFamily="18" charset="0"/>
                                  <a:ea typeface="Cambria Math" panose="02040503050406030204" pitchFamily="18" charset="0"/>
                                  <a:cs typeface="+mn-cs"/>
                                </a:rPr>
                                <m:t>𝑚</m:t>
                              </m:r>
                            </m:sub>
                          </m:sSub>
                          <m:r>
                            <a:rPr kumimoji="0" lang="en-US" sz="2400" b="0" i="1" u="none" strike="noStrike" kern="1200" cap="none" spc="0" normalizeH="0" baseline="0" noProof="0">
                              <a:ln>
                                <a:noFill/>
                              </a:ln>
                              <a:solidFill>
                                <a:sysClr val="windowText" lastClr="000000"/>
                              </a:solidFill>
                              <a:effectLst/>
                              <a:uLnTx/>
                              <a:uFillTx/>
                              <a:latin typeface="Cambria Math" panose="02040503050406030204" pitchFamily="18" charset="0"/>
                              <a:ea typeface="Cambria Math" panose="02040503050406030204" pitchFamily="18" charset="0"/>
                              <a:cs typeface="+mn-cs"/>
                            </a:rPr>
                            <m:t>|</m:t>
                          </m:r>
                          <m:r>
                            <a:rPr kumimoji="0" lang="en-US" sz="2400" b="0" i="1" u="none" strike="noStrike" kern="1200" cap="none" spc="0" normalizeH="0" baseline="0" noProof="0">
                              <a:ln>
                                <a:noFill/>
                              </a:ln>
                              <a:solidFill>
                                <a:sysClr val="windowText" lastClr="000000"/>
                              </a:solidFill>
                              <a:effectLst/>
                              <a:uLnTx/>
                              <a:uFillTx/>
                              <a:latin typeface="Cambria Math" panose="02040503050406030204" pitchFamily="18" charset="0"/>
                              <a:ea typeface="Cambria Math" panose="02040503050406030204" pitchFamily="18" charset="0"/>
                              <a:cs typeface="+mn-cs"/>
                            </a:rPr>
                            <m:t>𝐷𝑎𝑡𝑎</m:t>
                          </m:r>
                          <m:r>
                            <a:rPr kumimoji="0" lang="en-US" sz="2400" b="0" i="1" u="none" strike="noStrike" kern="1200" cap="none" spc="0" normalizeH="0" baseline="0" noProof="0">
                              <a:ln>
                                <a:noFill/>
                              </a:ln>
                              <a:solidFill>
                                <a:sysClr val="windowText" lastClr="000000"/>
                              </a:solidFill>
                              <a:effectLst/>
                              <a:uLnTx/>
                              <a:uFillTx/>
                              <a:latin typeface="Cambria Math" panose="02040503050406030204" pitchFamily="18" charset="0"/>
                              <a:ea typeface="Cambria Math" panose="02040503050406030204" pitchFamily="18" charset="0"/>
                              <a:cs typeface="+mn-cs"/>
                            </a:rPr>
                            <m:t>}</m:t>
                          </m:r>
                          <m:sSub>
                            <m:sSubPr>
                              <m:ctrlPr>
                                <a:rPr kumimoji="0" lang="en-US" sz="24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cs typeface="+mn-cs"/>
                                </a:rPr>
                              </m:ctrlPr>
                            </m:sSubPr>
                            <m:e>
                              <m:r>
                                <a:rPr kumimoji="0" lang="en-US" sz="24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cs typeface="+mn-cs"/>
                                </a:rPr>
                                <m:t>𝐺</m:t>
                              </m:r>
                            </m:e>
                            <m:sub>
                              <m:r>
                                <a:rPr kumimoji="0" lang="en-US" sz="2400" b="0" i="1" u="none" strike="noStrike" kern="1200" cap="none" spc="0" normalizeH="0" baseline="0" noProof="0">
                                  <a:ln>
                                    <a:noFill/>
                                  </a:ln>
                                  <a:solidFill>
                                    <a:sysClr val="windowText" lastClr="000000"/>
                                  </a:solidFill>
                                  <a:effectLst/>
                                  <a:uLnTx/>
                                  <a:uFillTx/>
                                  <a:latin typeface="Cambria Math" panose="02040503050406030204" pitchFamily="18" charset="0"/>
                                  <a:ea typeface="Cambria Math" panose="02040503050406030204" pitchFamily="18" charset="0"/>
                                  <a:cs typeface="+mn-cs"/>
                                </a:rPr>
                                <m:t>𝑚</m:t>
                              </m:r>
                            </m:sub>
                          </m:sSub>
                        </m:e>
                      </m:nary>
                      <m:r>
                        <a:rPr kumimoji="0" lang="en-US" sz="24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cs typeface="+mn-cs"/>
                        </a:rPr>
                        <m:t>=</m:t>
                      </m:r>
                      <m:nary>
                        <m:naryPr>
                          <m:chr m:val="∑"/>
                          <m:ctrlPr>
                            <a:rPr kumimoji="0" lang="en-US" sz="2400" b="0" i="1" u="none" strike="noStrike" kern="1200" cap="none" spc="0" normalizeH="0" baseline="0" noProof="0">
                              <a:ln>
                                <a:noFill/>
                              </a:ln>
                              <a:solidFill>
                                <a:sysClr val="windowText" lastClr="000000"/>
                              </a:solidFill>
                              <a:effectLst/>
                              <a:uLnTx/>
                              <a:uFillTx/>
                              <a:latin typeface="Cambria Math" panose="02040503050406030204" pitchFamily="18" charset="0"/>
                              <a:ea typeface="Cambria Math" panose="02040503050406030204" pitchFamily="18" charset="0"/>
                              <a:cs typeface="+mn-cs"/>
                            </a:rPr>
                          </m:ctrlPr>
                        </m:naryPr>
                        <m:sub>
                          <m:r>
                            <m:rPr>
                              <m:brk m:alnAt="23"/>
                            </m:rPr>
                            <a:rPr kumimoji="0" lang="en-US" sz="2400" b="0" i="1" u="none" strike="noStrike" kern="1200" cap="none" spc="0" normalizeH="0" baseline="0" noProof="0">
                              <a:ln>
                                <a:noFill/>
                              </a:ln>
                              <a:solidFill>
                                <a:sysClr val="windowText" lastClr="000000"/>
                              </a:solidFill>
                              <a:effectLst/>
                              <a:uLnTx/>
                              <a:uFillTx/>
                              <a:latin typeface="Cambria Math" panose="02040503050406030204" pitchFamily="18" charset="0"/>
                              <a:ea typeface="Cambria Math" panose="02040503050406030204" pitchFamily="18" charset="0"/>
                              <a:cs typeface="+mn-cs"/>
                            </a:rPr>
                            <m:t>𝑚</m:t>
                          </m:r>
                          <m:r>
                            <a:rPr kumimoji="0" lang="en-US" sz="2400" b="0" i="1" u="none" strike="noStrike" kern="1200" cap="none" spc="0" normalizeH="0" baseline="0" noProof="0">
                              <a:ln>
                                <a:noFill/>
                              </a:ln>
                              <a:solidFill>
                                <a:sysClr val="windowText" lastClr="000000"/>
                              </a:solidFill>
                              <a:effectLst/>
                              <a:uLnTx/>
                              <a:uFillTx/>
                              <a:latin typeface="Cambria Math" panose="02040503050406030204" pitchFamily="18" charset="0"/>
                              <a:ea typeface="Cambria Math" panose="02040503050406030204" pitchFamily="18" charset="0"/>
                              <a:cs typeface="+mn-cs"/>
                            </a:rPr>
                            <m:t>=1</m:t>
                          </m:r>
                        </m:sub>
                        <m:sup>
                          <m:r>
                            <a:rPr kumimoji="0" lang="en-US" sz="2400" b="0" i="1" u="none" strike="noStrike" kern="1200" cap="none" spc="0" normalizeH="0" baseline="0" noProof="0">
                              <a:ln>
                                <a:noFill/>
                              </a:ln>
                              <a:solidFill>
                                <a:sysClr val="windowText" lastClr="000000"/>
                              </a:solidFill>
                              <a:effectLst/>
                              <a:uLnTx/>
                              <a:uFillTx/>
                              <a:latin typeface="Cambria Math" panose="02040503050406030204" pitchFamily="18" charset="0"/>
                              <a:ea typeface="Cambria Math" panose="02040503050406030204" pitchFamily="18" charset="0"/>
                              <a:cs typeface="+mn-cs"/>
                            </a:rPr>
                            <m:t>𝑀</m:t>
                          </m:r>
                        </m:sup>
                        <m:e>
                          <m:acc>
                            <m:accPr>
                              <m:chr m:val="̂"/>
                              <m:ctrlPr>
                                <a:rPr kumimoji="0" lang="en-US" sz="2400" b="0" i="1" u="none" strike="noStrike" kern="1200" cap="none" spc="0" normalizeH="0" baseline="0" noProof="0">
                                  <a:ln>
                                    <a:noFill/>
                                  </a:ln>
                                  <a:solidFill>
                                    <a:sysClr val="windowText" lastClr="000000"/>
                                  </a:solidFill>
                                  <a:effectLst/>
                                  <a:uLnTx/>
                                  <a:uFillTx/>
                                  <a:latin typeface="Cambria Math" panose="02040503050406030204" pitchFamily="18" charset="0"/>
                                  <a:ea typeface="Cambria Math" panose="02040503050406030204" pitchFamily="18" charset="0"/>
                                  <a:cs typeface="+mn-cs"/>
                                </a:rPr>
                              </m:ctrlPr>
                            </m:accPr>
                            <m:e>
                              <m:sSub>
                                <m:sSubPr>
                                  <m:ctrlPr>
                                    <a:rPr kumimoji="0" lang="en-US" sz="2400" b="0" i="1" u="none" strike="noStrike" kern="1200" cap="none" spc="0" normalizeH="0" baseline="0" noProof="0">
                                      <a:ln>
                                        <a:noFill/>
                                      </a:ln>
                                      <a:solidFill>
                                        <a:sysClr val="windowText" lastClr="000000"/>
                                      </a:solidFill>
                                      <a:effectLst/>
                                      <a:uLnTx/>
                                      <a:uFillTx/>
                                      <a:latin typeface="Cambria Math" panose="02040503050406030204" pitchFamily="18" charset="0"/>
                                      <a:ea typeface="Cambria Math" panose="02040503050406030204" pitchFamily="18" charset="0"/>
                                      <a:cs typeface="+mn-cs"/>
                                    </a:rPr>
                                  </m:ctrlPr>
                                </m:sSubPr>
                                <m:e>
                                  <m:r>
                                    <a:rPr kumimoji="0" lang="en-US" sz="2400" b="0" i="1" u="none" strike="noStrike" kern="1200" cap="none" spc="0" normalizeH="0" baseline="0" noProof="0">
                                      <a:ln>
                                        <a:noFill/>
                                      </a:ln>
                                      <a:solidFill>
                                        <a:sysClr val="windowText" lastClr="000000"/>
                                      </a:solidFill>
                                      <a:effectLst/>
                                      <a:uLnTx/>
                                      <a:uFillTx/>
                                      <a:latin typeface="Cambria Math" panose="02040503050406030204" pitchFamily="18" charset="0"/>
                                      <a:ea typeface="Cambria Math" panose="02040503050406030204" pitchFamily="18" charset="0"/>
                                      <a:cs typeface="+mn-cs"/>
                                    </a:rPr>
                                    <m:t>𝛽</m:t>
                                  </m:r>
                                </m:e>
                                <m:sub>
                                  <m:r>
                                    <a:rPr kumimoji="0" lang="en-US" sz="2400" b="0" i="1" u="none" strike="noStrike" kern="1200" cap="none" spc="0" normalizeH="0" baseline="0" noProof="0">
                                      <a:ln>
                                        <a:noFill/>
                                      </a:ln>
                                      <a:solidFill>
                                        <a:sysClr val="windowText" lastClr="000000"/>
                                      </a:solidFill>
                                      <a:effectLst/>
                                      <a:uLnTx/>
                                      <a:uFillTx/>
                                      <a:latin typeface="Cambria Math" panose="02040503050406030204" pitchFamily="18" charset="0"/>
                                      <a:ea typeface="Cambria Math" panose="02040503050406030204" pitchFamily="18" charset="0"/>
                                      <a:cs typeface="+mn-cs"/>
                                    </a:rPr>
                                    <m:t>𝑚</m:t>
                                  </m:r>
                                </m:sub>
                              </m:sSub>
                            </m:e>
                          </m:acc>
                        </m:e>
                      </m:nary>
                    </m:oMath>
                  </m:oMathPara>
                </a14:m>
                <a:endParaRPr kumimoji="0" lang="en-US" sz="2400" b="0" i="0" u="none" strike="noStrike" kern="1200" cap="none" spc="0" normalizeH="0" baseline="0" noProof="0" dirty="0">
                  <a:ln>
                    <a:noFill/>
                  </a:ln>
                  <a:solidFill>
                    <a:sysClr val="windowText" lastClr="000000"/>
                  </a:solidFill>
                  <a:effectLst/>
                  <a:uLnTx/>
                  <a:uFillTx/>
                  <a:latin typeface="Calibri" panose="020F0502020204030204"/>
                  <a:ea typeface="Cambria Math" panose="02040503050406030204" pitchFamily="18" charset="0"/>
                  <a:cs typeface="+mn-cs"/>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400" b="0" i="0" u="none" strike="noStrike" kern="1200" cap="none" spc="0" normalizeH="0" baseline="0" noProof="0" dirty="0">
                  <a:ln>
                    <a:noFill/>
                  </a:ln>
                  <a:solidFill>
                    <a:sysClr val="windowText" lastClr="000000"/>
                  </a:solidFill>
                  <a:effectLst/>
                  <a:uLnTx/>
                  <a:uFillTx/>
                  <a:latin typeface="Calibri" panose="020F0502020204030204"/>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en-US" sz="2400" b="0" i="0" u="none" strike="noStrike" kern="1200" cap="none" spc="0" normalizeH="0" baseline="0" noProof="0" dirty="0">
                  <a:ln>
                    <a:noFill/>
                  </a:ln>
                  <a:solidFill>
                    <a:sysClr val="windowText" lastClr="000000"/>
                  </a:solidFill>
                  <a:effectLst/>
                  <a:uLnTx/>
                  <a:uFillTx/>
                  <a:latin typeface="Calibri" panose="020F0502020204030204"/>
                  <a:cs typeface="+mn-cs"/>
                </a:endParaRP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endParaRPr kumimoji="0" lang="de-DE" sz="2400" b="0" i="0" u="none" strike="noStrike" kern="1200" cap="none" spc="0" normalizeH="0" baseline="0" noProof="0" dirty="0">
                  <a:ln>
                    <a:noFill/>
                  </a:ln>
                  <a:solidFill>
                    <a:sysClr val="windowText" lastClr="000000"/>
                  </a:solidFill>
                  <a:effectLst/>
                  <a:uLnTx/>
                  <a:uFillTx/>
                  <a:latin typeface="Calibri" panose="020F0502020204030204"/>
                  <a:cs typeface="+mn-cs"/>
                </a:endParaRPr>
              </a:p>
            </p:txBody>
          </p:sp>
        </mc:Choice>
        <mc:Fallback xmlns="">
          <p:sp>
            <p:nvSpPr>
              <p:cNvPr id="8" name="Content Placeholder 2">
                <a:extLst>
                  <a:ext uri="{FF2B5EF4-FFF2-40B4-BE49-F238E27FC236}">
                    <a16:creationId xmlns:a16="http://schemas.microsoft.com/office/drawing/2014/main" id="{05735C37-01F4-460B-89C0-9E2A3B814343}"/>
                  </a:ext>
                </a:extLst>
              </p:cNvPr>
              <p:cNvSpPr txBox="1">
                <a:spLocks noRot="1" noChangeAspect="1" noMove="1" noResize="1" noEditPoints="1" noAdjustHandles="1" noChangeArrowheads="1" noChangeShapeType="1" noTextEdit="1"/>
              </p:cNvSpPr>
              <p:nvPr/>
            </p:nvSpPr>
            <p:spPr>
              <a:xfrm>
                <a:off x="2750971" y="1621269"/>
                <a:ext cx="6005052" cy="1325564"/>
              </a:xfrm>
              <a:prstGeom prst="rect">
                <a:avLst/>
              </a:prstGeom>
              <a:blipFill>
                <a:blip r:embed="rId3"/>
                <a:stretch>
                  <a:fillRect/>
                </a:stretch>
              </a:blipFill>
            </p:spPr>
            <p:txBody>
              <a:bodyPr/>
              <a:lstStyle/>
              <a:p>
                <a:r>
                  <a:rPr lang="de-DE">
                    <a:noFill/>
                  </a:rPr>
                  <a:t> </a:t>
                </a:r>
              </a:p>
            </p:txBody>
          </p:sp>
        </mc:Fallback>
      </mc:AlternateContent>
      <p:sp>
        <p:nvSpPr>
          <p:cNvPr id="9" name="Content Placeholder 2">
            <a:extLst>
              <a:ext uri="{FF2B5EF4-FFF2-40B4-BE49-F238E27FC236}">
                <a16:creationId xmlns:a16="http://schemas.microsoft.com/office/drawing/2014/main" id="{578DF3F5-1432-47E4-B473-95926DB04DAC}"/>
              </a:ext>
            </a:extLst>
          </p:cNvPr>
          <p:cNvSpPr txBox="1">
            <a:spLocks/>
          </p:cNvSpPr>
          <p:nvPr/>
        </p:nvSpPr>
        <p:spPr>
          <a:xfrm>
            <a:off x="1065968" y="3123483"/>
            <a:ext cx="10626213" cy="301184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500"/>
              </a:spcBef>
              <a:buNone/>
            </a:pPr>
            <a:r>
              <a:rPr kumimoji="0" lang="en-US" sz="2200" b="0" i="0" u="none" strike="noStrike" kern="1200" cap="none" spc="0" normalizeH="0" baseline="0" noProof="0" dirty="0">
                <a:ln>
                  <a:noFill/>
                </a:ln>
                <a:solidFill>
                  <a:sysClr val="windowText" lastClr="000000"/>
                </a:solidFill>
                <a:effectLst/>
                <a:uLnTx/>
                <a:uFillTx/>
                <a:ea typeface="+mn-ea"/>
                <a:cs typeface="+mn-cs"/>
              </a:rPr>
              <a:t>Models the distribution of shrunk/re-weighted effect sizes using:</a:t>
            </a:r>
          </a:p>
          <a:p>
            <a:pPr lvl="1"/>
            <a:r>
              <a:rPr kumimoji="0" lang="en-US" sz="2200" b="0" i="0" u="none" strike="noStrike" kern="1200" cap="none" spc="0" normalizeH="0" baseline="0" noProof="0" dirty="0">
                <a:ln>
                  <a:noFill/>
                </a:ln>
                <a:solidFill>
                  <a:sysClr val="windowText" lastClr="000000"/>
                </a:solidFill>
                <a:effectLst/>
                <a:uLnTx/>
                <a:uFillTx/>
                <a:ea typeface="+mn-ea"/>
                <a:cs typeface="+mn-cs"/>
              </a:rPr>
              <a:t>prior that reflects the genetic architecture (e.g. all SNPs have non-zero weight)</a:t>
            </a:r>
          </a:p>
          <a:p>
            <a:pPr lvl="1"/>
            <a:r>
              <a:rPr kumimoji="0" lang="en-US" sz="2200" b="0" i="0" u="none" strike="noStrike" kern="1200" cap="none" spc="0" normalizeH="0" baseline="0" noProof="0" dirty="0">
                <a:ln>
                  <a:noFill/>
                </a:ln>
                <a:solidFill>
                  <a:sysClr val="windowText" lastClr="000000"/>
                </a:solidFill>
                <a:effectLst/>
                <a:uLnTx/>
                <a:uFillTx/>
                <a:ea typeface="+mn-ea"/>
                <a:cs typeface="+mn-cs"/>
              </a:rPr>
              <a:t>genome-wide LD matrix to weigh down variants from the same LD block</a:t>
            </a:r>
          </a:p>
          <a:p>
            <a:pPr marL="0" indent="0">
              <a:spcBef>
                <a:spcPts val="500"/>
              </a:spcBef>
              <a:buNone/>
            </a:pPr>
            <a:endParaRPr kumimoji="0" lang="en-US" sz="2200" b="0" i="0" u="none" strike="noStrike" kern="1200" cap="none" spc="0" normalizeH="0" baseline="0" noProof="0" dirty="0">
              <a:ln>
                <a:noFill/>
              </a:ln>
              <a:solidFill>
                <a:sysClr val="windowText" lastClr="000000"/>
              </a:solidFill>
              <a:effectLst/>
              <a:uLnTx/>
              <a:uFillTx/>
              <a:ea typeface="+mn-ea"/>
              <a:cs typeface="+mn-cs"/>
              <a:sym typeface="Wingdings" panose="05000000000000000000" pitchFamily="2" charset="2"/>
            </a:endParaRPr>
          </a:p>
          <a:p>
            <a:pPr marL="0" indent="0">
              <a:spcBef>
                <a:spcPts val="500"/>
              </a:spcBef>
              <a:buNone/>
            </a:pPr>
            <a:r>
              <a:rPr kumimoji="0" lang="en-US" sz="2200" b="0" i="0" u="none" strike="noStrike" kern="1200" cap="none" spc="0" normalizeH="0" baseline="0" noProof="0" dirty="0">
                <a:ln>
                  <a:noFill/>
                </a:ln>
                <a:solidFill>
                  <a:sysClr val="windowText" lastClr="000000"/>
                </a:solidFill>
                <a:effectLst/>
                <a:uLnTx/>
                <a:uFillTx/>
                <a:ea typeface="+mn-ea"/>
                <a:cs typeface="+mn-cs"/>
                <a:sym typeface="Wingdings" panose="05000000000000000000" pitchFamily="2" charset="2"/>
              </a:rPr>
              <a:t> Shrinkage method that produces scaled effect sizes genome-wide</a:t>
            </a:r>
          </a:p>
          <a:p>
            <a:pPr>
              <a:spcBef>
                <a:spcPts val="500"/>
              </a:spcBef>
            </a:pPr>
            <a:endParaRPr kumimoji="0" lang="en-US" sz="2200" b="0" i="0" u="none" strike="noStrike" kern="1200" cap="none" spc="0" normalizeH="0" baseline="0" noProof="0" dirty="0">
              <a:ln>
                <a:noFill/>
              </a:ln>
              <a:solidFill>
                <a:sysClr val="windowText" lastClr="000000"/>
              </a:solidFill>
              <a:effectLst/>
              <a:uLnTx/>
              <a:uFillTx/>
              <a:ea typeface="+mn-ea"/>
              <a:cs typeface="+mn-cs"/>
              <a:sym typeface="Wingdings" panose="05000000000000000000" pitchFamily="2" charset="2"/>
            </a:endParaRPr>
          </a:p>
          <a:p>
            <a:pPr>
              <a:spcBef>
                <a:spcPts val="500"/>
              </a:spcBef>
            </a:pPr>
            <a:r>
              <a:rPr kumimoji="0" lang="en-US" sz="2200" b="0" i="0" u="none" strike="noStrike" kern="1200" cap="none" spc="0" normalizeH="0" baseline="0" noProof="0" dirty="0">
                <a:ln>
                  <a:noFill/>
                </a:ln>
                <a:solidFill>
                  <a:sysClr val="windowText" lastClr="000000"/>
                </a:solidFill>
                <a:effectLst/>
                <a:uLnTx/>
                <a:uFillTx/>
                <a:ea typeface="+mn-ea"/>
                <a:cs typeface="+mn-cs"/>
                <a:sym typeface="Wingdings" panose="05000000000000000000" pitchFamily="2" charset="2"/>
              </a:rPr>
              <a:t>Downsides: too many hyperparameters  harder to interpret</a:t>
            </a:r>
            <a:endParaRPr kumimoji="0" lang="de-DE" sz="2200" b="0" i="0" u="none" strike="noStrike" kern="1200" cap="none" spc="0" normalizeH="0" baseline="0" noProof="0" dirty="0">
              <a:ln>
                <a:noFill/>
              </a:ln>
              <a:solidFill>
                <a:sysClr val="windowText" lastClr="000000"/>
              </a:solidFill>
              <a:effectLst/>
              <a:uLnTx/>
              <a:uFillTx/>
              <a:ea typeface="+mn-ea"/>
              <a:cs typeface="+mn-cs"/>
            </a:endParaRPr>
          </a:p>
        </p:txBody>
      </p:sp>
    </p:spTree>
    <p:extLst>
      <p:ext uri="{BB962C8B-B14F-4D97-AF65-F5344CB8AC3E}">
        <p14:creationId xmlns:p14="http://schemas.microsoft.com/office/powerpoint/2010/main" val="34074819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243696B2-FC7B-1446-B3A5-F473E930953E}"/>
              </a:ext>
            </a:extLst>
          </p:cNvPr>
          <p:cNvSpPr>
            <a:spLocks noGrp="1"/>
          </p:cNvSpPr>
          <p:nvPr>
            <p:ph type="body" sz="quarter" idx="10"/>
          </p:nvPr>
        </p:nvSpPr>
        <p:spPr>
          <a:xfrm>
            <a:off x="713497" y="461098"/>
            <a:ext cx="10080000" cy="584775"/>
          </a:xfrm>
        </p:spPr>
        <p:txBody>
          <a:bodyPr/>
          <a:lstStyle/>
          <a:p>
            <a:r>
              <a:rPr lang="en-US" dirty="0"/>
              <a:t>Software to calculate PGS</a:t>
            </a:r>
          </a:p>
        </p:txBody>
      </p:sp>
      <p:sp>
        <p:nvSpPr>
          <p:cNvPr id="7" name="Content Placeholder 2">
            <a:extLst>
              <a:ext uri="{FF2B5EF4-FFF2-40B4-BE49-F238E27FC236}">
                <a16:creationId xmlns:a16="http://schemas.microsoft.com/office/drawing/2014/main" id="{C9340800-2992-4533-A4E1-FB98EBC8BD3E}"/>
              </a:ext>
            </a:extLst>
          </p:cNvPr>
          <p:cNvSpPr txBox="1">
            <a:spLocks/>
          </p:cNvSpPr>
          <p:nvPr/>
        </p:nvSpPr>
        <p:spPr>
          <a:xfrm>
            <a:off x="713497" y="1960971"/>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sysClr val="windowText" lastClr="000000"/>
                </a:solidFill>
                <a:effectLst/>
                <a:uLnTx/>
                <a:uFillTx/>
                <a:latin typeface="Arial" panose="020B0604020202020204" pitchFamily="34" charset="0"/>
                <a:cs typeface="Arial" panose="020B0604020202020204" pitchFamily="34" charset="0"/>
              </a:rPr>
              <a:t>Clumping + thresholding</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lang="en-US" sz="2000" dirty="0">
                <a:solidFill>
                  <a:sysClr val="windowText" lastClr="000000"/>
                </a:solidFill>
                <a:latin typeface="Arial" panose="020B0604020202020204" pitchFamily="34" charset="0"/>
                <a:cs typeface="Arial" panose="020B0604020202020204" pitchFamily="34" charset="0"/>
              </a:rPr>
              <a:t>p</a:t>
            </a:r>
            <a:r>
              <a:rPr kumimoji="0" lang="en-US" sz="2000" b="0" i="0" u="none" strike="noStrike" kern="1200" cap="none" spc="0" normalizeH="0" baseline="0" noProof="0" dirty="0">
                <a:ln>
                  <a:noFill/>
                </a:ln>
                <a:solidFill>
                  <a:sysClr val="windowText" lastClr="000000"/>
                </a:solidFill>
                <a:effectLst/>
                <a:uLnTx/>
                <a:uFillTx/>
                <a:latin typeface="Arial" panose="020B0604020202020204" pitchFamily="34" charset="0"/>
                <a:cs typeface="Arial" panose="020B0604020202020204" pitchFamily="34" charset="0"/>
              </a:rPr>
              <a:t>link --score</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err="1">
                <a:ln>
                  <a:noFill/>
                </a:ln>
                <a:solidFill>
                  <a:sysClr val="windowText" lastClr="000000"/>
                </a:solidFill>
                <a:effectLst/>
                <a:uLnTx/>
                <a:uFillTx/>
                <a:latin typeface="Arial" panose="020B0604020202020204" pitchFamily="34" charset="0"/>
                <a:cs typeface="Arial" panose="020B0604020202020204" pitchFamily="34" charset="0"/>
              </a:rPr>
              <a:t>PRSice</a:t>
            </a:r>
            <a:r>
              <a:rPr lang="en-US" sz="2000" dirty="0">
                <a:solidFill>
                  <a:sysClr val="windowText" lastClr="000000"/>
                </a:solidFill>
                <a:latin typeface="Arial" panose="020B0604020202020204" pitchFamily="34" charset="0"/>
                <a:cs typeface="Arial" panose="020B0604020202020204" pitchFamily="34" charset="0"/>
              </a:rPr>
              <a:t> (</a:t>
            </a:r>
            <a:r>
              <a:rPr lang="en-US" sz="2000" dirty="0" err="1">
                <a:solidFill>
                  <a:sysClr val="windowText" lastClr="000000"/>
                </a:solidFill>
                <a:latin typeface="Arial" panose="020B0604020202020204" pitchFamily="34" charset="0"/>
                <a:cs typeface="Arial" panose="020B0604020202020204" pitchFamily="34" charset="0"/>
              </a:rPr>
              <a:t>Euesden</a:t>
            </a:r>
            <a:r>
              <a:rPr lang="en-US" sz="2000" dirty="0">
                <a:solidFill>
                  <a:sysClr val="windowText" lastClr="000000"/>
                </a:solidFill>
                <a:latin typeface="Arial" panose="020B0604020202020204" pitchFamily="34" charset="0"/>
                <a:cs typeface="Arial" panose="020B0604020202020204" pitchFamily="34" charset="0"/>
              </a:rPr>
              <a:t> et al, 2014)</a:t>
            </a:r>
          </a:p>
          <a:p>
            <a:pPr lvl="1">
              <a:defRPr/>
            </a:pPr>
            <a:r>
              <a:rPr lang="en-US" sz="2000" dirty="0">
                <a:solidFill>
                  <a:sysClr val="windowText" lastClr="000000"/>
                </a:solidFill>
                <a:latin typeface="Arial" panose="020B0604020202020204" pitchFamily="34" charset="0"/>
                <a:cs typeface="Arial" panose="020B0604020202020204" pitchFamily="34" charset="0"/>
              </a:rPr>
              <a:t>PRSice2 (Choi et al, 2019)</a:t>
            </a:r>
            <a:endParaRPr kumimoji="0" lang="en-US" sz="2000" b="0" i="0" u="none" strike="noStrike" kern="1200" cap="none" spc="0" normalizeH="0" baseline="0" noProof="0" dirty="0">
              <a:ln>
                <a:noFill/>
              </a:ln>
              <a:solidFill>
                <a:sysClr val="windowText" lastClr="000000"/>
              </a:solidFill>
              <a:effectLst/>
              <a:uLnTx/>
              <a:uFillTx/>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en-US" sz="2400" b="0" i="0" u="none" strike="noStrike" kern="1200" cap="none" spc="0" normalizeH="0" baseline="0" noProof="0" dirty="0">
              <a:ln>
                <a:noFill/>
              </a:ln>
              <a:solidFill>
                <a:sysClr val="windowText" lastClr="000000"/>
              </a:solidFill>
              <a:effectLst/>
              <a:uLnTx/>
              <a:uFillTx/>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sysClr val="windowText" lastClr="000000"/>
                </a:solidFill>
                <a:effectLst/>
                <a:uLnTx/>
                <a:uFillTx/>
                <a:latin typeface="Arial" panose="020B0604020202020204" pitchFamily="34" charset="0"/>
                <a:cs typeface="Arial" panose="020B0604020202020204" pitchFamily="34" charset="0"/>
              </a:rPr>
              <a:t>Bayesian sparse regression method</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err="1">
                <a:ln>
                  <a:noFill/>
                </a:ln>
                <a:solidFill>
                  <a:sysClr val="windowText" lastClr="000000"/>
                </a:solidFill>
                <a:effectLst/>
                <a:uLnTx/>
                <a:uFillTx/>
                <a:latin typeface="Arial" panose="020B0604020202020204" pitchFamily="34" charset="0"/>
                <a:cs typeface="Arial" panose="020B0604020202020204" pitchFamily="34" charset="0"/>
              </a:rPr>
              <a:t>LDpred</a:t>
            </a:r>
            <a:r>
              <a:rPr kumimoji="0" lang="en-US" sz="2000" b="0" i="0" u="none" strike="noStrike" kern="1200" cap="none" spc="0" normalizeH="0" baseline="0" noProof="0" dirty="0">
                <a:ln>
                  <a:noFill/>
                </a:ln>
                <a:solidFill>
                  <a:sysClr val="windowText" lastClr="000000"/>
                </a:solidFill>
                <a:effectLst/>
                <a:uLnTx/>
                <a:uFillTx/>
                <a:latin typeface="Arial" panose="020B0604020202020204" pitchFamily="34" charset="0"/>
                <a:cs typeface="Arial" panose="020B0604020202020204" pitchFamily="34" charset="0"/>
              </a:rPr>
              <a:t> (Vilhjalmsson et al,, 2015)</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lang="en-US" sz="2000" dirty="0">
                <a:solidFill>
                  <a:sysClr val="windowText" lastClr="000000"/>
                </a:solidFill>
                <a:latin typeface="Arial" panose="020B0604020202020204" pitchFamily="34" charset="0"/>
                <a:cs typeface="Arial" panose="020B0604020202020204" pitchFamily="34" charset="0"/>
              </a:rPr>
              <a:t>LDpred2 (Prive et al, 2020)</a:t>
            </a:r>
            <a:endParaRPr kumimoji="0" lang="en-US" sz="2000" b="0" i="0" u="none" strike="noStrike" kern="1200" cap="none" spc="0" normalizeH="0" baseline="0" noProof="0" dirty="0">
              <a:ln>
                <a:noFill/>
              </a:ln>
              <a:solidFill>
                <a:sysClr val="windowText" lastClr="000000"/>
              </a:solidFill>
              <a:effectLst/>
              <a:uLnTx/>
              <a:uFillTx/>
              <a:latin typeface="Arial" panose="020B0604020202020204" pitchFamily="34" charset="0"/>
              <a:cs typeface="Arial" panose="020B0604020202020204" pitchFamily="34" charset="0"/>
            </a:endParaRP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ysClr val="windowText" lastClr="000000"/>
                </a:solidFill>
                <a:effectLst/>
                <a:uLnTx/>
                <a:uFillTx/>
                <a:latin typeface="Arial" panose="020B0604020202020204" pitchFamily="34" charset="0"/>
                <a:cs typeface="Arial" panose="020B0604020202020204" pitchFamily="34" charset="0"/>
              </a:rPr>
              <a:t>SBayesR (Ge et al, 2019)</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ysClr val="windowText" lastClr="000000"/>
                </a:solidFill>
                <a:effectLst/>
                <a:uLnTx/>
                <a:uFillTx/>
                <a:latin typeface="Arial" panose="020B0604020202020204" pitchFamily="34" charset="0"/>
                <a:cs typeface="Arial" panose="020B0604020202020204" pitchFamily="34" charset="0"/>
              </a:rPr>
              <a:t>PRS-CS</a:t>
            </a:r>
            <a:r>
              <a:rPr lang="en-US" sz="2000" dirty="0">
                <a:solidFill>
                  <a:sysClr val="windowText" lastClr="000000"/>
                </a:solidFill>
                <a:latin typeface="Arial" panose="020B0604020202020204" pitchFamily="34" charset="0"/>
                <a:cs typeface="Arial" panose="020B0604020202020204" pitchFamily="34" charset="0"/>
              </a:rPr>
              <a:t> (</a:t>
            </a:r>
            <a:r>
              <a:rPr kumimoji="0" lang="en-US" sz="2000" b="0" i="0" u="none" strike="noStrike" kern="1200" cap="none" spc="0" normalizeH="0" baseline="0" noProof="0" dirty="0">
                <a:ln>
                  <a:noFill/>
                </a:ln>
                <a:solidFill>
                  <a:sysClr val="windowText" lastClr="000000"/>
                </a:solidFill>
                <a:effectLst/>
                <a:uLnTx/>
                <a:uFillTx/>
                <a:latin typeface="Arial" panose="020B0604020202020204" pitchFamily="34" charset="0"/>
                <a:cs typeface="Arial" panose="020B0604020202020204" pitchFamily="34" charset="0"/>
              </a:rPr>
              <a:t>Zeng et al, 2017)</a:t>
            </a:r>
            <a:endParaRPr kumimoji="0" lang="de-DE" sz="2000" b="0" i="0" u="none" strike="noStrike" kern="1200" cap="none" spc="0" normalizeH="0" baseline="0" noProof="0" dirty="0">
              <a:ln>
                <a:noFill/>
              </a:ln>
              <a:solidFill>
                <a:sysClr val="windowText" lastClr="000000"/>
              </a:solidFill>
              <a:effectLst/>
              <a:uLnTx/>
              <a:uFillTx/>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37550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platzhalter 14">
            <a:extLst>
              <a:ext uri="{FF2B5EF4-FFF2-40B4-BE49-F238E27FC236}">
                <a16:creationId xmlns:a16="http://schemas.microsoft.com/office/drawing/2014/main" id="{C71C2824-B117-0D45-9D5A-80F61C83CEDE}"/>
              </a:ext>
            </a:extLst>
          </p:cNvPr>
          <p:cNvSpPr>
            <a:spLocks noGrp="1"/>
          </p:cNvSpPr>
          <p:nvPr>
            <p:ph type="body" sz="quarter" idx="10"/>
          </p:nvPr>
        </p:nvSpPr>
        <p:spPr>
          <a:xfrm>
            <a:off x="1141200" y="1598400"/>
            <a:ext cx="7200000" cy="707886"/>
          </a:xfrm>
        </p:spPr>
        <p:txBody>
          <a:bodyPr/>
          <a:lstStyle/>
          <a:p>
            <a:r>
              <a:rPr lang="en-US" dirty="0"/>
              <a:t>3</a:t>
            </a:r>
          </a:p>
        </p:txBody>
      </p:sp>
      <p:sp>
        <p:nvSpPr>
          <p:cNvPr id="17" name="Textplatzhalter 16">
            <a:extLst>
              <a:ext uri="{FF2B5EF4-FFF2-40B4-BE49-F238E27FC236}">
                <a16:creationId xmlns:a16="http://schemas.microsoft.com/office/drawing/2014/main" id="{6636A809-B452-D846-9163-71D92F1C39EE}"/>
              </a:ext>
            </a:extLst>
          </p:cNvPr>
          <p:cNvSpPr>
            <a:spLocks noGrp="1"/>
          </p:cNvSpPr>
          <p:nvPr>
            <p:ph type="body" sz="quarter" idx="11"/>
          </p:nvPr>
        </p:nvSpPr>
        <p:spPr>
          <a:xfrm>
            <a:off x="1141200" y="2538000"/>
            <a:ext cx="7200000" cy="707886"/>
          </a:xfrm>
        </p:spPr>
        <p:txBody>
          <a:bodyPr/>
          <a:lstStyle/>
          <a:p>
            <a:r>
              <a:rPr lang="en-US" dirty="0"/>
              <a:t>Polygenic scores</a:t>
            </a:r>
          </a:p>
        </p:txBody>
      </p:sp>
      <p:sp>
        <p:nvSpPr>
          <p:cNvPr id="4" name="Textplatzhalter 14">
            <a:extLst>
              <a:ext uri="{FF2B5EF4-FFF2-40B4-BE49-F238E27FC236}">
                <a16:creationId xmlns:a16="http://schemas.microsoft.com/office/drawing/2014/main" id="{0E876D97-6609-481A-A5EE-CC2D60129921}"/>
              </a:ext>
            </a:extLst>
          </p:cNvPr>
          <p:cNvSpPr txBox="1">
            <a:spLocks/>
          </p:cNvSpPr>
          <p:nvPr/>
        </p:nvSpPr>
        <p:spPr>
          <a:xfrm>
            <a:off x="1141200" y="3514855"/>
            <a:ext cx="7200000" cy="584775"/>
          </a:xfrm>
          <a:prstGeom prst="rect">
            <a:avLst/>
          </a:prstGeom>
        </p:spPr>
        <p:txBody>
          <a:bodyPr lIns="90000" rIns="90000">
            <a:spAutoFit/>
          </a:bodyPr>
          <a:lstStyle>
            <a:lvl1pPr marL="0" indent="0" algn="l" defTabSz="914400" rtl="0" eaLnBrk="1" latinLnBrk="0" hangingPunct="1">
              <a:lnSpc>
                <a:spcPct val="100000"/>
              </a:lnSpc>
              <a:spcBef>
                <a:spcPts val="0"/>
              </a:spcBef>
              <a:spcAft>
                <a:spcPts val="2200"/>
              </a:spcAft>
              <a:buFont typeface="Arial" panose="020B0604020202020204" pitchFamily="34" charset="0"/>
              <a:buNone/>
              <a:tabLst/>
              <a:defRPr sz="4000" b="0" i="0" kern="1200" baseline="0">
                <a:solidFill>
                  <a:schemeClr val="bg1"/>
                </a:solidFill>
                <a:latin typeface="Arial" panose="020B0604020202020204" pitchFamily="34" charset="0"/>
                <a:ea typeface="+mn-ea"/>
                <a:cs typeface="Arial" panose="020B0604020202020204" pitchFamily="34" charset="0"/>
              </a:defRPr>
            </a:lvl1pPr>
            <a:lvl2pPr marL="358775" indent="-206375" algn="l" defTabSz="914400" rtl="0" eaLnBrk="1" latinLnBrk="0" hangingPunct="1">
              <a:lnSpc>
                <a:spcPct val="100000"/>
              </a:lnSpc>
              <a:spcBef>
                <a:spcPts val="600"/>
              </a:spcBef>
              <a:spcAft>
                <a:spcPts val="1000"/>
              </a:spcAft>
              <a:buFont typeface="Arial" panose="020B0604020202020204" pitchFamily="34" charset="0"/>
              <a:buChar char="•"/>
              <a:tabLst/>
              <a:defRPr sz="1400" b="0" i="0" kern="1200" baseline="0">
                <a:solidFill>
                  <a:schemeClr val="tx1"/>
                </a:solidFill>
                <a:latin typeface="Arial" panose="020B0604020202020204" pitchFamily="34" charset="0"/>
                <a:ea typeface="+mn-ea"/>
                <a:cs typeface="Arial" panose="020B0604020202020204" pitchFamily="34" charset="0"/>
              </a:defRPr>
            </a:lvl2pPr>
            <a:lvl3pPr marL="0" indent="0" algn="l" defTabSz="914400" rtl="0" eaLnBrk="1" latinLnBrk="0" hangingPunct="1">
              <a:lnSpc>
                <a:spcPct val="100000"/>
              </a:lnSpc>
              <a:spcBef>
                <a:spcPts val="0"/>
              </a:spcBef>
              <a:spcAft>
                <a:spcPts val="1000"/>
              </a:spcAft>
              <a:buFont typeface="Arial" panose="020B0604020202020204" pitchFamily="34" charset="0"/>
              <a:buChar char="•"/>
              <a:tabLst/>
              <a:defRPr sz="1400" b="0" i="0" kern="1200" baseline="0">
                <a:solidFill>
                  <a:schemeClr val="tx1"/>
                </a:solidFill>
                <a:latin typeface="Arial" panose="020B0604020202020204" pitchFamily="34" charset="0"/>
                <a:ea typeface="+mn-ea"/>
                <a:cs typeface="Arial" panose="020B0604020202020204" pitchFamily="34" charset="0"/>
              </a:defRPr>
            </a:lvl3pPr>
            <a:lvl4pPr marL="7938" indent="0" algn="l" defTabSz="914400" rtl="0" eaLnBrk="1" latinLnBrk="0" hangingPunct="1">
              <a:lnSpc>
                <a:spcPct val="90000"/>
              </a:lnSpc>
              <a:spcBef>
                <a:spcPts val="500"/>
              </a:spcBef>
              <a:buFont typeface="Arial" panose="020B0604020202020204" pitchFamily="34" charset="0"/>
              <a:buChar char="•"/>
              <a:tabLst/>
              <a:defRPr sz="1400" kern="1200" baseline="0">
                <a:solidFill>
                  <a:schemeClr val="tx1"/>
                </a:solidFill>
                <a:latin typeface="Arial" panose="020B0604020202020204" pitchFamily="34" charset="0"/>
                <a:ea typeface="+mn-ea"/>
                <a:cs typeface="+mn-cs"/>
              </a:defRPr>
            </a:lvl4pPr>
            <a:lvl5pPr marL="223838" indent="-215900" algn="l" defTabSz="914400" rtl="0" eaLnBrk="1" latinLnBrk="0" hangingPunct="1">
              <a:lnSpc>
                <a:spcPct val="100000"/>
              </a:lnSpc>
              <a:spcBef>
                <a:spcPts val="0"/>
              </a:spcBef>
              <a:spcAft>
                <a:spcPts val="1000"/>
              </a:spcAft>
              <a:buClr>
                <a:schemeClr val="accent2"/>
              </a:buClr>
              <a:buFont typeface="+mj-lt"/>
              <a:buAutoNum type="arabicPeriod"/>
              <a:tabLst/>
              <a:defRPr sz="1400" b="0" i="0" kern="1200" baseline="0">
                <a:solidFill>
                  <a:schemeClr val="tx1"/>
                </a:solidFill>
                <a:latin typeface="Arial" panose="020B0604020202020204" pitchFamily="34" charset="0"/>
                <a:ea typeface="+mn-ea"/>
                <a:cs typeface="Arial" panose="020B0604020202020204" pitchFamily="34" charset="0"/>
              </a:defRPr>
            </a:lvl5pPr>
            <a:lvl6pPr marL="223838" indent="-215900" algn="l" defTabSz="914400" rtl="0" eaLnBrk="1" latinLnBrk="0" hangingPunct="1">
              <a:lnSpc>
                <a:spcPct val="100000"/>
              </a:lnSpc>
              <a:spcBef>
                <a:spcPts val="600"/>
              </a:spcBef>
              <a:spcAft>
                <a:spcPts val="1000"/>
              </a:spcAft>
              <a:buClr>
                <a:schemeClr val="accent2"/>
              </a:buClr>
              <a:buFont typeface="+mj-lt"/>
              <a:buAutoNum type="alphaLcPeriod"/>
              <a:tabLst/>
              <a:defRPr sz="1400" b="0" i="0" kern="1200">
                <a:solidFill>
                  <a:schemeClr val="tx1"/>
                </a:solidFill>
                <a:latin typeface="Arial" panose="020B0604020202020204" pitchFamily="34" charset="0"/>
                <a:ea typeface="+mn-ea"/>
                <a:cs typeface="Arial" panose="020B0604020202020204" pitchFamily="34" charset="0"/>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2200"/>
              </a:spcAft>
              <a:buClrTx/>
              <a:buSzTx/>
              <a:buFont typeface="Arial" panose="020B0604020202020204" pitchFamily="34" charset="0"/>
              <a:buNone/>
              <a:tabLst/>
              <a:defRPr/>
            </a:pPr>
            <a:r>
              <a:rPr kumimoji="0" lang="en-US" sz="32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3.3</a:t>
            </a:r>
          </a:p>
        </p:txBody>
      </p:sp>
      <p:sp>
        <p:nvSpPr>
          <p:cNvPr id="5" name="Textplatzhalter 16">
            <a:extLst>
              <a:ext uri="{FF2B5EF4-FFF2-40B4-BE49-F238E27FC236}">
                <a16:creationId xmlns:a16="http://schemas.microsoft.com/office/drawing/2014/main" id="{E22DF69C-3F94-4F1A-9617-500A1D26D897}"/>
              </a:ext>
            </a:extLst>
          </p:cNvPr>
          <p:cNvSpPr txBox="1">
            <a:spLocks/>
          </p:cNvSpPr>
          <p:nvPr/>
        </p:nvSpPr>
        <p:spPr>
          <a:xfrm>
            <a:off x="1141200" y="4099630"/>
            <a:ext cx="7200000" cy="584775"/>
          </a:xfrm>
          <a:prstGeom prst="rect">
            <a:avLst/>
          </a:prstGeom>
        </p:spPr>
        <p:txBody>
          <a:bodyPr lIns="90000" rIns="90000">
            <a:spAutoFit/>
          </a:bodyPr>
          <a:lstStyle>
            <a:lvl1pPr marL="0" indent="0" algn="l" defTabSz="914400" rtl="0" eaLnBrk="1" latinLnBrk="0" hangingPunct="1">
              <a:lnSpc>
                <a:spcPct val="100000"/>
              </a:lnSpc>
              <a:spcBef>
                <a:spcPts val="0"/>
              </a:spcBef>
              <a:spcAft>
                <a:spcPts val="2200"/>
              </a:spcAft>
              <a:buFont typeface="Arial" panose="020B0604020202020204" pitchFamily="34" charset="0"/>
              <a:buNone/>
              <a:tabLst/>
              <a:defRPr sz="4000" b="0" i="0" kern="1200" baseline="0">
                <a:solidFill>
                  <a:schemeClr val="bg1"/>
                </a:solidFill>
                <a:latin typeface="Arial" panose="020B0604020202020204" pitchFamily="34" charset="0"/>
                <a:ea typeface="+mn-ea"/>
                <a:cs typeface="Arial" panose="020B0604020202020204" pitchFamily="34" charset="0"/>
              </a:defRPr>
            </a:lvl1pPr>
            <a:lvl2pPr marL="358775" indent="-206375" algn="l" defTabSz="914400" rtl="0" eaLnBrk="1" latinLnBrk="0" hangingPunct="1">
              <a:lnSpc>
                <a:spcPct val="100000"/>
              </a:lnSpc>
              <a:spcBef>
                <a:spcPts val="600"/>
              </a:spcBef>
              <a:spcAft>
                <a:spcPts val="1000"/>
              </a:spcAft>
              <a:buFont typeface="Arial" panose="020B0604020202020204" pitchFamily="34" charset="0"/>
              <a:buChar char="•"/>
              <a:tabLst/>
              <a:defRPr sz="1400" b="0" i="0" kern="1200" baseline="0">
                <a:solidFill>
                  <a:schemeClr val="tx1"/>
                </a:solidFill>
                <a:latin typeface="Arial" panose="020B0604020202020204" pitchFamily="34" charset="0"/>
                <a:ea typeface="+mn-ea"/>
                <a:cs typeface="Arial" panose="020B0604020202020204" pitchFamily="34" charset="0"/>
              </a:defRPr>
            </a:lvl2pPr>
            <a:lvl3pPr marL="0" indent="0" algn="l" defTabSz="914400" rtl="0" eaLnBrk="1" latinLnBrk="0" hangingPunct="1">
              <a:lnSpc>
                <a:spcPct val="100000"/>
              </a:lnSpc>
              <a:spcBef>
                <a:spcPts val="0"/>
              </a:spcBef>
              <a:spcAft>
                <a:spcPts val="1000"/>
              </a:spcAft>
              <a:buFont typeface="Arial" panose="020B0604020202020204" pitchFamily="34" charset="0"/>
              <a:buChar char="•"/>
              <a:tabLst/>
              <a:defRPr sz="1400" b="0" i="0" kern="1200" baseline="0">
                <a:solidFill>
                  <a:schemeClr val="tx1"/>
                </a:solidFill>
                <a:latin typeface="Arial" panose="020B0604020202020204" pitchFamily="34" charset="0"/>
                <a:ea typeface="+mn-ea"/>
                <a:cs typeface="Arial" panose="020B0604020202020204" pitchFamily="34" charset="0"/>
              </a:defRPr>
            </a:lvl3pPr>
            <a:lvl4pPr marL="7938" indent="0" algn="l" defTabSz="914400" rtl="0" eaLnBrk="1" latinLnBrk="0" hangingPunct="1">
              <a:lnSpc>
                <a:spcPct val="90000"/>
              </a:lnSpc>
              <a:spcBef>
                <a:spcPts val="500"/>
              </a:spcBef>
              <a:buFont typeface="Arial" panose="020B0604020202020204" pitchFamily="34" charset="0"/>
              <a:buChar char="•"/>
              <a:tabLst/>
              <a:defRPr sz="1400" kern="1200" baseline="0">
                <a:solidFill>
                  <a:schemeClr val="tx1"/>
                </a:solidFill>
                <a:latin typeface="Arial" panose="020B0604020202020204" pitchFamily="34" charset="0"/>
                <a:ea typeface="+mn-ea"/>
                <a:cs typeface="+mn-cs"/>
              </a:defRPr>
            </a:lvl4pPr>
            <a:lvl5pPr marL="223838" indent="-215900" algn="l" defTabSz="914400" rtl="0" eaLnBrk="1" latinLnBrk="0" hangingPunct="1">
              <a:lnSpc>
                <a:spcPct val="100000"/>
              </a:lnSpc>
              <a:spcBef>
                <a:spcPts val="0"/>
              </a:spcBef>
              <a:spcAft>
                <a:spcPts val="1000"/>
              </a:spcAft>
              <a:buClr>
                <a:schemeClr val="accent2"/>
              </a:buClr>
              <a:buFont typeface="+mj-lt"/>
              <a:buAutoNum type="arabicPeriod"/>
              <a:tabLst/>
              <a:defRPr sz="1400" b="0" i="0" kern="1200" baseline="0">
                <a:solidFill>
                  <a:schemeClr val="tx1"/>
                </a:solidFill>
                <a:latin typeface="Arial" panose="020B0604020202020204" pitchFamily="34" charset="0"/>
                <a:ea typeface="+mn-ea"/>
                <a:cs typeface="Arial" panose="020B0604020202020204" pitchFamily="34" charset="0"/>
              </a:defRPr>
            </a:lvl5pPr>
            <a:lvl6pPr marL="223838" indent="-215900" algn="l" defTabSz="914400" rtl="0" eaLnBrk="1" latinLnBrk="0" hangingPunct="1">
              <a:lnSpc>
                <a:spcPct val="100000"/>
              </a:lnSpc>
              <a:spcBef>
                <a:spcPts val="600"/>
              </a:spcBef>
              <a:spcAft>
                <a:spcPts val="1000"/>
              </a:spcAft>
              <a:buClr>
                <a:schemeClr val="accent2"/>
              </a:buClr>
              <a:buFont typeface="+mj-lt"/>
              <a:buAutoNum type="alphaLcPeriod"/>
              <a:tabLst/>
              <a:defRPr sz="1400" b="0" i="0" kern="1200">
                <a:solidFill>
                  <a:schemeClr val="tx1"/>
                </a:solidFill>
                <a:latin typeface="Arial" panose="020B0604020202020204" pitchFamily="34" charset="0"/>
                <a:ea typeface="+mn-ea"/>
                <a:cs typeface="Arial" panose="020B0604020202020204" pitchFamily="34" charset="0"/>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2200"/>
              </a:spcAft>
              <a:buClrTx/>
              <a:buSzTx/>
              <a:buFont typeface="Arial" panose="020B0604020202020204" pitchFamily="34" charset="0"/>
              <a:buNone/>
              <a:tabLst/>
              <a:defRPr/>
            </a:pPr>
            <a:r>
              <a:rPr lang="en-US" sz="3200" dirty="0" err="1">
                <a:solidFill>
                  <a:srgbClr val="FFFFFF"/>
                </a:solidFill>
              </a:rPr>
              <a:t>Applicat</a:t>
            </a:r>
            <a:r>
              <a:rPr kumimoji="0" lang="en-US" sz="32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ion</a:t>
            </a:r>
          </a:p>
        </p:txBody>
      </p:sp>
    </p:spTree>
    <p:extLst>
      <p:ext uri="{BB962C8B-B14F-4D97-AF65-F5344CB8AC3E}">
        <p14:creationId xmlns:p14="http://schemas.microsoft.com/office/powerpoint/2010/main" val="122600279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243696B2-FC7B-1446-B3A5-F473E930953E}"/>
              </a:ext>
            </a:extLst>
          </p:cNvPr>
          <p:cNvSpPr>
            <a:spLocks noGrp="1"/>
          </p:cNvSpPr>
          <p:nvPr>
            <p:ph type="body" sz="quarter" idx="10"/>
          </p:nvPr>
        </p:nvSpPr>
        <p:spPr>
          <a:xfrm>
            <a:off x="713497" y="461098"/>
            <a:ext cx="10080000" cy="584775"/>
          </a:xfrm>
        </p:spPr>
        <p:txBody>
          <a:bodyPr/>
          <a:lstStyle/>
          <a:p>
            <a:r>
              <a:rPr lang="en-US" dirty="0"/>
              <a:t>Applying PGS</a:t>
            </a:r>
          </a:p>
        </p:txBody>
      </p:sp>
      <p:pic>
        <p:nvPicPr>
          <p:cNvPr id="4" name="Google Shape;206;p20" descr="figure 1">
            <a:extLst>
              <a:ext uri="{FF2B5EF4-FFF2-40B4-BE49-F238E27FC236}">
                <a16:creationId xmlns:a16="http://schemas.microsoft.com/office/drawing/2014/main" id="{D98AB90A-B148-4CE8-B649-419217223C67}"/>
              </a:ext>
            </a:extLst>
          </p:cNvPr>
          <p:cNvPicPr preferRelativeResize="0"/>
          <p:nvPr/>
        </p:nvPicPr>
        <p:blipFill rotWithShape="1">
          <a:blip r:embed="rId3">
            <a:alphaModFix/>
          </a:blip>
          <a:srcRect t="74245" b="13008"/>
          <a:stretch/>
        </p:blipFill>
        <p:spPr>
          <a:xfrm>
            <a:off x="2346690" y="1438013"/>
            <a:ext cx="7498620" cy="1176483"/>
          </a:xfrm>
          <a:prstGeom prst="rect">
            <a:avLst/>
          </a:prstGeom>
          <a:noFill/>
          <a:ln>
            <a:noFill/>
          </a:ln>
        </p:spPr>
      </p:pic>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FE8908F7-8313-4A29-97B5-16B12BDBE8A2}"/>
                  </a:ext>
                </a:extLst>
              </p:cNvPr>
              <p:cNvSpPr txBox="1"/>
              <p:nvPr/>
            </p:nvSpPr>
            <p:spPr>
              <a:xfrm>
                <a:off x="946030" y="2610083"/>
                <a:ext cx="10299940" cy="300524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DE" sz="2400" b="1" i="1" u="none" strike="noStrike" kern="1200" cap="none" spc="0" normalizeH="0" baseline="0" noProof="0" smtClean="0">
                              <a:ln>
                                <a:noFill/>
                              </a:ln>
                              <a:solidFill>
                                <a:srgbClr val="69005F"/>
                              </a:solidFill>
                              <a:effectLst/>
                              <a:uLnTx/>
                              <a:uFillTx/>
                              <a:latin typeface="Cambria Math" panose="02040503050406030204" pitchFamily="18" charset="0"/>
                              <a:cs typeface="+mn-cs"/>
                            </a:rPr>
                          </m:ctrlPr>
                        </m:sSubPr>
                        <m:e>
                          <m:r>
                            <a:rPr kumimoji="0" lang="en-US" sz="2400" b="1" i="1" u="none" strike="noStrike" kern="1200" cap="none" spc="0" normalizeH="0" baseline="0" noProof="0" smtClean="0">
                              <a:ln>
                                <a:noFill/>
                              </a:ln>
                              <a:solidFill>
                                <a:srgbClr val="69005F"/>
                              </a:solidFill>
                              <a:effectLst/>
                              <a:uLnTx/>
                              <a:uFillTx/>
                              <a:latin typeface="Cambria Math" panose="02040503050406030204" pitchFamily="18" charset="0"/>
                              <a:cs typeface="+mn-cs"/>
                            </a:rPr>
                            <m:t>𝑷𝑮𝑺</m:t>
                          </m:r>
                        </m:e>
                        <m:sub>
                          <m:r>
                            <a:rPr kumimoji="0" lang="en-US" sz="2400" b="1" i="1" u="none" strike="noStrike" kern="1200" cap="none" spc="0" normalizeH="0" baseline="0" noProof="0" smtClean="0">
                              <a:ln>
                                <a:noFill/>
                              </a:ln>
                              <a:solidFill>
                                <a:srgbClr val="69005F"/>
                              </a:solidFill>
                              <a:effectLst/>
                              <a:uLnTx/>
                              <a:uFillTx/>
                              <a:latin typeface="Cambria Math" panose="02040503050406030204" pitchFamily="18" charset="0"/>
                              <a:cs typeface="+mn-cs"/>
                            </a:rPr>
                            <m:t>𝒊</m:t>
                          </m:r>
                        </m:sub>
                      </m:sSub>
                      <m:r>
                        <a:rPr kumimoji="0" lang="en-US" sz="2400" b="1" i="1" u="none" strike="noStrike" kern="1200" cap="none" spc="0" normalizeH="0" baseline="0" noProof="0" smtClean="0">
                          <a:ln>
                            <a:noFill/>
                          </a:ln>
                          <a:solidFill>
                            <a:srgbClr val="69005F"/>
                          </a:solidFill>
                          <a:effectLst/>
                          <a:uLnTx/>
                          <a:uFillTx/>
                          <a:latin typeface="Cambria Math" panose="02040503050406030204" pitchFamily="18" charset="0"/>
                          <a:cs typeface="+mn-cs"/>
                        </a:rPr>
                        <m:t>=</m:t>
                      </m:r>
                      <m:nary>
                        <m:naryPr>
                          <m:chr m:val="∑"/>
                          <m:ctrlPr>
                            <a:rPr kumimoji="0" lang="en-US" sz="2400" b="1" i="1" u="none" strike="noStrike" kern="1200" cap="none" spc="0" normalizeH="0" baseline="0" noProof="0" smtClean="0">
                              <a:ln>
                                <a:noFill/>
                              </a:ln>
                              <a:solidFill>
                                <a:srgbClr val="69005F"/>
                              </a:solidFill>
                              <a:effectLst/>
                              <a:uLnTx/>
                              <a:uFillTx/>
                              <a:latin typeface="Cambria Math" panose="02040503050406030204" pitchFamily="18" charset="0"/>
                              <a:cs typeface="+mn-cs"/>
                            </a:rPr>
                          </m:ctrlPr>
                        </m:naryPr>
                        <m:sub>
                          <m:r>
                            <m:rPr>
                              <m:brk m:alnAt="23"/>
                            </m:rPr>
                            <a:rPr kumimoji="0" lang="en-US" sz="2400" b="1" i="1" u="none" strike="noStrike" kern="1200" cap="none" spc="0" normalizeH="0" baseline="0" noProof="0" smtClean="0">
                              <a:ln>
                                <a:noFill/>
                              </a:ln>
                              <a:solidFill>
                                <a:srgbClr val="69005F"/>
                              </a:solidFill>
                              <a:effectLst/>
                              <a:uLnTx/>
                              <a:uFillTx/>
                              <a:latin typeface="Cambria Math" panose="02040503050406030204" pitchFamily="18" charset="0"/>
                              <a:cs typeface="+mn-cs"/>
                            </a:rPr>
                            <m:t>𝒋</m:t>
                          </m:r>
                          <m:r>
                            <a:rPr kumimoji="0" lang="en-US" sz="2400" b="1" i="1" u="none" strike="noStrike" kern="1200" cap="none" spc="0" normalizeH="0" baseline="0" noProof="0" smtClean="0">
                              <a:ln>
                                <a:noFill/>
                              </a:ln>
                              <a:solidFill>
                                <a:srgbClr val="69005F"/>
                              </a:solidFill>
                              <a:effectLst/>
                              <a:uLnTx/>
                              <a:uFillTx/>
                              <a:latin typeface="Cambria Math" panose="02040503050406030204" pitchFamily="18" charset="0"/>
                              <a:cs typeface="+mn-cs"/>
                            </a:rPr>
                            <m:t>=</m:t>
                          </m:r>
                          <m:r>
                            <a:rPr kumimoji="0" lang="en-US" sz="2400" b="1" i="1" u="none" strike="noStrike" kern="1200" cap="none" spc="0" normalizeH="0" baseline="0" noProof="0" smtClean="0">
                              <a:ln>
                                <a:noFill/>
                              </a:ln>
                              <a:solidFill>
                                <a:srgbClr val="69005F"/>
                              </a:solidFill>
                              <a:effectLst/>
                              <a:uLnTx/>
                              <a:uFillTx/>
                              <a:latin typeface="Cambria Math" panose="02040503050406030204" pitchFamily="18" charset="0"/>
                              <a:cs typeface="+mn-cs"/>
                            </a:rPr>
                            <m:t>𝟏</m:t>
                          </m:r>
                        </m:sub>
                        <m:sup>
                          <m:sSub>
                            <m:sSubPr>
                              <m:ctrlPr>
                                <a:rPr kumimoji="0" lang="en-US" sz="2400" b="1" i="1" u="none" strike="noStrike" kern="1200" cap="none" spc="0" normalizeH="0" baseline="0" noProof="0" smtClean="0">
                                  <a:ln>
                                    <a:noFill/>
                                  </a:ln>
                                  <a:solidFill>
                                    <a:srgbClr val="69005F"/>
                                  </a:solidFill>
                                  <a:effectLst/>
                                  <a:uLnTx/>
                                  <a:uFillTx/>
                                  <a:latin typeface="Cambria Math" panose="02040503050406030204" pitchFamily="18" charset="0"/>
                                  <a:cs typeface="+mn-cs"/>
                                </a:rPr>
                              </m:ctrlPr>
                            </m:sSubPr>
                            <m:e>
                              <m:r>
                                <a:rPr kumimoji="0" lang="en-US" sz="2400" b="1" i="1" u="none" strike="noStrike" kern="1200" cap="none" spc="0" normalizeH="0" baseline="0" noProof="0" smtClean="0">
                                  <a:ln>
                                    <a:noFill/>
                                  </a:ln>
                                  <a:solidFill>
                                    <a:srgbClr val="69005F"/>
                                  </a:solidFill>
                                  <a:effectLst/>
                                  <a:uLnTx/>
                                  <a:uFillTx/>
                                  <a:latin typeface="Cambria Math" panose="02040503050406030204" pitchFamily="18" charset="0"/>
                                  <a:cs typeface="+mn-cs"/>
                                </a:rPr>
                                <m:t>𝑵</m:t>
                              </m:r>
                            </m:e>
                            <m:sub>
                              <m:r>
                                <a:rPr kumimoji="0" lang="en-US" sz="2400" b="1" i="1" u="none" strike="noStrike" kern="1200" cap="none" spc="0" normalizeH="0" baseline="0" noProof="0" smtClean="0">
                                  <a:ln>
                                    <a:noFill/>
                                  </a:ln>
                                  <a:solidFill>
                                    <a:srgbClr val="69005F"/>
                                  </a:solidFill>
                                  <a:effectLst/>
                                  <a:uLnTx/>
                                  <a:uFillTx/>
                                  <a:latin typeface="Cambria Math" panose="02040503050406030204" pitchFamily="18" charset="0"/>
                                  <a:cs typeface="+mn-cs"/>
                                </a:rPr>
                                <m:t>𝒔𝒏𝒑𝒔</m:t>
                              </m:r>
                            </m:sub>
                          </m:sSub>
                        </m:sup>
                        <m:e>
                          <m:sSub>
                            <m:sSubPr>
                              <m:ctrlPr>
                                <a:rPr kumimoji="0" lang="en-US" sz="2400" b="1" i="1" u="none" strike="noStrike" kern="1200" cap="none" spc="0" normalizeH="0" baseline="0" noProof="0" smtClean="0">
                                  <a:ln>
                                    <a:noFill/>
                                  </a:ln>
                                  <a:solidFill>
                                    <a:srgbClr val="69005F"/>
                                  </a:solidFill>
                                  <a:effectLst/>
                                  <a:uLnTx/>
                                  <a:uFillTx/>
                                  <a:latin typeface="Cambria Math" panose="02040503050406030204" pitchFamily="18" charset="0"/>
                                  <a:cs typeface="+mn-cs"/>
                                </a:rPr>
                              </m:ctrlPr>
                            </m:sSubPr>
                            <m:e>
                              <m:r>
                                <a:rPr kumimoji="0" lang="en-US" sz="2400" b="1" i="1" u="none" strike="noStrike" kern="1200" cap="none" spc="0" normalizeH="0" baseline="0" noProof="0" smtClean="0">
                                  <a:ln>
                                    <a:noFill/>
                                  </a:ln>
                                  <a:solidFill>
                                    <a:srgbClr val="69005F"/>
                                  </a:solidFill>
                                  <a:effectLst/>
                                  <a:uLnTx/>
                                  <a:uFillTx/>
                                  <a:latin typeface="Cambria Math" panose="02040503050406030204" pitchFamily="18" charset="0"/>
                                  <a:cs typeface="+mn-cs"/>
                                </a:rPr>
                                <m:t>𝑮</m:t>
                              </m:r>
                            </m:e>
                            <m:sub>
                              <m:r>
                                <a:rPr kumimoji="0" lang="en-US" sz="2400" b="1" i="1" u="none" strike="noStrike" kern="1200" cap="none" spc="0" normalizeH="0" baseline="0" noProof="0" smtClean="0">
                                  <a:ln>
                                    <a:noFill/>
                                  </a:ln>
                                  <a:solidFill>
                                    <a:srgbClr val="69005F"/>
                                  </a:solidFill>
                                  <a:effectLst/>
                                  <a:uLnTx/>
                                  <a:uFillTx/>
                                  <a:latin typeface="Cambria Math" panose="02040503050406030204" pitchFamily="18" charset="0"/>
                                  <a:cs typeface="+mn-cs"/>
                                </a:rPr>
                                <m:t>𝒊𝒋</m:t>
                              </m:r>
                            </m:sub>
                          </m:sSub>
                          <m:r>
                            <a:rPr kumimoji="0" lang="en-US" sz="2400" b="1" i="1" u="none" strike="noStrike" kern="1200" cap="none" spc="0" normalizeH="0" baseline="0" noProof="0" smtClean="0">
                              <a:ln>
                                <a:noFill/>
                              </a:ln>
                              <a:solidFill>
                                <a:srgbClr val="69005F"/>
                              </a:solidFill>
                              <a:effectLst/>
                              <a:uLnTx/>
                              <a:uFillTx/>
                              <a:latin typeface="Cambria Math" panose="02040503050406030204" pitchFamily="18" charset="0"/>
                              <a:cs typeface="+mn-cs"/>
                            </a:rPr>
                            <m:t>∗</m:t>
                          </m:r>
                          <m:sSub>
                            <m:sSubPr>
                              <m:ctrlPr>
                                <a:rPr kumimoji="0" lang="en-US" sz="2400" b="1" i="1" u="none" strike="noStrike" kern="1200" cap="none" spc="0" normalizeH="0" baseline="0" noProof="0" smtClean="0">
                                  <a:ln>
                                    <a:noFill/>
                                  </a:ln>
                                  <a:solidFill>
                                    <a:srgbClr val="69005F"/>
                                  </a:solidFill>
                                  <a:effectLst/>
                                  <a:uLnTx/>
                                  <a:uFillTx/>
                                  <a:latin typeface="Cambria Math" panose="02040503050406030204" pitchFamily="18" charset="0"/>
                                  <a:cs typeface="+mn-cs"/>
                                </a:rPr>
                              </m:ctrlPr>
                            </m:sSubPr>
                            <m:e>
                              <m:r>
                                <a:rPr kumimoji="0" lang="en-US" sz="2400" b="1" i="1" u="none" strike="noStrike" kern="1200" cap="none" spc="0" normalizeH="0" baseline="0" noProof="0" smtClean="0">
                                  <a:ln>
                                    <a:noFill/>
                                  </a:ln>
                                  <a:solidFill>
                                    <a:srgbClr val="69005F"/>
                                  </a:solidFill>
                                  <a:effectLst/>
                                  <a:uLnTx/>
                                  <a:uFillTx/>
                                  <a:latin typeface="Cambria Math" panose="02040503050406030204" pitchFamily="18" charset="0"/>
                                  <a:ea typeface="Cambria Math" panose="02040503050406030204" pitchFamily="18" charset="0"/>
                                  <a:cs typeface="+mn-cs"/>
                                </a:rPr>
                                <m:t>𝜷</m:t>
                              </m:r>
                            </m:e>
                            <m:sub>
                              <m:r>
                                <a:rPr kumimoji="0" lang="en-US" sz="2400" b="1" i="1" u="none" strike="noStrike" kern="1200" cap="none" spc="0" normalizeH="0" baseline="0" noProof="0" smtClean="0">
                                  <a:ln>
                                    <a:noFill/>
                                  </a:ln>
                                  <a:solidFill>
                                    <a:srgbClr val="69005F"/>
                                  </a:solidFill>
                                  <a:effectLst/>
                                  <a:uLnTx/>
                                  <a:uFillTx/>
                                  <a:latin typeface="Cambria Math" panose="02040503050406030204" pitchFamily="18" charset="0"/>
                                  <a:cs typeface="+mn-cs"/>
                                </a:rPr>
                                <m:t>𝒋</m:t>
                              </m:r>
                            </m:sub>
                          </m:sSub>
                        </m:e>
                      </m:nary>
                    </m:oMath>
                  </m:oMathPara>
                </a14:m>
                <a:endParaRPr kumimoji="0" lang="en-US" sz="2000" b="1" i="0" u="none" strike="noStrike" kern="1200" cap="none" spc="0" normalizeH="0" baseline="0" noProof="0" dirty="0">
                  <a:ln>
                    <a:noFill/>
                  </a:ln>
                  <a:solidFill>
                    <a:srgbClr val="000000"/>
                  </a:solidFill>
                  <a:effectLst/>
                  <a:uLnTx/>
                  <a:uFillTx/>
                  <a:latin typeface="Arial" panose="020B0604020202020204"/>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2000" dirty="0">
                  <a:solidFill>
                    <a:srgbClr val="000000"/>
                  </a:solidFill>
                  <a:latin typeface="Arial" panose="020B0604020202020204"/>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dirty="0">
                    <a:solidFill>
                      <a:srgbClr val="000000"/>
                    </a:solidFill>
                    <a:latin typeface="Arial" panose="020B0604020202020204"/>
                  </a:rPr>
                  <a:t>Alleles must be matched between base and target data </a:t>
                </a:r>
                <a:r>
                  <a:rPr lang="en-US" sz="2000" dirty="0">
                    <a:solidFill>
                      <a:srgbClr val="000000"/>
                    </a:solidFill>
                    <a:latin typeface="Arial" panose="020B0604020202020204"/>
                    <a:sym typeface="Wingdings" panose="05000000000000000000" pitchFamily="2" charset="2"/>
                  </a:rPr>
                  <a:t> flipping the beta</a:t>
                </a:r>
                <a:endParaRPr lang="en-US" sz="2000" dirty="0">
                  <a:solidFill>
                    <a:srgbClr val="000000"/>
                  </a:solidFill>
                  <a:latin typeface="Arial" panose="020B0604020202020204"/>
                </a:endParaRPr>
              </a:p>
              <a:p>
                <a:pPr lvl="0">
                  <a:lnSpc>
                    <a:spcPct val="90000"/>
                  </a:lnSpc>
                  <a:spcBef>
                    <a:spcPts val="1000"/>
                  </a:spcBef>
                </a:pPr>
                <a14:m>
                  <m:oMathPara xmlns:m="http://schemas.openxmlformats.org/officeDocument/2006/math">
                    <m:oMathParaPr>
                      <m:jc m:val="centerGroup"/>
                    </m:oMathParaPr>
                    <m:oMath xmlns:m="http://schemas.openxmlformats.org/officeDocument/2006/math">
                      <m:sSub>
                        <m:sSubPr>
                          <m:ctrlPr>
                            <a:rPr lang="en-GB" i="1">
                              <a:solidFill>
                                <a:prstClr val="black"/>
                              </a:solidFill>
                              <a:latin typeface="Cambria Math" panose="02040503050406030204" pitchFamily="18" charset="0"/>
                            </a:rPr>
                          </m:ctrlPr>
                        </m:sSubPr>
                        <m:e>
                          <m:r>
                            <a:rPr lang="en-GB" i="1">
                              <a:solidFill>
                                <a:prstClr val="black"/>
                              </a:solidFill>
                              <a:latin typeface="Cambria Math" panose="02040503050406030204" pitchFamily="18" charset="0"/>
                            </a:rPr>
                            <m:t>𝛽</m:t>
                          </m:r>
                        </m:e>
                        <m:sub>
                          <m:r>
                            <a:rPr lang="en-GB" i="1">
                              <a:solidFill>
                                <a:prstClr val="black"/>
                              </a:solidFill>
                              <a:latin typeface="Cambria Math" panose="02040503050406030204" pitchFamily="18" charset="0"/>
                            </a:rPr>
                            <m:t>𝑟𝑠</m:t>
                          </m:r>
                          <m:r>
                            <a:rPr lang="en-GB" i="1">
                              <a:solidFill>
                                <a:prstClr val="black"/>
                              </a:solidFill>
                              <a:latin typeface="Cambria Math" panose="02040503050406030204" pitchFamily="18" charset="0"/>
                            </a:rPr>
                            <m:t>1234,</m:t>
                          </m:r>
                          <m:r>
                            <a:rPr lang="en-GB" i="1">
                              <a:solidFill>
                                <a:prstClr val="black"/>
                              </a:solidFill>
                              <a:latin typeface="Cambria Math" panose="02040503050406030204" pitchFamily="18" charset="0"/>
                            </a:rPr>
                            <m:t>𝐴</m:t>
                          </m:r>
                        </m:sub>
                      </m:sSub>
                      <m:r>
                        <a:rPr lang="en-GB" i="1">
                          <a:solidFill>
                            <a:prstClr val="black"/>
                          </a:solidFill>
                          <a:latin typeface="Cambria Math" panose="02040503050406030204" pitchFamily="18" charset="0"/>
                        </a:rPr>
                        <m:t>=1.56</m:t>
                      </m:r>
                    </m:oMath>
                  </m:oMathPara>
                </a14:m>
                <a:endParaRPr lang="en-GB" i="1" dirty="0">
                  <a:solidFill>
                    <a:prstClr val="black"/>
                  </a:solidFill>
                  <a:latin typeface="Cambria Math" panose="02040503050406030204" pitchFamily="18" charset="0"/>
                </a:endParaRPr>
              </a:p>
              <a:p>
                <a:pPr lvl="0">
                  <a:lnSpc>
                    <a:spcPct val="90000"/>
                  </a:lnSpc>
                  <a:spcBef>
                    <a:spcPts val="1000"/>
                  </a:spcBef>
                </a:pPr>
                <a14:m>
                  <m:oMathPara xmlns:m="http://schemas.openxmlformats.org/officeDocument/2006/math">
                    <m:oMathParaPr>
                      <m:jc m:val="centerGroup"/>
                    </m:oMathParaPr>
                    <m:oMath xmlns:m="http://schemas.openxmlformats.org/officeDocument/2006/math">
                      <m:r>
                        <a:rPr lang="en-GB" i="1">
                          <a:solidFill>
                            <a:prstClr val="black"/>
                          </a:solidFill>
                          <a:latin typeface="Cambria Math" panose="02040503050406030204" pitchFamily="18" charset="0"/>
                        </a:rPr>
                        <m:t>𝑎𝑙𝑙𝑒𝑙𝑒</m:t>
                      </m:r>
                      <m:sSub>
                        <m:sSubPr>
                          <m:ctrlPr>
                            <a:rPr lang="en-GB" i="1">
                              <a:solidFill>
                                <a:prstClr val="black"/>
                              </a:solidFill>
                              <a:latin typeface="Cambria Math" panose="02040503050406030204" pitchFamily="18" charset="0"/>
                            </a:rPr>
                          </m:ctrlPr>
                        </m:sSubPr>
                        <m:e>
                          <m:r>
                            <a:rPr lang="en-GB" i="1">
                              <a:solidFill>
                                <a:prstClr val="black"/>
                              </a:solidFill>
                              <a:latin typeface="Cambria Math" panose="02040503050406030204" pitchFamily="18" charset="0"/>
                            </a:rPr>
                            <m:t>𝑠</m:t>
                          </m:r>
                        </m:e>
                        <m:sub>
                          <m:r>
                            <a:rPr lang="en-GB" i="1">
                              <a:solidFill>
                                <a:prstClr val="black"/>
                              </a:solidFill>
                              <a:latin typeface="Cambria Math" panose="02040503050406030204" pitchFamily="18" charset="0"/>
                            </a:rPr>
                            <m:t>𝑟𝑠</m:t>
                          </m:r>
                          <m:r>
                            <a:rPr lang="en-GB" i="1">
                              <a:solidFill>
                                <a:prstClr val="black"/>
                              </a:solidFill>
                              <a:latin typeface="Cambria Math" panose="02040503050406030204" pitchFamily="18" charset="0"/>
                            </a:rPr>
                            <m:t>1234</m:t>
                          </m:r>
                        </m:sub>
                      </m:sSub>
                      <m:r>
                        <a:rPr lang="en-GB" i="1">
                          <a:solidFill>
                            <a:prstClr val="black"/>
                          </a:solidFill>
                          <a:latin typeface="Cambria Math" panose="02040503050406030204" pitchFamily="18" charset="0"/>
                        </a:rPr>
                        <m:t>=</m:t>
                      </m:r>
                      <m:d>
                        <m:dPr>
                          <m:begChr m:val="{"/>
                          <m:endChr m:val="}"/>
                          <m:ctrlPr>
                            <a:rPr lang="en-GB" i="1">
                              <a:solidFill>
                                <a:prstClr val="black"/>
                              </a:solidFill>
                              <a:latin typeface="Cambria Math" panose="02040503050406030204" pitchFamily="18" charset="0"/>
                            </a:rPr>
                          </m:ctrlPr>
                        </m:dPr>
                        <m:e>
                          <m:r>
                            <a:rPr lang="en-GB" i="1">
                              <a:solidFill>
                                <a:prstClr val="black"/>
                              </a:solidFill>
                              <a:latin typeface="Cambria Math" panose="02040503050406030204" pitchFamily="18" charset="0"/>
                            </a:rPr>
                            <m:t>𝐴</m:t>
                          </m:r>
                          <m:r>
                            <a:rPr lang="en-GB" i="1">
                              <a:solidFill>
                                <a:prstClr val="black"/>
                              </a:solidFill>
                              <a:latin typeface="Cambria Math" panose="02040503050406030204" pitchFamily="18" charset="0"/>
                            </a:rPr>
                            <m:t>,</m:t>
                          </m:r>
                          <m:r>
                            <a:rPr lang="en-GB" i="1">
                              <a:solidFill>
                                <a:prstClr val="black"/>
                              </a:solidFill>
                              <a:latin typeface="Cambria Math" panose="02040503050406030204" pitchFamily="18" charset="0"/>
                            </a:rPr>
                            <m:t>𝑇</m:t>
                          </m:r>
                        </m:e>
                      </m:d>
                      <m:r>
                        <a:rPr lang="en-GB" i="1">
                          <a:solidFill>
                            <a:prstClr val="black"/>
                          </a:solidFill>
                          <a:latin typeface="Cambria Math" panose="02040503050406030204" pitchFamily="18" charset="0"/>
                        </a:rPr>
                        <m:t> </m:t>
                      </m:r>
                    </m:oMath>
                  </m:oMathPara>
                </a14:m>
                <a:endParaRPr lang="en-GB" i="1" dirty="0">
                  <a:solidFill>
                    <a:prstClr val="black"/>
                  </a:solidFill>
                  <a:latin typeface="Cambria Math" panose="02040503050406030204" pitchFamily="18" charset="0"/>
                </a:endParaRPr>
              </a:p>
              <a:p>
                <a:pPr lvl="0">
                  <a:lnSpc>
                    <a:spcPct val="90000"/>
                  </a:lnSpc>
                  <a:spcBef>
                    <a:spcPts val="1000"/>
                  </a:spcBef>
                </a:pPr>
                <a14:m>
                  <m:oMathPara xmlns:m="http://schemas.openxmlformats.org/officeDocument/2006/math">
                    <m:oMathParaPr>
                      <m:jc m:val="centerGroup"/>
                    </m:oMathParaPr>
                    <m:oMath xmlns:m="http://schemas.openxmlformats.org/officeDocument/2006/math">
                      <m:r>
                        <a:rPr lang="en-GB" i="1">
                          <a:solidFill>
                            <a:prstClr val="black"/>
                          </a:solidFill>
                          <a:latin typeface="Cambria Math" panose="02040503050406030204" pitchFamily="18" charset="0"/>
                          <a:ea typeface="Cambria Math" panose="02040503050406030204" pitchFamily="18" charset="0"/>
                        </a:rPr>
                        <m:t>⟹</m:t>
                      </m:r>
                      <m:sSub>
                        <m:sSubPr>
                          <m:ctrlPr>
                            <a:rPr lang="en-GB" i="1">
                              <a:solidFill>
                                <a:prstClr val="black"/>
                              </a:solidFill>
                              <a:latin typeface="Cambria Math" panose="02040503050406030204" pitchFamily="18" charset="0"/>
                              <a:ea typeface="Cambria Math" panose="02040503050406030204" pitchFamily="18" charset="0"/>
                            </a:rPr>
                          </m:ctrlPr>
                        </m:sSubPr>
                        <m:e>
                          <m:r>
                            <a:rPr lang="en-GB" i="1">
                              <a:solidFill>
                                <a:prstClr val="black"/>
                              </a:solidFill>
                              <a:latin typeface="Cambria Math" panose="02040503050406030204" pitchFamily="18" charset="0"/>
                              <a:ea typeface="Cambria Math" panose="02040503050406030204" pitchFamily="18" charset="0"/>
                            </a:rPr>
                            <m:t>𝛽</m:t>
                          </m:r>
                        </m:e>
                        <m:sub>
                          <m:r>
                            <a:rPr lang="en-GB" i="1">
                              <a:solidFill>
                                <a:prstClr val="black"/>
                              </a:solidFill>
                              <a:latin typeface="Cambria Math" panose="02040503050406030204" pitchFamily="18" charset="0"/>
                              <a:ea typeface="Cambria Math" panose="02040503050406030204" pitchFamily="18" charset="0"/>
                            </a:rPr>
                            <m:t>𝑟𝑠</m:t>
                          </m:r>
                          <m:r>
                            <a:rPr lang="en-GB" i="1">
                              <a:solidFill>
                                <a:prstClr val="black"/>
                              </a:solidFill>
                              <a:latin typeface="Cambria Math" panose="02040503050406030204" pitchFamily="18" charset="0"/>
                              <a:ea typeface="Cambria Math" panose="02040503050406030204" pitchFamily="18" charset="0"/>
                            </a:rPr>
                            <m:t>1234,</m:t>
                          </m:r>
                          <m:r>
                            <a:rPr lang="en-GB" i="1">
                              <a:solidFill>
                                <a:prstClr val="black"/>
                              </a:solidFill>
                              <a:latin typeface="Cambria Math" panose="02040503050406030204" pitchFamily="18" charset="0"/>
                              <a:ea typeface="Cambria Math" panose="02040503050406030204" pitchFamily="18" charset="0"/>
                            </a:rPr>
                            <m:t>𝑇</m:t>
                          </m:r>
                        </m:sub>
                      </m:sSub>
                      <m:r>
                        <a:rPr lang="en-GB" i="1">
                          <a:solidFill>
                            <a:prstClr val="black"/>
                          </a:solidFill>
                          <a:latin typeface="Cambria Math" panose="02040503050406030204" pitchFamily="18" charset="0"/>
                          <a:ea typeface="Cambria Math" panose="02040503050406030204" pitchFamily="18" charset="0"/>
                        </a:rPr>
                        <m:t>=−1.56</m:t>
                      </m:r>
                    </m:oMath>
                  </m:oMathPara>
                </a14:m>
                <a:endPar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endParaRPr>
              </a:p>
              <a:p>
                <a:pPr lvl="0">
                  <a:lnSpc>
                    <a:spcPct val="90000"/>
                  </a:lnSpc>
                  <a:spcBef>
                    <a:spcPts val="1000"/>
                  </a:spcBef>
                </a:pPr>
                <a:endPar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endParaRPr>
              </a:p>
            </p:txBody>
          </p:sp>
        </mc:Choice>
        <mc:Fallback>
          <p:sp>
            <p:nvSpPr>
              <p:cNvPr id="5" name="TextBox 4">
                <a:extLst>
                  <a:ext uri="{FF2B5EF4-FFF2-40B4-BE49-F238E27FC236}">
                    <a16:creationId xmlns:a16="http://schemas.microsoft.com/office/drawing/2014/main" id="{FE8908F7-8313-4A29-97B5-16B12BDBE8A2}"/>
                  </a:ext>
                </a:extLst>
              </p:cNvPr>
              <p:cNvSpPr txBox="1">
                <a:spLocks noRot="1" noChangeAspect="1" noMove="1" noResize="1" noEditPoints="1" noAdjustHandles="1" noChangeArrowheads="1" noChangeShapeType="1" noTextEdit="1"/>
              </p:cNvSpPr>
              <p:nvPr/>
            </p:nvSpPr>
            <p:spPr>
              <a:xfrm>
                <a:off x="946030" y="2610083"/>
                <a:ext cx="10299940" cy="3005246"/>
              </a:xfrm>
              <a:prstGeom prst="rect">
                <a:avLst/>
              </a:prstGeom>
              <a:blipFill>
                <a:blip r:embed="rId4"/>
                <a:stretch>
                  <a:fillRect l="-493" t="-37395"/>
                </a:stretch>
              </a:blipFill>
            </p:spPr>
            <p:txBody>
              <a:bodyPr/>
              <a:lstStyle/>
              <a:p>
                <a:r>
                  <a:rPr lang="en-US">
                    <a:noFill/>
                  </a:rPr>
                  <a:t> </a:t>
                </a:r>
              </a:p>
            </p:txBody>
          </p:sp>
        </mc:Fallback>
      </mc:AlternateContent>
    </p:spTree>
    <p:extLst>
      <p:ext uri="{BB962C8B-B14F-4D97-AF65-F5344CB8AC3E}">
        <p14:creationId xmlns:p14="http://schemas.microsoft.com/office/powerpoint/2010/main" val="2023762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65D960-7347-576B-EFEC-7D781BBA9060}"/>
            </a:ext>
          </a:extLst>
        </p:cNvPr>
        <p:cNvGrpSpPr/>
        <p:nvPr/>
      </p:nvGrpSpPr>
      <p:grpSpPr>
        <a:xfrm>
          <a:off x="0" y="0"/>
          <a:ext cx="0" cy="0"/>
          <a:chOff x="0" y="0"/>
          <a:chExt cx="0" cy="0"/>
        </a:xfrm>
      </p:grpSpPr>
      <p:sp>
        <p:nvSpPr>
          <p:cNvPr id="15" name="Textplatzhalter 14">
            <a:extLst>
              <a:ext uri="{FF2B5EF4-FFF2-40B4-BE49-F238E27FC236}">
                <a16:creationId xmlns:a16="http://schemas.microsoft.com/office/drawing/2014/main" id="{072B5920-3449-C917-7519-8E946DB1B34B}"/>
              </a:ext>
            </a:extLst>
          </p:cNvPr>
          <p:cNvSpPr>
            <a:spLocks noGrp="1"/>
          </p:cNvSpPr>
          <p:nvPr>
            <p:ph type="body" sz="quarter" idx="10"/>
          </p:nvPr>
        </p:nvSpPr>
        <p:spPr>
          <a:xfrm>
            <a:off x="1141200" y="1598400"/>
            <a:ext cx="7200000" cy="707886"/>
          </a:xfrm>
        </p:spPr>
        <p:txBody>
          <a:bodyPr/>
          <a:lstStyle/>
          <a:p>
            <a:r>
              <a:rPr lang="en-US" dirty="0"/>
              <a:t>3</a:t>
            </a:r>
          </a:p>
        </p:txBody>
      </p:sp>
      <p:sp>
        <p:nvSpPr>
          <p:cNvPr id="17" name="Textplatzhalter 16">
            <a:extLst>
              <a:ext uri="{FF2B5EF4-FFF2-40B4-BE49-F238E27FC236}">
                <a16:creationId xmlns:a16="http://schemas.microsoft.com/office/drawing/2014/main" id="{F2B1643C-B839-A355-1600-D7038C43107F}"/>
              </a:ext>
            </a:extLst>
          </p:cNvPr>
          <p:cNvSpPr>
            <a:spLocks noGrp="1"/>
          </p:cNvSpPr>
          <p:nvPr>
            <p:ph type="body" sz="quarter" idx="11"/>
          </p:nvPr>
        </p:nvSpPr>
        <p:spPr>
          <a:xfrm>
            <a:off x="1141200" y="2538000"/>
            <a:ext cx="7200000" cy="707886"/>
          </a:xfrm>
        </p:spPr>
        <p:txBody>
          <a:bodyPr/>
          <a:lstStyle/>
          <a:p>
            <a:r>
              <a:rPr lang="en-US" dirty="0"/>
              <a:t>Polygenic scores</a:t>
            </a:r>
          </a:p>
        </p:txBody>
      </p:sp>
      <p:sp>
        <p:nvSpPr>
          <p:cNvPr id="4" name="Textplatzhalter 14">
            <a:extLst>
              <a:ext uri="{FF2B5EF4-FFF2-40B4-BE49-F238E27FC236}">
                <a16:creationId xmlns:a16="http://schemas.microsoft.com/office/drawing/2014/main" id="{DB5FF4B2-64FE-2D17-CB05-83F925E2569F}"/>
              </a:ext>
            </a:extLst>
          </p:cNvPr>
          <p:cNvSpPr txBox="1">
            <a:spLocks/>
          </p:cNvSpPr>
          <p:nvPr/>
        </p:nvSpPr>
        <p:spPr>
          <a:xfrm>
            <a:off x="1141200" y="3514855"/>
            <a:ext cx="7200000" cy="584775"/>
          </a:xfrm>
          <a:prstGeom prst="rect">
            <a:avLst/>
          </a:prstGeom>
        </p:spPr>
        <p:txBody>
          <a:bodyPr lIns="90000" rIns="90000">
            <a:spAutoFit/>
          </a:bodyPr>
          <a:lstStyle>
            <a:lvl1pPr marL="0" indent="0" algn="l" defTabSz="914400" rtl="0" eaLnBrk="1" latinLnBrk="0" hangingPunct="1">
              <a:lnSpc>
                <a:spcPct val="100000"/>
              </a:lnSpc>
              <a:spcBef>
                <a:spcPts val="0"/>
              </a:spcBef>
              <a:spcAft>
                <a:spcPts val="2200"/>
              </a:spcAft>
              <a:buFont typeface="Arial" panose="020B0604020202020204" pitchFamily="34" charset="0"/>
              <a:buNone/>
              <a:tabLst/>
              <a:defRPr sz="4000" b="0" i="0" kern="1200" baseline="0">
                <a:solidFill>
                  <a:schemeClr val="bg1"/>
                </a:solidFill>
                <a:latin typeface="Arial" panose="020B0604020202020204" pitchFamily="34" charset="0"/>
                <a:ea typeface="+mn-ea"/>
                <a:cs typeface="Arial" panose="020B0604020202020204" pitchFamily="34" charset="0"/>
              </a:defRPr>
            </a:lvl1pPr>
            <a:lvl2pPr marL="358775" indent="-206375" algn="l" defTabSz="914400" rtl="0" eaLnBrk="1" latinLnBrk="0" hangingPunct="1">
              <a:lnSpc>
                <a:spcPct val="100000"/>
              </a:lnSpc>
              <a:spcBef>
                <a:spcPts val="600"/>
              </a:spcBef>
              <a:spcAft>
                <a:spcPts val="1000"/>
              </a:spcAft>
              <a:buFont typeface="Arial" panose="020B0604020202020204" pitchFamily="34" charset="0"/>
              <a:buChar char="•"/>
              <a:tabLst/>
              <a:defRPr sz="1400" b="0" i="0" kern="1200" baseline="0">
                <a:solidFill>
                  <a:schemeClr val="tx1"/>
                </a:solidFill>
                <a:latin typeface="Arial" panose="020B0604020202020204" pitchFamily="34" charset="0"/>
                <a:ea typeface="+mn-ea"/>
                <a:cs typeface="Arial" panose="020B0604020202020204" pitchFamily="34" charset="0"/>
              </a:defRPr>
            </a:lvl2pPr>
            <a:lvl3pPr marL="0" indent="0" algn="l" defTabSz="914400" rtl="0" eaLnBrk="1" latinLnBrk="0" hangingPunct="1">
              <a:lnSpc>
                <a:spcPct val="100000"/>
              </a:lnSpc>
              <a:spcBef>
                <a:spcPts val="0"/>
              </a:spcBef>
              <a:spcAft>
                <a:spcPts val="1000"/>
              </a:spcAft>
              <a:buFont typeface="Arial" panose="020B0604020202020204" pitchFamily="34" charset="0"/>
              <a:buChar char="•"/>
              <a:tabLst/>
              <a:defRPr sz="1400" b="0" i="0" kern="1200" baseline="0">
                <a:solidFill>
                  <a:schemeClr val="tx1"/>
                </a:solidFill>
                <a:latin typeface="Arial" panose="020B0604020202020204" pitchFamily="34" charset="0"/>
                <a:ea typeface="+mn-ea"/>
                <a:cs typeface="Arial" panose="020B0604020202020204" pitchFamily="34" charset="0"/>
              </a:defRPr>
            </a:lvl3pPr>
            <a:lvl4pPr marL="7938" indent="0" algn="l" defTabSz="914400" rtl="0" eaLnBrk="1" latinLnBrk="0" hangingPunct="1">
              <a:lnSpc>
                <a:spcPct val="90000"/>
              </a:lnSpc>
              <a:spcBef>
                <a:spcPts val="500"/>
              </a:spcBef>
              <a:buFont typeface="Arial" panose="020B0604020202020204" pitchFamily="34" charset="0"/>
              <a:buChar char="•"/>
              <a:tabLst/>
              <a:defRPr sz="1400" kern="1200" baseline="0">
                <a:solidFill>
                  <a:schemeClr val="tx1"/>
                </a:solidFill>
                <a:latin typeface="Arial" panose="020B0604020202020204" pitchFamily="34" charset="0"/>
                <a:ea typeface="+mn-ea"/>
                <a:cs typeface="+mn-cs"/>
              </a:defRPr>
            </a:lvl4pPr>
            <a:lvl5pPr marL="223838" indent="-215900" algn="l" defTabSz="914400" rtl="0" eaLnBrk="1" latinLnBrk="0" hangingPunct="1">
              <a:lnSpc>
                <a:spcPct val="100000"/>
              </a:lnSpc>
              <a:spcBef>
                <a:spcPts val="0"/>
              </a:spcBef>
              <a:spcAft>
                <a:spcPts val="1000"/>
              </a:spcAft>
              <a:buClr>
                <a:schemeClr val="accent2"/>
              </a:buClr>
              <a:buFont typeface="+mj-lt"/>
              <a:buAutoNum type="arabicPeriod"/>
              <a:tabLst/>
              <a:defRPr sz="1400" b="0" i="0" kern="1200" baseline="0">
                <a:solidFill>
                  <a:schemeClr val="tx1"/>
                </a:solidFill>
                <a:latin typeface="Arial" panose="020B0604020202020204" pitchFamily="34" charset="0"/>
                <a:ea typeface="+mn-ea"/>
                <a:cs typeface="Arial" panose="020B0604020202020204" pitchFamily="34" charset="0"/>
              </a:defRPr>
            </a:lvl5pPr>
            <a:lvl6pPr marL="223838" indent="-215900" algn="l" defTabSz="914400" rtl="0" eaLnBrk="1" latinLnBrk="0" hangingPunct="1">
              <a:lnSpc>
                <a:spcPct val="100000"/>
              </a:lnSpc>
              <a:spcBef>
                <a:spcPts val="600"/>
              </a:spcBef>
              <a:spcAft>
                <a:spcPts val="1000"/>
              </a:spcAft>
              <a:buClr>
                <a:schemeClr val="accent2"/>
              </a:buClr>
              <a:buFont typeface="+mj-lt"/>
              <a:buAutoNum type="alphaLcPeriod"/>
              <a:tabLst/>
              <a:defRPr sz="1400" b="0" i="0" kern="1200">
                <a:solidFill>
                  <a:schemeClr val="tx1"/>
                </a:solidFill>
                <a:latin typeface="Arial" panose="020B0604020202020204" pitchFamily="34" charset="0"/>
                <a:ea typeface="+mn-ea"/>
                <a:cs typeface="Arial" panose="020B0604020202020204" pitchFamily="34" charset="0"/>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2200"/>
              </a:spcAft>
              <a:buClrTx/>
              <a:buSzTx/>
              <a:buFont typeface="Arial" panose="020B0604020202020204" pitchFamily="34" charset="0"/>
              <a:buNone/>
              <a:tabLst/>
              <a:defRPr/>
            </a:pPr>
            <a:r>
              <a:rPr kumimoji="0" lang="en-US" sz="32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3.4</a:t>
            </a:r>
          </a:p>
        </p:txBody>
      </p:sp>
      <p:sp>
        <p:nvSpPr>
          <p:cNvPr id="5" name="Textplatzhalter 16">
            <a:extLst>
              <a:ext uri="{FF2B5EF4-FFF2-40B4-BE49-F238E27FC236}">
                <a16:creationId xmlns:a16="http://schemas.microsoft.com/office/drawing/2014/main" id="{7486822F-B26A-0385-1616-10A7E0597CF4}"/>
              </a:ext>
            </a:extLst>
          </p:cNvPr>
          <p:cNvSpPr txBox="1">
            <a:spLocks/>
          </p:cNvSpPr>
          <p:nvPr/>
        </p:nvSpPr>
        <p:spPr>
          <a:xfrm>
            <a:off x="1141200" y="4099630"/>
            <a:ext cx="7200000" cy="584775"/>
          </a:xfrm>
          <a:prstGeom prst="rect">
            <a:avLst/>
          </a:prstGeom>
        </p:spPr>
        <p:txBody>
          <a:bodyPr lIns="90000" rIns="90000">
            <a:spAutoFit/>
          </a:bodyPr>
          <a:lstStyle>
            <a:lvl1pPr marL="0" indent="0" algn="l" defTabSz="914400" rtl="0" eaLnBrk="1" latinLnBrk="0" hangingPunct="1">
              <a:lnSpc>
                <a:spcPct val="100000"/>
              </a:lnSpc>
              <a:spcBef>
                <a:spcPts val="0"/>
              </a:spcBef>
              <a:spcAft>
                <a:spcPts val="2200"/>
              </a:spcAft>
              <a:buFont typeface="Arial" panose="020B0604020202020204" pitchFamily="34" charset="0"/>
              <a:buNone/>
              <a:tabLst/>
              <a:defRPr sz="4000" b="0" i="0" kern="1200" baseline="0">
                <a:solidFill>
                  <a:schemeClr val="bg1"/>
                </a:solidFill>
                <a:latin typeface="Arial" panose="020B0604020202020204" pitchFamily="34" charset="0"/>
                <a:ea typeface="+mn-ea"/>
                <a:cs typeface="Arial" panose="020B0604020202020204" pitchFamily="34" charset="0"/>
              </a:defRPr>
            </a:lvl1pPr>
            <a:lvl2pPr marL="358775" indent="-206375" algn="l" defTabSz="914400" rtl="0" eaLnBrk="1" latinLnBrk="0" hangingPunct="1">
              <a:lnSpc>
                <a:spcPct val="100000"/>
              </a:lnSpc>
              <a:spcBef>
                <a:spcPts val="600"/>
              </a:spcBef>
              <a:spcAft>
                <a:spcPts val="1000"/>
              </a:spcAft>
              <a:buFont typeface="Arial" panose="020B0604020202020204" pitchFamily="34" charset="0"/>
              <a:buChar char="•"/>
              <a:tabLst/>
              <a:defRPr sz="1400" b="0" i="0" kern="1200" baseline="0">
                <a:solidFill>
                  <a:schemeClr val="tx1"/>
                </a:solidFill>
                <a:latin typeface="Arial" panose="020B0604020202020204" pitchFamily="34" charset="0"/>
                <a:ea typeface="+mn-ea"/>
                <a:cs typeface="Arial" panose="020B0604020202020204" pitchFamily="34" charset="0"/>
              </a:defRPr>
            </a:lvl2pPr>
            <a:lvl3pPr marL="0" indent="0" algn="l" defTabSz="914400" rtl="0" eaLnBrk="1" latinLnBrk="0" hangingPunct="1">
              <a:lnSpc>
                <a:spcPct val="100000"/>
              </a:lnSpc>
              <a:spcBef>
                <a:spcPts val="0"/>
              </a:spcBef>
              <a:spcAft>
                <a:spcPts val="1000"/>
              </a:spcAft>
              <a:buFont typeface="Arial" panose="020B0604020202020204" pitchFamily="34" charset="0"/>
              <a:buChar char="•"/>
              <a:tabLst/>
              <a:defRPr sz="1400" b="0" i="0" kern="1200" baseline="0">
                <a:solidFill>
                  <a:schemeClr val="tx1"/>
                </a:solidFill>
                <a:latin typeface="Arial" panose="020B0604020202020204" pitchFamily="34" charset="0"/>
                <a:ea typeface="+mn-ea"/>
                <a:cs typeface="Arial" panose="020B0604020202020204" pitchFamily="34" charset="0"/>
              </a:defRPr>
            </a:lvl3pPr>
            <a:lvl4pPr marL="7938" indent="0" algn="l" defTabSz="914400" rtl="0" eaLnBrk="1" latinLnBrk="0" hangingPunct="1">
              <a:lnSpc>
                <a:spcPct val="90000"/>
              </a:lnSpc>
              <a:spcBef>
                <a:spcPts val="500"/>
              </a:spcBef>
              <a:buFont typeface="Arial" panose="020B0604020202020204" pitchFamily="34" charset="0"/>
              <a:buChar char="•"/>
              <a:tabLst/>
              <a:defRPr sz="1400" kern="1200" baseline="0">
                <a:solidFill>
                  <a:schemeClr val="tx1"/>
                </a:solidFill>
                <a:latin typeface="Arial" panose="020B0604020202020204" pitchFamily="34" charset="0"/>
                <a:ea typeface="+mn-ea"/>
                <a:cs typeface="+mn-cs"/>
              </a:defRPr>
            </a:lvl4pPr>
            <a:lvl5pPr marL="223838" indent="-215900" algn="l" defTabSz="914400" rtl="0" eaLnBrk="1" latinLnBrk="0" hangingPunct="1">
              <a:lnSpc>
                <a:spcPct val="100000"/>
              </a:lnSpc>
              <a:spcBef>
                <a:spcPts val="0"/>
              </a:spcBef>
              <a:spcAft>
                <a:spcPts val="1000"/>
              </a:spcAft>
              <a:buClr>
                <a:schemeClr val="accent2"/>
              </a:buClr>
              <a:buFont typeface="+mj-lt"/>
              <a:buAutoNum type="arabicPeriod"/>
              <a:tabLst/>
              <a:defRPr sz="1400" b="0" i="0" kern="1200" baseline="0">
                <a:solidFill>
                  <a:schemeClr val="tx1"/>
                </a:solidFill>
                <a:latin typeface="Arial" panose="020B0604020202020204" pitchFamily="34" charset="0"/>
                <a:ea typeface="+mn-ea"/>
                <a:cs typeface="Arial" panose="020B0604020202020204" pitchFamily="34" charset="0"/>
              </a:defRPr>
            </a:lvl5pPr>
            <a:lvl6pPr marL="223838" indent="-215900" algn="l" defTabSz="914400" rtl="0" eaLnBrk="1" latinLnBrk="0" hangingPunct="1">
              <a:lnSpc>
                <a:spcPct val="100000"/>
              </a:lnSpc>
              <a:spcBef>
                <a:spcPts val="600"/>
              </a:spcBef>
              <a:spcAft>
                <a:spcPts val="1000"/>
              </a:spcAft>
              <a:buClr>
                <a:schemeClr val="accent2"/>
              </a:buClr>
              <a:buFont typeface="+mj-lt"/>
              <a:buAutoNum type="alphaLcPeriod"/>
              <a:tabLst/>
              <a:defRPr sz="1400" b="0" i="0" kern="1200">
                <a:solidFill>
                  <a:schemeClr val="tx1"/>
                </a:solidFill>
                <a:latin typeface="Arial" panose="020B0604020202020204" pitchFamily="34" charset="0"/>
                <a:ea typeface="+mn-ea"/>
                <a:cs typeface="Arial" panose="020B0604020202020204" pitchFamily="34" charset="0"/>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2200"/>
              </a:spcAft>
              <a:buClrTx/>
              <a:buSzTx/>
              <a:buFont typeface="Arial" panose="020B0604020202020204" pitchFamily="34" charset="0"/>
              <a:buNone/>
              <a:tabLst/>
              <a:defRPr/>
            </a:pPr>
            <a:r>
              <a:rPr lang="en-US" sz="3200" dirty="0">
                <a:solidFill>
                  <a:srgbClr val="FFFFFF"/>
                </a:solidFill>
              </a:rPr>
              <a:t>Validation and evaluation</a:t>
            </a:r>
            <a:endParaRPr kumimoji="0" lang="en-US" sz="32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410894521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243696B2-FC7B-1446-B3A5-F473E930953E}"/>
              </a:ext>
            </a:extLst>
          </p:cNvPr>
          <p:cNvSpPr>
            <a:spLocks noGrp="1"/>
          </p:cNvSpPr>
          <p:nvPr>
            <p:ph type="body" sz="quarter" idx="10"/>
          </p:nvPr>
        </p:nvSpPr>
        <p:spPr>
          <a:xfrm>
            <a:off x="713497" y="461098"/>
            <a:ext cx="10080000" cy="584775"/>
          </a:xfrm>
        </p:spPr>
        <p:txBody>
          <a:bodyPr/>
          <a:lstStyle/>
          <a:p>
            <a:r>
              <a:rPr lang="en-US" dirty="0"/>
              <a:t>Validation of PGS</a:t>
            </a:r>
          </a:p>
        </p:txBody>
      </p:sp>
      <p:pic>
        <p:nvPicPr>
          <p:cNvPr id="4" name="Google Shape;206;p20" descr="figure 1">
            <a:extLst>
              <a:ext uri="{FF2B5EF4-FFF2-40B4-BE49-F238E27FC236}">
                <a16:creationId xmlns:a16="http://schemas.microsoft.com/office/drawing/2014/main" id="{D98AB90A-B148-4CE8-B649-419217223C67}"/>
              </a:ext>
            </a:extLst>
          </p:cNvPr>
          <p:cNvPicPr preferRelativeResize="0"/>
          <p:nvPr/>
        </p:nvPicPr>
        <p:blipFill rotWithShape="1">
          <a:blip r:embed="rId3">
            <a:alphaModFix/>
          </a:blip>
          <a:srcRect t="86737" b="-272"/>
          <a:stretch/>
        </p:blipFill>
        <p:spPr>
          <a:xfrm>
            <a:off x="6789669" y="0"/>
            <a:ext cx="5333320" cy="888521"/>
          </a:xfrm>
          <a:prstGeom prst="rect">
            <a:avLst/>
          </a:prstGeom>
          <a:noFill/>
          <a:ln>
            <a:noFill/>
          </a:ln>
        </p:spPr>
      </p:pic>
      <p:sp>
        <p:nvSpPr>
          <p:cNvPr id="5" name="TextBox 4">
            <a:extLst>
              <a:ext uri="{FF2B5EF4-FFF2-40B4-BE49-F238E27FC236}">
                <a16:creationId xmlns:a16="http://schemas.microsoft.com/office/drawing/2014/main" id="{FE8908F7-8313-4A29-97B5-16B12BDBE8A2}"/>
              </a:ext>
            </a:extLst>
          </p:cNvPr>
          <p:cNvSpPr txBox="1"/>
          <p:nvPr/>
        </p:nvSpPr>
        <p:spPr>
          <a:xfrm>
            <a:off x="713497" y="1516013"/>
            <a:ext cx="10299940" cy="1354217"/>
          </a:xfrm>
          <a:prstGeom prst="rect">
            <a:avLst/>
          </a:prstGeom>
          <a:noFill/>
        </p:spPr>
        <p:txBody>
          <a:bodyPr wrap="square" rtlCol="0">
            <a:spAutoFit/>
          </a:bodyPr>
          <a:lstStyle/>
          <a:p>
            <a:pPr marL="285750" indent="-285750">
              <a:spcAft>
                <a:spcPts val="1200"/>
              </a:spcAft>
              <a:buFont typeface="Arial" panose="020B0604020202020204" pitchFamily="34" charset="0"/>
              <a:buChar char="•"/>
              <a:defRPr/>
            </a:pPr>
            <a:r>
              <a:rPr lang="en-US" dirty="0">
                <a:solidFill>
                  <a:srgbClr val="000000"/>
                </a:solidFill>
                <a:sym typeface="Wingdings" panose="05000000000000000000" pitchFamily="2" charset="2"/>
              </a:rPr>
              <a:t>K-fold cross-validation</a:t>
            </a:r>
          </a:p>
          <a:p>
            <a:pPr marL="742950" lvl="1" indent="-285750">
              <a:buFont typeface="Wingdings" panose="05000000000000000000" pitchFamily="2" charset="2"/>
              <a:buChar char="à"/>
              <a:defRPr/>
            </a:pPr>
            <a:r>
              <a:rPr lang="en-US" dirty="0">
                <a:solidFill>
                  <a:srgbClr val="000000"/>
                </a:solidFill>
                <a:sym typeface="Wingdings" panose="05000000000000000000" pitchFamily="2" charset="2"/>
              </a:rPr>
              <a:t>Alternative when no independent dataset is available</a:t>
            </a:r>
          </a:p>
          <a:p>
            <a:pPr marL="742950" lvl="1" indent="-285750">
              <a:buFont typeface="Wingdings" panose="05000000000000000000" pitchFamily="2" charset="2"/>
              <a:buChar char="à"/>
              <a:defRPr/>
            </a:pPr>
            <a:r>
              <a:rPr lang="en-US" dirty="0">
                <a:solidFill>
                  <a:srgbClr val="000000"/>
                </a:solidFill>
                <a:sym typeface="Wingdings" panose="05000000000000000000" pitchFamily="2" charset="2"/>
              </a:rPr>
              <a:t>Divide the sample in training and validation data</a:t>
            </a:r>
          </a:p>
          <a:p>
            <a:pPr marL="742950" lvl="1" indent="-285750">
              <a:buFont typeface="Wingdings" panose="05000000000000000000" pitchFamily="2" charset="2"/>
              <a:buChar char="à"/>
              <a:defRPr/>
            </a:pPr>
            <a:r>
              <a:rPr lang="en-US" dirty="0">
                <a:solidFill>
                  <a:srgbClr val="000000"/>
                </a:solidFill>
                <a:sym typeface="Wingdings" panose="05000000000000000000" pitchFamily="2" charset="2"/>
              </a:rPr>
              <a:t>Repeat multiple times, each using a different chunk of the data to train and validate</a:t>
            </a:r>
          </a:p>
        </p:txBody>
      </p:sp>
      <p:pic>
        <p:nvPicPr>
          <p:cNvPr id="6" name="Picture 5">
            <a:extLst>
              <a:ext uri="{FF2B5EF4-FFF2-40B4-BE49-F238E27FC236}">
                <a16:creationId xmlns:a16="http://schemas.microsoft.com/office/drawing/2014/main" id="{7E5E49CF-4C4A-4A79-84EF-D7B0B43BCE86}"/>
              </a:ext>
            </a:extLst>
          </p:cNvPr>
          <p:cNvPicPr>
            <a:picLocks noChangeAspect="1"/>
          </p:cNvPicPr>
          <p:nvPr/>
        </p:nvPicPr>
        <p:blipFill rotWithShape="1">
          <a:blip r:embed="rId4"/>
          <a:srcRect l="9775" t="26415" r="35666" b="30440"/>
          <a:stretch/>
        </p:blipFill>
        <p:spPr>
          <a:xfrm>
            <a:off x="2848154" y="3084041"/>
            <a:ext cx="6495691" cy="3210406"/>
          </a:xfrm>
          <a:prstGeom prst="rect">
            <a:avLst/>
          </a:prstGeom>
        </p:spPr>
      </p:pic>
    </p:spTree>
    <p:extLst>
      <p:ext uri="{BB962C8B-B14F-4D97-AF65-F5344CB8AC3E}">
        <p14:creationId xmlns:p14="http://schemas.microsoft.com/office/powerpoint/2010/main" val="1389955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243696B2-FC7B-1446-B3A5-F473E930953E}"/>
              </a:ext>
            </a:extLst>
          </p:cNvPr>
          <p:cNvSpPr>
            <a:spLocks noGrp="1"/>
          </p:cNvSpPr>
          <p:nvPr>
            <p:ph type="body" sz="quarter" idx="10"/>
          </p:nvPr>
        </p:nvSpPr>
        <p:spPr>
          <a:xfrm>
            <a:off x="713497" y="461098"/>
            <a:ext cx="10080000" cy="584775"/>
          </a:xfrm>
        </p:spPr>
        <p:txBody>
          <a:bodyPr/>
          <a:lstStyle/>
          <a:p>
            <a:r>
              <a:rPr lang="en-US" dirty="0"/>
              <a:t>Validation of PGS - assessing the predictive power</a:t>
            </a: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FE8908F7-8313-4A29-97B5-16B12BDBE8A2}"/>
                  </a:ext>
                </a:extLst>
              </p:cNvPr>
              <p:cNvSpPr txBox="1"/>
              <p:nvPr/>
            </p:nvSpPr>
            <p:spPr>
              <a:xfrm>
                <a:off x="713497" y="1615294"/>
                <a:ext cx="10299940" cy="4433265"/>
              </a:xfrm>
              <a:prstGeom prst="rect">
                <a:avLst/>
              </a:prstGeom>
              <a:noFill/>
            </p:spPr>
            <p:txBody>
              <a:bodyPr wrap="square" rtlCol="0">
                <a:spAutoFit/>
              </a:bodyPr>
              <a:lstStyle/>
              <a:p>
                <a:pPr marL="285750" indent="-285750">
                  <a:spcAft>
                    <a:spcPts val="1200"/>
                  </a:spcAft>
                  <a:buFont typeface="Arial" panose="020B0604020202020204" pitchFamily="34" charset="0"/>
                  <a:buChar char="•"/>
                  <a:defRPr/>
                </a:pPr>
                <a:r>
                  <a:rPr lang="en-GB" sz="2000" dirty="0"/>
                  <a:t>PGS is often standardized: mean = 0, </a:t>
                </a:r>
                <a:r>
                  <a:rPr lang="en-US" sz="2000" dirty="0">
                    <a:solidFill>
                      <a:srgbClr val="000000"/>
                    </a:solidFill>
                    <a:sym typeface="Wingdings" panose="05000000000000000000" pitchFamily="2" charset="2"/>
                  </a:rPr>
                  <a:t>standard deviation (</a:t>
                </a:r>
                <a:r>
                  <a:rPr lang="en-GB" sz="2000" dirty="0"/>
                  <a:t>SD) = 1</a:t>
                </a:r>
                <a:endPar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endParaRPr>
              </a:p>
              <a:p>
                <a:pPr marL="285750" marR="0" lvl="0" indent="-285750" algn="l" defTabSz="914400" rtl="0" eaLnBrk="1" fontAlgn="auto" latinLnBrk="0" hangingPunct="1">
                  <a:lnSpc>
                    <a:spcPct val="100000"/>
                  </a:lnSpc>
                  <a:spcBef>
                    <a:spcPts val="0"/>
                  </a:spcBef>
                  <a:spcAft>
                    <a:spcPts val="12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rPr>
                  <a:t>Values to assess the prediction of PGS:</a:t>
                </a:r>
                <a:endParaRPr kumimoji="0" lang="en-US" sz="2000" b="0" i="0" u="none" strike="noStrike" kern="1200" cap="none" spc="0" normalizeH="0" baseline="0" noProof="0" dirty="0">
                  <a:ln>
                    <a:noFill/>
                  </a:ln>
                  <a:solidFill>
                    <a:srgbClr val="000000"/>
                  </a:solidFill>
                  <a:effectLst/>
                  <a:highlight>
                    <a:srgbClr val="FFFF00"/>
                  </a:highlight>
                  <a:uLnTx/>
                  <a:uFillTx/>
                  <a:latin typeface="Arial" panose="020B0604020202020204"/>
                  <a:ea typeface="+mn-ea"/>
                  <a:cs typeface="+mn-cs"/>
                  <a:sym typeface="Wingdings" panose="05000000000000000000" pitchFamily="2" charset="2"/>
                </a:endParaRPr>
              </a:p>
              <a:p>
                <a:pPr lvl="1">
                  <a:defRPr/>
                </a:pPr>
                <a:r>
                  <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sym typeface="Wingdings" panose="05000000000000000000" pitchFamily="2" charset="2"/>
                  </a:rPr>
                  <a:t> R</a:t>
                </a:r>
                <a:r>
                  <a:rPr kumimoji="0" lang="en-US" sz="2000" b="0" i="0" u="none" strike="noStrike" kern="1200" cap="none" spc="0" normalizeH="0" baseline="30000" noProof="0" dirty="0">
                    <a:ln>
                      <a:noFill/>
                    </a:ln>
                    <a:solidFill>
                      <a:srgbClr val="000000"/>
                    </a:solidFill>
                    <a:effectLst/>
                    <a:uLnTx/>
                    <a:uFillTx/>
                    <a:latin typeface="Arial" panose="020B0604020202020204"/>
                    <a:ea typeface="+mn-ea"/>
                    <a:cs typeface="+mn-cs"/>
                    <a:sym typeface="Wingdings" panose="05000000000000000000" pitchFamily="2" charset="2"/>
                  </a:rPr>
                  <a:t>2</a:t>
                </a:r>
                <a:r>
                  <a:rPr kumimoji="0" lang="en-US" sz="2000" b="0" i="0" u="none" strike="noStrike" kern="1200" cap="none" spc="0" normalizeH="0" baseline="0" noProof="0" dirty="0">
                    <a:ln>
                      <a:noFill/>
                    </a:ln>
                    <a:solidFill>
                      <a:srgbClr val="000000"/>
                    </a:solidFill>
                    <a:effectLst/>
                    <a:uLnTx/>
                    <a:uFillTx/>
                    <a:latin typeface="Arial" panose="020B0604020202020204"/>
                    <a:ea typeface="+mn-ea"/>
                    <a:cs typeface="+mn-cs"/>
                    <a:sym typeface="Wingdings" panose="05000000000000000000" pitchFamily="2" charset="2"/>
                  </a:rPr>
                  <a:t>: amount of phenotypic variance explained by PGS (continuous traits)</a:t>
                </a:r>
              </a:p>
              <a:p>
                <a:pPr lvl="0" algn="ctr">
                  <a:defRPr/>
                </a:pPr>
                <a14:m>
                  <m:oMathPara xmlns:m="http://schemas.openxmlformats.org/officeDocument/2006/math">
                    <m:oMathParaPr>
                      <m:jc m:val="centerGroup"/>
                    </m:oMathParaPr>
                    <m:oMath xmlns:m="http://schemas.openxmlformats.org/officeDocument/2006/math">
                      <m:sSup>
                        <m:sSupPr>
                          <m:ctrlP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sym typeface="Wingdings" panose="05000000000000000000" pitchFamily="2" charset="2"/>
                            </a:rPr>
                          </m:ctrlPr>
                        </m:sSupPr>
                        <m:e>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sym typeface="Wingdings" panose="05000000000000000000" pitchFamily="2" charset="2"/>
                            </a:rPr>
                            <m:t>𝑅</m:t>
                          </m:r>
                        </m:e>
                        <m:sup>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sym typeface="Wingdings" panose="05000000000000000000" pitchFamily="2" charset="2"/>
                            </a:rPr>
                            <m:t>2</m:t>
                          </m:r>
                        </m:sup>
                      </m:sSup>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sym typeface="Wingdings" panose="05000000000000000000" pitchFamily="2" charset="2"/>
                        </a:rPr>
                        <m:t>=1−</m:t>
                      </m:r>
                      <m:f>
                        <m:fPr>
                          <m:ctrlP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sym typeface="Wingdings" panose="05000000000000000000" pitchFamily="2" charset="2"/>
                            </a:rPr>
                          </m:ctrlPr>
                        </m:fPr>
                        <m:num>
                          <m:nary>
                            <m:naryPr>
                              <m:chr m:val="∑"/>
                              <m:ctrlP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sym typeface="Wingdings" panose="05000000000000000000" pitchFamily="2" charset="2"/>
                                </a:rPr>
                              </m:ctrlPr>
                            </m:naryPr>
                            <m:sub>
                              <m:r>
                                <m:rPr>
                                  <m:brk m:alnAt="23"/>
                                </m:rP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sym typeface="Wingdings" panose="05000000000000000000" pitchFamily="2" charset="2"/>
                                </a:rPr>
                                <m:t>𝑖</m:t>
                              </m:r>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sym typeface="Wingdings" panose="05000000000000000000" pitchFamily="2" charset="2"/>
                                </a:rPr>
                                <m:t>=1</m:t>
                              </m:r>
                            </m:sub>
                            <m:sup>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sym typeface="Wingdings" panose="05000000000000000000" pitchFamily="2" charset="2"/>
                                </a:rPr>
                                <m:t>𝑁</m:t>
                              </m:r>
                            </m:sup>
                            <m:e>
                              <m:sSup>
                                <m:sSupPr>
                                  <m:ctrlP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sym typeface="Wingdings" panose="05000000000000000000" pitchFamily="2" charset="2"/>
                                    </a:rPr>
                                  </m:ctrlPr>
                                </m:sSupPr>
                                <m:e>
                                  <m:d>
                                    <m:dPr>
                                      <m:ctrlP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sym typeface="Wingdings" panose="05000000000000000000" pitchFamily="2" charset="2"/>
                                        </a:rPr>
                                      </m:ctrlPr>
                                    </m:dPr>
                                    <m:e>
                                      <m:sSub>
                                        <m:sSubPr>
                                          <m:ctrlPr>
                                            <a:rPr lang="en-US" sz="2000" i="1">
                                              <a:solidFill>
                                                <a:srgbClr val="000000"/>
                                              </a:solidFill>
                                              <a:latin typeface="Cambria Math" panose="02040503050406030204" pitchFamily="18" charset="0"/>
                                              <a:sym typeface="Wingdings" panose="05000000000000000000" pitchFamily="2" charset="2"/>
                                            </a:rPr>
                                          </m:ctrlPr>
                                        </m:sSubPr>
                                        <m:e>
                                          <m:r>
                                            <a:rPr lang="en-US" sz="2000" i="1">
                                              <a:solidFill>
                                                <a:srgbClr val="000000"/>
                                              </a:solidFill>
                                              <a:latin typeface="Cambria Math" panose="02040503050406030204" pitchFamily="18" charset="0"/>
                                              <a:sym typeface="Wingdings" panose="05000000000000000000" pitchFamily="2" charset="2"/>
                                            </a:rPr>
                                            <m:t>𝑦</m:t>
                                          </m:r>
                                        </m:e>
                                        <m:sub>
                                          <m:r>
                                            <a:rPr lang="en-US" sz="2000" i="1">
                                              <a:solidFill>
                                                <a:srgbClr val="000000"/>
                                              </a:solidFill>
                                              <a:latin typeface="Cambria Math" panose="02040503050406030204" pitchFamily="18" charset="0"/>
                                              <a:sym typeface="Wingdings" panose="05000000000000000000" pitchFamily="2" charset="2"/>
                                            </a:rPr>
                                            <m:t>𝑖</m:t>
                                          </m:r>
                                        </m:sub>
                                      </m:sSub>
                                      <m:r>
                                        <a:rPr lang="en-US" sz="2000" i="1">
                                          <a:solidFill>
                                            <a:srgbClr val="000000"/>
                                          </a:solidFill>
                                          <a:latin typeface="Cambria Math" panose="02040503050406030204" pitchFamily="18" charset="0"/>
                                          <a:sym typeface="Wingdings" panose="05000000000000000000" pitchFamily="2" charset="2"/>
                                        </a:rPr>
                                        <m:t>−</m:t>
                                      </m:r>
                                      <m:acc>
                                        <m:accPr>
                                          <m:chr m:val="̂"/>
                                          <m:ctrlPr>
                                            <a:rPr lang="en-US" sz="2000" i="1">
                                              <a:solidFill>
                                                <a:srgbClr val="000000"/>
                                              </a:solidFill>
                                              <a:latin typeface="Cambria Math" panose="02040503050406030204" pitchFamily="18" charset="0"/>
                                              <a:sym typeface="Wingdings" panose="05000000000000000000" pitchFamily="2" charset="2"/>
                                            </a:rPr>
                                          </m:ctrlPr>
                                        </m:accPr>
                                        <m:e>
                                          <m:sSub>
                                            <m:sSubPr>
                                              <m:ctrlPr>
                                                <a:rPr lang="en-US" sz="2000" i="1">
                                                  <a:solidFill>
                                                    <a:srgbClr val="000000"/>
                                                  </a:solidFill>
                                                  <a:latin typeface="Cambria Math" panose="02040503050406030204" pitchFamily="18" charset="0"/>
                                                  <a:sym typeface="Wingdings" panose="05000000000000000000" pitchFamily="2" charset="2"/>
                                                </a:rPr>
                                              </m:ctrlPr>
                                            </m:sSubPr>
                                            <m:e>
                                              <m:r>
                                                <a:rPr lang="en-US" sz="2000" i="1">
                                                  <a:solidFill>
                                                    <a:srgbClr val="000000"/>
                                                  </a:solidFill>
                                                  <a:latin typeface="Cambria Math" panose="02040503050406030204" pitchFamily="18" charset="0"/>
                                                  <a:sym typeface="Wingdings" panose="05000000000000000000" pitchFamily="2" charset="2"/>
                                                </a:rPr>
                                                <m:t>𝑦</m:t>
                                              </m:r>
                                            </m:e>
                                            <m:sub>
                                              <m:r>
                                                <a:rPr lang="en-US" sz="2000" i="1">
                                                  <a:solidFill>
                                                    <a:srgbClr val="000000"/>
                                                  </a:solidFill>
                                                  <a:latin typeface="Cambria Math" panose="02040503050406030204" pitchFamily="18" charset="0"/>
                                                  <a:sym typeface="Wingdings" panose="05000000000000000000" pitchFamily="2" charset="2"/>
                                                </a:rPr>
                                                <m:t>𝑖</m:t>
                                              </m:r>
                                            </m:sub>
                                          </m:sSub>
                                        </m:e>
                                      </m:acc>
                                    </m:e>
                                  </m:d>
                                </m:e>
                                <m:sup>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sym typeface="Wingdings" panose="05000000000000000000" pitchFamily="2" charset="2"/>
                                    </a:rPr>
                                    <m:t>2</m:t>
                                  </m:r>
                                </m:sup>
                              </m:sSup>
                            </m:e>
                          </m:nary>
                        </m:num>
                        <m:den>
                          <m:nary>
                            <m:naryPr>
                              <m:chr m:val="∑"/>
                              <m:ctrlPr>
                                <a:rPr lang="en-US" sz="2000" i="1">
                                  <a:solidFill>
                                    <a:srgbClr val="000000"/>
                                  </a:solidFill>
                                  <a:latin typeface="Cambria Math" panose="02040503050406030204" pitchFamily="18" charset="0"/>
                                  <a:sym typeface="Wingdings" panose="05000000000000000000" pitchFamily="2" charset="2"/>
                                </a:rPr>
                              </m:ctrlPr>
                            </m:naryPr>
                            <m:sub>
                              <m:r>
                                <m:rPr>
                                  <m:brk m:alnAt="23"/>
                                </m:rPr>
                                <a:rPr lang="en-US" sz="2000" i="1">
                                  <a:solidFill>
                                    <a:srgbClr val="000000"/>
                                  </a:solidFill>
                                  <a:latin typeface="Cambria Math" panose="02040503050406030204" pitchFamily="18" charset="0"/>
                                  <a:sym typeface="Wingdings" panose="05000000000000000000" pitchFamily="2" charset="2"/>
                                </a:rPr>
                                <m:t>𝑖</m:t>
                              </m:r>
                              <m:r>
                                <a:rPr lang="en-US" sz="2000" i="1">
                                  <a:solidFill>
                                    <a:srgbClr val="000000"/>
                                  </a:solidFill>
                                  <a:latin typeface="Cambria Math" panose="02040503050406030204" pitchFamily="18" charset="0"/>
                                  <a:sym typeface="Wingdings" panose="05000000000000000000" pitchFamily="2" charset="2"/>
                                </a:rPr>
                                <m:t>=1</m:t>
                              </m:r>
                            </m:sub>
                            <m:sup>
                              <m:r>
                                <a:rPr lang="en-US" sz="2000" i="1">
                                  <a:solidFill>
                                    <a:srgbClr val="000000"/>
                                  </a:solidFill>
                                  <a:latin typeface="Cambria Math" panose="02040503050406030204" pitchFamily="18" charset="0"/>
                                  <a:sym typeface="Wingdings" panose="05000000000000000000" pitchFamily="2" charset="2"/>
                                </a:rPr>
                                <m:t>𝑁</m:t>
                              </m:r>
                            </m:sup>
                            <m:e>
                              <m:sSup>
                                <m:sSupPr>
                                  <m:ctrlPr>
                                    <a:rPr lang="en-US" sz="2000" i="1">
                                      <a:solidFill>
                                        <a:srgbClr val="000000"/>
                                      </a:solidFill>
                                      <a:latin typeface="Cambria Math" panose="02040503050406030204" pitchFamily="18" charset="0"/>
                                      <a:sym typeface="Wingdings" panose="05000000000000000000" pitchFamily="2" charset="2"/>
                                    </a:rPr>
                                  </m:ctrlPr>
                                </m:sSupPr>
                                <m:e>
                                  <m:d>
                                    <m:dPr>
                                      <m:ctrlPr>
                                        <a:rPr lang="en-US" sz="2000" i="1">
                                          <a:solidFill>
                                            <a:srgbClr val="000000"/>
                                          </a:solidFill>
                                          <a:latin typeface="Cambria Math" panose="02040503050406030204" pitchFamily="18" charset="0"/>
                                          <a:sym typeface="Wingdings" panose="05000000000000000000" pitchFamily="2" charset="2"/>
                                        </a:rPr>
                                      </m:ctrlPr>
                                    </m:dPr>
                                    <m:e>
                                      <m:sSub>
                                        <m:sSubPr>
                                          <m:ctrlPr>
                                            <a:rPr lang="en-US" sz="2000" i="1">
                                              <a:solidFill>
                                                <a:srgbClr val="000000"/>
                                              </a:solidFill>
                                              <a:latin typeface="Cambria Math" panose="02040503050406030204" pitchFamily="18" charset="0"/>
                                              <a:sym typeface="Wingdings" panose="05000000000000000000" pitchFamily="2" charset="2"/>
                                            </a:rPr>
                                          </m:ctrlPr>
                                        </m:sSubPr>
                                        <m:e>
                                          <m:r>
                                            <a:rPr lang="en-US" sz="2000" i="1">
                                              <a:solidFill>
                                                <a:srgbClr val="000000"/>
                                              </a:solidFill>
                                              <a:latin typeface="Cambria Math" panose="02040503050406030204" pitchFamily="18" charset="0"/>
                                              <a:sym typeface="Wingdings" panose="05000000000000000000" pitchFamily="2" charset="2"/>
                                            </a:rPr>
                                            <m:t>𝑦</m:t>
                                          </m:r>
                                        </m:e>
                                        <m:sub>
                                          <m:r>
                                            <a:rPr lang="en-US" sz="2000" i="1">
                                              <a:solidFill>
                                                <a:srgbClr val="000000"/>
                                              </a:solidFill>
                                              <a:latin typeface="Cambria Math" panose="02040503050406030204" pitchFamily="18" charset="0"/>
                                              <a:sym typeface="Wingdings" panose="05000000000000000000" pitchFamily="2" charset="2"/>
                                            </a:rPr>
                                            <m:t>𝑖</m:t>
                                          </m:r>
                                        </m:sub>
                                      </m:sSub>
                                      <m:r>
                                        <a:rPr lang="en-US" sz="2000" i="1">
                                          <a:solidFill>
                                            <a:srgbClr val="000000"/>
                                          </a:solidFill>
                                          <a:latin typeface="Cambria Math" panose="02040503050406030204" pitchFamily="18" charset="0"/>
                                          <a:sym typeface="Wingdings" panose="05000000000000000000" pitchFamily="2" charset="2"/>
                                        </a:rPr>
                                        <m:t>−</m:t>
                                      </m:r>
                                      <m:acc>
                                        <m:accPr>
                                          <m:chr m:val="̅"/>
                                          <m:ctrlP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sym typeface="Wingdings" panose="05000000000000000000" pitchFamily="2" charset="2"/>
                                            </a:rPr>
                                          </m:ctrlPr>
                                        </m:accPr>
                                        <m:e>
                                          <m:r>
                                            <a:rPr kumimoji="0" lang="en-US" sz="2000" b="0" i="1" u="none" strike="noStrike" kern="1200" cap="none" spc="0" normalizeH="0" baseline="0" noProof="0" smtClean="0">
                                              <a:ln>
                                                <a:noFill/>
                                              </a:ln>
                                              <a:solidFill>
                                                <a:srgbClr val="000000"/>
                                              </a:solidFill>
                                              <a:effectLst/>
                                              <a:uLnTx/>
                                              <a:uFillTx/>
                                              <a:latin typeface="Cambria Math" panose="02040503050406030204" pitchFamily="18" charset="0"/>
                                              <a:sym typeface="Wingdings" panose="05000000000000000000" pitchFamily="2" charset="2"/>
                                            </a:rPr>
                                            <m:t>𝑦</m:t>
                                          </m:r>
                                        </m:e>
                                      </m:acc>
                                    </m:e>
                                  </m:d>
                                </m:e>
                                <m:sup>
                                  <m:r>
                                    <a:rPr lang="en-US" sz="2000" i="1">
                                      <a:solidFill>
                                        <a:srgbClr val="000000"/>
                                      </a:solidFill>
                                      <a:latin typeface="Cambria Math" panose="02040503050406030204" pitchFamily="18" charset="0"/>
                                      <a:sym typeface="Wingdings" panose="05000000000000000000" pitchFamily="2" charset="2"/>
                                    </a:rPr>
                                    <m:t>2</m:t>
                                  </m:r>
                                </m:sup>
                              </m:sSup>
                            </m:e>
                          </m:nary>
                        </m:den>
                      </m:f>
                    </m:oMath>
                  </m:oMathPara>
                </a14:m>
                <a:endParaRPr kumimoji="0" lang="en-US" sz="2000" b="0" i="0" u="none" strike="noStrike" kern="1200" cap="none" spc="0" normalizeH="0" baseline="0" noProof="0" dirty="0">
                  <a:ln>
                    <a:noFill/>
                  </a:ln>
                  <a:solidFill>
                    <a:srgbClr val="000000"/>
                  </a:solidFill>
                  <a:effectLst/>
                  <a:uLnTx/>
                  <a:uFillTx/>
                  <a:latin typeface="Arial" panose="020B0604020202020204"/>
                  <a:sym typeface="Wingdings" panose="05000000000000000000" pitchFamily="2" charset="2"/>
                </a:endParaRPr>
              </a:p>
              <a:p>
                <a:pPr>
                  <a:buNone/>
                </a:pPr>
                <a:endParaRPr lang="en-GB" dirty="0"/>
              </a:p>
              <a:p>
                <a:pPr>
                  <a:buNone/>
                </a:pPr>
                <a:endParaRPr lang="en-GB" dirty="0"/>
              </a:p>
              <a:p>
                <a:pPr marL="742950" lvl="1" indent="-285750">
                  <a:buFont typeface="Wingdings" panose="05000000000000000000" pitchFamily="2" charset="2"/>
                  <a:buChar char="à"/>
                  <a:defRPr/>
                </a:pPr>
                <a:r>
                  <a:rPr lang="en-US" sz="2000" dirty="0">
                    <a:solidFill>
                      <a:srgbClr val="000000"/>
                    </a:solidFill>
                    <a:sym typeface="Wingdings" panose="05000000000000000000" pitchFamily="2" charset="2"/>
                  </a:rPr>
                  <a:t>Pseudo-R</a:t>
                </a:r>
                <a:r>
                  <a:rPr lang="en-US" sz="2000" baseline="30000" dirty="0">
                    <a:solidFill>
                      <a:srgbClr val="000000"/>
                    </a:solidFill>
                    <a:sym typeface="Wingdings" panose="05000000000000000000" pitchFamily="2" charset="2"/>
                  </a:rPr>
                  <a:t>2 </a:t>
                </a:r>
                <a:r>
                  <a:rPr lang="en-GB" sz="2000" dirty="0">
                    <a:sym typeface="Wingdings" panose="05000000000000000000" pitchFamily="2" charset="2"/>
                  </a:rPr>
                  <a:t>or li</a:t>
                </a:r>
                <a:r>
                  <a:rPr lang="en-GB" sz="2000" dirty="0"/>
                  <a:t>ability-scale R² </a:t>
                </a:r>
                <a:r>
                  <a:rPr lang="en-US" sz="2000" dirty="0">
                    <a:solidFill>
                      <a:srgbClr val="000000"/>
                    </a:solidFill>
                    <a:sym typeface="Wingdings" panose="05000000000000000000" pitchFamily="2" charset="2"/>
                  </a:rPr>
                  <a:t>: R</a:t>
                </a:r>
                <a:r>
                  <a:rPr lang="en-US" sz="2000" baseline="30000" dirty="0">
                    <a:solidFill>
                      <a:srgbClr val="000000"/>
                    </a:solidFill>
                    <a:sym typeface="Wingdings" panose="05000000000000000000" pitchFamily="2" charset="2"/>
                  </a:rPr>
                  <a:t>2</a:t>
                </a:r>
                <a:r>
                  <a:rPr lang="en-US" sz="2000" dirty="0">
                    <a:solidFill>
                      <a:srgbClr val="000000"/>
                    </a:solidFill>
                    <a:sym typeface="Wingdings" panose="05000000000000000000" pitchFamily="2" charset="2"/>
                  </a:rPr>
                  <a:t> for binary traits</a:t>
                </a:r>
                <a:endParaRPr lang="en-US" sz="2000" dirty="0">
                  <a:solidFill>
                    <a:srgbClr val="000000"/>
                  </a:solidFill>
                  <a:latin typeface="Arial" panose="020B0604020202020204"/>
                  <a:sym typeface="Wingdings" panose="05000000000000000000" pitchFamily="2" charset="2"/>
                </a:endParaRPr>
              </a:p>
              <a:p>
                <a:pPr marL="742950" lvl="1" indent="-285750">
                  <a:buFont typeface="Wingdings" panose="05000000000000000000" pitchFamily="2" charset="2"/>
                  <a:buChar char="à"/>
                  <a:defRPr/>
                </a:pPr>
                <a:r>
                  <a:rPr lang="en-US" sz="2000" dirty="0">
                    <a:solidFill>
                      <a:srgbClr val="000000"/>
                    </a:solidFill>
                    <a:latin typeface="Arial" panose="020B0604020202020204"/>
                    <a:sym typeface="Wingdings" panose="05000000000000000000" pitchFamily="2" charset="2"/>
                  </a:rPr>
                  <a:t>Odds ratio (OR) per SD of PGS </a:t>
                </a:r>
              </a:p>
              <a:p>
                <a:pPr marL="742950" lvl="1" indent="-285750">
                  <a:buFont typeface="Wingdings" panose="05000000000000000000" pitchFamily="2" charset="2"/>
                  <a:buChar char="à"/>
                  <a:defRPr/>
                </a:pPr>
                <a:r>
                  <a:rPr lang="en-US" sz="2000" dirty="0">
                    <a:solidFill>
                      <a:srgbClr val="000000"/>
                    </a:solidFill>
                    <a:latin typeface="Arial" panose="020B0604020202020204"/>
                    <a:sym typeface="Wingdings" panose="05000000000000000000" pitchFamily="2" charset="2"/>
                  </a:rPr>
                  <a:t>Risk by PGS quantiles (comparing </a:t>
                </a:r>
                <a:r>
                  <a:rPr lang="en-US" sz="2000" dirty="0">
                    <a:solidFill>
                      <a:srgbClr val="000000"/>
                    </a:solidFill>
                  </a:rPr>
                  <a:t>high and low risk groups)</a:t>
                </a:r>
                <a:endParaRPr lang="en-US" sz="2000" dirty="0">
                  <a:solidFill>
                    <a:srgbClr val="000000"/>
                  </a:solidFill>
                  <a:latin typeface="Arial" panose="020B0604020202020204"/>
                  <a:sym typeface="Wingdings" panose="05000000000000000000" pitchFamily="2" charset="2"/>
                </a:endParaRPr>
              </a:p>
              <a:p>
                <a:pPr marL="742950" lvl="1" indent="-285750">
                  <a:buFont typeface="Wingdings" panose="05000000000000000000" pitchFamily="2" charset="2"/>
                  <a:buChar char="à"/>
                  <a:defRPr/>
                </a:pPr>
                <a:r>
                  <a:rPr lang="en-US" sz="2000" dirty="0">
                    <a:solidFill>
                      <a:srgbClr val="000000"/>
                    </a:solidFill>
                    <a:sym typeface="Wingdings" panose="05000000000000000000" pitchFamily="2" charset="2"/>
                  </a:rPr>
                  <a:t>Receiver Operating Characteristic (ROC) curve</a:t>
                </a:r>
              </a:p>
              <a:p>
                <a:pPr marL="742950" lvl="1" indent="-285750">
                  <a:buFont typeface="Wingdings" panose="05000000000000000000" pitchFamily="2" charset="2"/>
                  <a:buChar char="à"/>
                  <a:defRPr/>
                </a:pPr>
                <a:r>
                  <a:rPr lang="en-US" sz="2000" dirty="0">
                    <a:solidFill>
                      <a:srgbClr val="000000"/>
                    </a:solidFill>
                    <a:sym typeface="Wingdings" panose="05000000000000000000" pitchFamily="2" charset="2"/>
                  </a:rPr>
                  <a:t>Area under the curve (AUC)</a:t>
                </a:r>
              </a:p>
              <a:p>
                <a:pPr marL="742950" lvl="1" indent="-285750">
                  <a:buFont typeface="Wingdings" panose="05000000000000000000" pitchFamily="2" charset="2"/>
                  <a:buChar char="à"/>
                  <a:defRPr/>
                </a:pPr>
                <a:endParaRPr lang="en-US" sz="2000" dirty="0">
                  <a:solidFill>
                    <a:srgbClr val="000000"/>
                  </a:solidFill>
                  <a:latin typeface="Arial" panose="020B0604020202020204"/>
                  <a:sym typeface="Wingdings" panose="05000000000000000000" pitchFamily="2" charset="2"/>
                </a:endParaRPr>
              </a:p>
            </p:txBody>
          </p:sp>
        </mc:Choice>
        <mc:Fallback>
          <p:sp>
            <p:nvSpPr>
              <p:cNvPr id="5" name="TextBox 4">
                <a:extLst>
                  <a:ext uri="{FF2B5EF4-FFF2-40B4-BE49-F238E27FC236}">
                    <a16:creationId xmlns:a16="http://schemas.microsoft.com/office/drawing/2014/main" id="{FE8908F7-8313-4A29-97B5-16B12BDBE8A2}"/>
                  </a:ext>
                </a:extLst>
              </p:cNvPr>
              <p:cNvSpPr txBox="1">
                <a:spLocks noRot="1" noChangeAspect="1" noMove="1" noResize="1" noEditPoints="1" noAdjustHandles="1" noChangeArrowheads="1" noChangeShapeType="1" noTextEdit="1"/>
              </p:cNvSpPr>
              <p:nvPr/>
            </p:nvSpPr>
            <p:spPr>
              <a:xfrm>
                <a:off x="713497" y="1615294"/>
                <a:ext cx="10299940" cy="4433265"/>
              </a:xfrm>
              <a:prstGeom prst="rect">
                <a:avLst/>
              </a:prstGeom>
              <a:blipFill>
                <a:blip r:embed="rId3"/>
                <a:stretch>
                  <a:fillRect l="-493" t="-857"/>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C9C92186-1893-4145-9C20-103C29E9271E}"/>
              </a:ext>
            </a:extLst>
          </p:cNvPr>
          <p:cNvSpPr txBox="1"/>
          <p:nvPr/>
        </p:nvSpPr>
        <p:spPr>
          <a:xfrm>
            <a:off x="7246372" y="3660741"/>
            <a:ext cx="3767063" cy="369332"/>
          </a:xfrm>
          <a:prstGeom prst="rect">
            <a:avLst/>
          </a:prstGeom>
          <a:noFill/>
        </p:spPr>
        <p:txBody>
          <a:bodyPr wrap="square" rtlCol="0">
            <a:spAutoFit/>
          </a:bodyPr>
          <a:lstStyle/>
          <a:p>
            <a:r>
              <a:rPr lang="en-US" dirty="0">
                <a:solidFill>
                  <a:srgbClr val="FF506E"/>
                </a:solidFill>
              </a:rPr>
              <a:t>Variability in dependent variable</a:t>
            </a:r>
            <a:endParaRPr lang="en-DE" dirty="0">
              <a:solidFill>
                <a:srgbClr val="FF506E"/>
              </a:solidFill>
            </a:endParaRPr>
          </a:p>
        </p:txBody>
      </p:sp>
      <p:sp>
        <p:nvSpPr>
          <p:cNvPr id="7" name="TextBox 6">
            <a:extLst>
              <a:ext uri="{FF2B5EF4-FFF2-40B4-BE49-F238E27FC236}">
                <a16:creationId xmlns:a16="http://schemas.microsoft.com/office/drawing/2014/main" id="{0B9974C1-2B63-4DA2-A7F6-376FB7E87557}"/>
              </a:ext>
            </a:extLst>
          </p:cNvPr>
          <p:cNvSpPr txBox="1"/>
          <p:nvPr/>
        </p:nvSpPr>
        <p:spPr>
          <a:xfrm>
            <a:off x="7246372" y="2926358"/>
            <a:ext cx="3767063" cy="646331"/>
          </a:xfrm>
          <a:prstGeom prst="rect">
            <a:avLst/>
          </a:prstGeom>
          <a:noFill/>
        </p:spPr>
        <p:txBody>
          <a:bodyPr wrap="square" rtlCol="0">
            <a:spAutoFit/>
          </a:bodyPr>
          <a:lstStyle/>
          <a:p>
            <a:r>
              <a:rPr lang="en-US" dirty="0">
                <a:solidFill>
                  <a:schemeClr val="accent1"/>
                </a:solidFill>
              </a:rPr>
              <a:t>Variability in dependent variable not predicted by the model</a:t>
            </a:r>
            <a:endParaRPr lang="en-DE" dirty="0">
              <a:solidFill>
                <a:schemeClr val="accent1"/>
              </a:solidFill>
            </a:endParaRPr>
          </a:p>
        </p:txBody>
      </p:sp>
      <p:sp>
        <p:nvSpPr>
          <p:cNvPr id="9" name="Rectangle: Rounded Corners 8">
            <a:extLst>
              <a:ext uri="{FF2B5EF4-FFF2-40B4-BE49-F238E27FC236}">
                <a16:creationId xmlns:a16="http://schemas.microsoft.com/office/drawing/2014/main" id="{F3A40439-1EB3-45F4-A737-FCA6B1BB9894}"/>
              </a:ext>
            </a:extLst>
          </p:cNvPr>
          <p:cNvSpPr/>
          <p:nvPr/>
        </p:nvSpPr>
        <p:spPr>
          <a:xfrm>
            <a:off x="5515897" y="2883443"/>
            <a:ext cx="1632155" cy="377305"/>
          </a:xfrm>
          <a:prstGeom prst="roundRect">
            <a:avLst/>
          </a:pr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p>
        </p:txBody>
      </p:sp>
      <p:sp>
        <p:nvSpPr>
          <p:cNvPr id="10" name="Rectangle: Rounded Corners 9">
            <a:extLst>
              <a:ext uri="{FF2B5EF4-FFF2-40B4-BE49-F238E27FC236}">
                <a16:creationId xmlns:a16="http://schemas.microsoft.com/office/drawing/2014/main" id="{5F01F7F1-F915-4C3A-84DA-09BA9F006770}"/>
              </a:ext>
            </a:extLst>
          </p:cNvPr>
          <p:cNvSpPr/>
          <p:nvPr/>
        </p:nvSpPr>
        <p:spPr>
          <a:xfrm>
            <a:off x="5515897" y="3283436"/>
            <a:ext cx="1632155" cy="377305"/>
          </a:xfrm>
          <a:prstGeom prst="roundRect">
            <a:avLst/>
          </a:prstGeom>
          <a:noFill/>
          <a:ln w="19050">
            <a:solidFill>
              <a:srgbClr val="FF506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p>
        </p:txBody>
      </p:sp>
    </p:spTree>
    <p:extLst>
      <p:ext uri="{BB962C8B-B14F-4D97-AF65-F5344CB8AC3E}">
        <p14:creationId xmlns:p14="http://schemas.microsoft.com/office/powerpoint/2010/main" val="2683063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8" end="8"/>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
                                            <p:txEl>
                                              <p:pRg st="9" end="9"/>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243696B2-FC7B-1446-B3A5-F473E930953E}"/>
              </a:ext>
            </a:extLst>
          </p:cNvPr>
          <p:cNvSpPr>
            <a:spLocks noGrp="1"/>
          </p:cNvSpPr>
          <p:nvPr>
            <p:ph type="body" sz="quarter" idx="10"/>
          </p:nvPr>
        </p:nvSpPr>
        <p:spPr>
          <a:xfrm>
            <a:off x="713497" y="461098"/>
            <a:ext cx="10080000" cy="584775"/>
          </a:xfrm>
        </p:spPr>
        <p:txBody>
          <a:bodyPr/>
          <a:lstStyle/>
          <a:p>
            <a:r>
              <a:rPr lang="en-US" dirty="0"/>
              <a:t>Validation of PGS - visualization</a:t>
            </a:r>
          </a:p>
        </p:txBody>
      </p:sp>
      <p:sp>
        <p:nvSpPr>
          <p:cNvPr id="5" name="TextBox 4">
            <a:extLst>
              <a:ext uri="{FF2B5EF4-FFF2-40B4-BE49-F238E27FC236}">
                <a16:creationId xmlns:a16="http://schemas.microsoft.com/office/drawing/2014/main" id="{FE8908F7-8313-4A29-97B5-16B12BDBE8A2}"/>
              </a:ext>
            </a:extLst>
          </p:cNvPr>
          <p:cNvSpPr txBox="1"/>
          <p:nvPr/>
        </p:nvSpPr>
        <p:spPr>
          <a:xfrm>
            <a:off x="4562414" y="4758663"/>
            <a:ext cx="3370053" cy="923329"/>
          </a:xfrm>
          <a:prstGeom prst="rect">
            <a:avLst/>
          </a:prstGeom>
          <a:noFill/>
        </p:spPr>
        <p:txBody>
          <a:bodyPr wrap="square" rtlCol="0">
            <a:spAutoFit/>
          </a:bodyPr>
          <a:lstStyle/>
          <a:p>
            <a:pPr marL="285750" indent="-285750">
              <a:buFont typeface="Arial" panose="020B0604020202020204" pitchFamily="34" charset="0"/>
              <a:buChar char="•"/>
            </a:pPr>
            <a:r>
              <a:rPr lang="en-US" b="1" dirty="0">
                <a:sym typeface="Wingdings" panose="05000000000000000000" pitchFamily="2" charset="2"/>
              </a:rPr>
              <a:t>ROC curves</a:t>
            </a:r>
            <a:r>
              <a:rPr lang="en-US" dirty="0">
                <a:sym typeface="Wingdings" panose="05000000000000000000" pitchFamily="2" charset="2"/>
              </a:rPr>
              <a:t>: Measure of discrimination in disease prediction </a:t>
            </a:r>
          </a:p>
        </p:txBody>
      </p:sp>
      <p:sp>
        <p:nvSpPr>
          <p:cNvPr id="9" name="TextBox 8">
            <a:extLst>
              <a:ext uri="{FF2B5EF4-FFF2-40B4-BE49-F238E27FC236}">
                <a16:creationId xmlns:a16="http://schemas.microsoft.com/office/drawing/2014/main" id="{22C9E243-8691-4A63-96D3-F503DCBBD186}"/>
              </a:ext>
            </a:extLst>
          </p:cNvPr>
          <p:cNvSpPr txBox="1"/>
          <p:nvPr/>
        </p:nvSpPr>
        <p:spPr>
          <a:xfrm>
            <a:off x="0" y="6290478"/>
            <a:ext cx="4539990" cy="584775"/>
          </a:xfrm>
          <a:prstGeom prst="rect">
            <a:avLst/>
          </a:prstGeom>
          <a:noFill/>
        </p:spPr>
        <p:txBody>
          <a:bodyPr wrap="square" rtlCol="0">
            <a:spAutoFit/>
          </a:bodyPr>
          <a:lstStyle/>
          <a:p>
            <a:r>
              <a:rPr lang="en-US" sz="1600" i="1" dirty="0">
                <a:solidFill>
                  <a:schemeClr val="bg1">
                    <a:lumMod val="65000"/>
                  </a:schemeClr>
                </a:solidFill>
              </a:rPr>
              <a:t>Wand et al. Nat. 2021</a:t>
            </a:r>
          </a:p>
          <a:p>
            <a:r>
              <a:rPr lang="en-US" sz="1600" i="1" dirty="0">
                <a:solidFill>
                  <a:schemeClr val="bg1">
                    <a:lumMod val="65000"/>
                  </a:schemeClr>
                </a:solidFill>
              </a:rPr>
              <a:t>Choi et al. Nat. </a:t>
            </a:r>
            <a:r>
              <a:rPr lang="en-US" sz="1600" i="1" dirty="0" err="1">
                <a:solidFill>
                  <a:schemeClr val="bg1">
                    <a:lumMod val="65000"/>
                  </a:schemeClr>
                </a:solidFill>
              </a:rPr>
              <a:t>prot.</a:t>
            </a:r>
            <a:r>
              <a:rPr lang="en-US" sz="1600" i="1" dirty="0">
                <a:solidFill>
                  <a:schemeClr val="bg1">
                    <a:lumMod val="65000"/>
                  </a:schemeClr>
                </a:solidFill>
              </a:rPr>
              <a:t> 2020</a:t>
            </a:r>
            <a:endParaRPr lang="en-DE" sz="1600" i="1" dirty="0">
              <a:solidFill>
                <a:schemeClr val="bg1">
                  <a:lumMod val="65000"/>
                </a:schemeClr>
              </a:solidFill>
            </a:endParaRPr>
          </a:p>
        </p:txBody>
      </p:sp>
      <p:pic>
        <p:nvPicPr>
          <p:cNvPr id="10" name="Picture 9">
            <a:extLst>
              <a:ext uri="{FF2B5EF4-FFF2-40B4-BE49-F238E27FC236}">
                <a16:creationId xmlns:a16="http://schemas.microsoft.com/office/drawing/2014/main" id="{6DC2DC95-23D0-477D-B2E2-0E59EBE9E1A6}"/>
              </a:ext>
            </a:extLst>
          </p:cNvPr>
          <p:cNvPicPr>
            <a:picLocks noChangeAspect="1"/>
          </p:cNvPicPr>
          <p:nvPr/>
        </p:nvPicPr>
        <p:blipFill rotWithShape="1">
          <a:blip r:embed="rId3"/>
          <a:srcRect l="50000" t="32704" r="6106" b="29574"/>
          <a:stretch/>
        </p:blipFill>
        <p:spPr>
          <a:xfrm>
            <a:off x="4786807" y="1615629"/>
            <a:ext cx="5650480" cy="3034943"/>
          </a:xfrm>
          <a:prstGeom prst="rect">
            <a:avLst/>
          </a:prstGeom>
        </p:spPr>
      </p:pic>
      <p:sp>
        <p:nvSpPr>
          <p:cNvPr id="12" name="Rectangle 11">
            <a:extLst>
              <a:ext uri="{FF2B5EF4-FFF2-40B4-BE49-F238E27FC236}">
                <a16:creationId xmlns:a16="http://schemas.microsoft.com/office/drawing/2014/main" id="{0ADB3E05-ACA7-45FC-8896-EFE30053172E}"/>
              </a:ext>
            </a:extLst>
          </p:cNvPr>
          <p:cNvSpPr/>
          <p:nvPr/>
        </p:nvSpPr>
        <p:spPr>
          <a:xfrm>
            <a:off x="7932467" y="4726497"/>
            <a:ext cx="3370053" cy="923330"/>
          </a:xfrm>
          <a:prstGeom prst="rect">
            <a:avLst/>
          </a:prstGeom>
        </p:spPr>
        <p:txBody>
          <a:bodyPr wrap="square">
            <a:spAutoFit/>
          </a:bodyPr>
          <a:lstStyle/>
          <a:p>
            <a:pPr marL="285750" indent="-285750">
              <a:buFont typeface="Arial" panose="020B0604020202020204" pitchFamily="34" charset="0"/>
              <a:buChar char="•"/>
            </a:pPr>
            <a:r>
              <a:rPr lang="en-US" b="1" dirty="0"/>
              <a:t>Incidence plots</a:t>
            </a:r>
            <a:r>
              <a:rPr lang="en-US" dirty="0"/>
              <a:t>: changes in OR in each quantile compared to the reference</a:t>
            </a:r>
          </a:p>
        </p:txBody>
      </p:sp>
      <p:pic>
        <p:nvPicPr>
          <p:cNvPr id="13" name="Picture 12">
            <a:extLst>
              <a:ext uri="{FF2B5EF4-FFF2-40B4-BE49-F238E27FC236}">
                <a16:creationId xmlns:a16="http://schemas.microsoft.com/office/drawing/2014/main" id="{889A6786-1E2E-4A54-AEC5-767627D7F6DF}"/>
              </a:ext>
            </a:extLst>
          </p:cNvPr>
          <p:cNvPicPr>
            <a:picLocks noChangeAspect="1"/>
          </p:cNvPicPr>
          <p:nvPr/>
        </p:nvPicPr>
        <p:blipFill rotWithShape="1">
          <a:blip r:embed="rId4"/>
          <a:srcRect l="9224" t="21809" r="71908" b="41132"/>
          <a:stretch/>
        </p:blipFill>
        <p:spPr>
          <a:xfrm>
            <a:off x="1126870" y="1615629"/>
            <a:ext cx="2454181" cy="3012721"/>
          </a:xfrm>
          <a:prstGeom prst="rect">
            <a:avLst/>
          </a:prstGeom>
        </p:spPr>
      </p:pic>
    </p:spTree>
    <p:extLst>
      <p:ext uri="{BB962C8B-B14F-4D97-AF65-F5344CB8AC3E}">
        <p14:creationId xmlns:p14="http://schemas.microsoft.com/office/powerpoint/2010/main" val="2755434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2"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94F374-13A1-7FB1-966B-BD5BBA526B25}"/>
            </a:ext>
          </a:extLst>
        </p:cNvPr>
        <p:cNvGrpSpPr/>
        <p:nvPr/>
      </p:nvGrpSpPr>
      <p:grpSpPr>
        <a:xfrm>
          <a:off x="0" y="0"/>
          <a:ext cx="0" cy="0"/>
          <a:chOff x="0" y="0"/>
          <a:chExt cx="0" cy="0"/>
        </a:xfrm>
      </p:grpSpPr>
      <p:sp>
        <p:nvSpPr>
          <p:cNvPr id="2" name="Textplatzhalter 1">
            <a:extLst>
              <a:ext uri="{FF2B5EF4-FFF2-40B4-BE49-F238E27FC236}">
                <a16:creationId xmlns:a16="http://schemas.microsoft.com/office/drawing/2014/main" id="{C2EF69F2-527E-7F36-54FE-45AF69BEFF22}"/>
              </a:ext>
            </a:extLst>
          </p:cNvPr>
          <p:cNvSpPr>
            <a:spLocks noGrp="1"/>
          </p:cNvSpPr>
          <p:nvPr>
            <p:ph type="body" sz="quarter" idx="10"/>
          </p:nvPr>
        </p:nvSpPr>
        <p:spPr>
          <a:xfrm>
            <a:off x="713497" y="461098"/>
            <a:ext cx="10080000" cy="584775"/>
          </a:xfrm>
        </p:spPr>
        <p:txBody>
          <a:bodyPr/>
          <a:lstStyle/>
          <a:p>
            <a:r>
              <a:rPr lang="en-US" dirty="0"/>
              <a:t>Validation of PGS – ROC curve and AUC</a:t>
            </a:r>
          </a:p>
        </p:txBody>
      </p:sp>
      <p:sp>
        <p:nvSpPr>
          <p:cNvPr id="4" name="TextBox 3">
            <a:extLst>
              <a:ext uri="{FF2B5EF4-FFF2-40B4-BE49-F238E27FC236}">
                <a16:creationId xmlns:a16="http://schemas.microsoft.com/office/drawing/2014/main" id="{E62CB376-AAF6-BEF4-7C5B-A5E75648BE26}"/>
              </a:ext>
            </a:extLst>
          </p:cNvPr>
          <p:cNvSpPr txBox="1"/>
          <p:nvPr/>
        </p:nvSpPr>
        <p:spPr>
          <a:xfrm>
            <a:off x="713497" y="1560804"/>
            <a:ext cx="6462807" cy="4093428"/>
          </a:xfrm>
          <a:prstGeom prst="rect">
            <a:avLst/>
          </a:prstGeom>
          <a:noFill/>
        </p:spPr>
        <p:txBody>
          <a:bodyPr wrap="square">
            <a:spAutoFit/>
          </a:bodyPr>
          <a:lstStyle/>
          <a:p>
            <a:r>
              <a:rPr lang="en-GB" sz="2000" b="1" dirty="0"/>
              <a:t>ROC curve </a:t>
            </a:r>
            <a:r>
              <a:rPr lang="en-GB" sz="2000" dirty="0"/>
              <a:t>= True Positive Rate against the False Positive Rate, shows the trade-off between sensitivity and specificity</a:t>
            </a:r>
          </a:p>
          <a:p>
            <a:endParaRPr lang="en-GB" sz="2000" dirty="0"/>
          </a:p>
          <a:p>
            <a:r>
              <a:rPr lang="en-GB" sz="2000" b="1" dirty="0"/>
              <a:t>AUC</a:t>
            </a:r>
            <a:r>
              <a:rPr lang="en-GB" sz="2000" dirty="0"/>
              <a:t> = probability that a randomly selected case has a higher predicted risk than a randomly selected control</a:t>
            </a:r>
          </a:p>
          <a:p>
            <a:pPr marL="285750" indent="-285750">
              <a:buFont typeface="Arial" panose="020B0604020202020204" pitchFamily="34" charset="0"/>
              <a:buChar char="•"/>
            </a:pPr>
            <a:r>
              <a:rPr lang="en-GB" sz="2000" b="1" dirty="0"/>
              <a:t>AUC = 0.5:</a:t>
            </a:r>
            <a:r>
              <a:rPr lang="en-GB" sz="2000" dirty="0"/>
              <a:t> random prediction of cases and controls</a:t>
            </a:r>
          </a:p>
          <a:p>
            <a:pPr marL="285750" indent="-285750">
              <a:buFont typeface="Arial" panose="020B0604020202020204" pitchFamily="34" charset="0"/>
              <a:buChar char="•"/>
            </a:pPr>
            <a:r>
              <a:rPr lang="en-GB" sz="2000" b="1" dirty="0"/>
              <a:t>AUC = 1.0:</a:t>
            </a:r>
            <a:r>
              <a:rPr lang="en-GB" sz="2000" dirty="0"/>
              <a:t> perfect discrimination between cases and controls</a:t>
            </a:r>
          </a:p>
          <a:p>
            <a:pPr marL="285750" indent="-285750">
              <a:buFont typeface="Arial" panose="020B0604020202020204" pitchFamily="34" charset="0"/>
              <a:buChar char="•"/>
            </a:pPr>
            <a:r>
              <a:rPr lang="en-GB" sz="2000" dirty="0"/>
              <a:t>AUC can be modest but still identify a small group at substantially elevated risk</a:t>
            </a:r>
          </a:p>
          <a:p>
            <a:pPr marL="285750" indent="-285750">
              <a:buFont typeface="Arial" panose="020B0604020202020204" pitchFamily="34" charset="0"/>
              <a:buChar char="•"/>
            </a:pPr>
            <a:endParaRPr lang="en-GB" sz="2000" dirty="0"/>
          </a:p>
          <a:p>
            <a:endParaRPr lang="en-GB" sz="2000" dirty="0"/>
          </a:p>
        </p:txBody>
      </p:sp>
      <p:pic>
        <p:nvPicPr>
          <p:cNvPr id="14" name="Picture 13">
            <a:extLst>
              <a:ext uri="{FF2B5EF4-FFF2-40B4-BE49-F238E27FC236}">
                <a16:creationId xmlns:a16="http://schemas.microsoft.com/office/drawing/2014/main" id="{EE61A531-75B2-7DAB-BF04-DB960FFA007A}"/>
              </a:ext>
            </a:extLst>
          </p:cNvPr>
          <p:cNvPicPr>
            <a:picLocks noChangeAspect="1"/>
          </p:cNvPicPr>
          <p:nvPr/>
        </p:nvPicPr>
        <p:blipFill>
          <a:blip r:embed="rId3"/>
          <a:stretch>
            <a:fillRect/>
          </a:stretch>
        </p:blipFill>
        <p:spPr>
          <a:xfrm>
            <a:off x="7315199" y="1129255"/>
            <a:ext cx="4599489" cy="4599489"/>
          </a:xfrm>
          <a:prstGeom prst="rect">
            <a:avLst/>
          </a:prstGeom>
        </p:spPr>
      </p:pic>
    </p:spTree>
    <p:extLst>
      <p:ext uri="{BB962C8B-B14F-4D97-AF65-F5344CB8AC3E}">
        <p14:creationId xmlns:p14="http://schemas.microsoft.com/office/powerpoint/2010/main" val="413975988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39A954-E0EB-696B-1701-4A101D7F6585}"/>
            </a:ext>
          </a:extLst>
        </p:cNvPr>
        <p:cNvGrpSpPr/>
        <p:nvPr/>
      </p:nvGrpSpPr>
      <p:grpSpPr>
        <a:xfrm>
          <a:off x="0" y="0"/>
          <a:ext cx="0" cy="0"/>
          <a:chOff x="0" y="0"/>
          <a:chExt cx="0" cy="0"/>
        </a:xfrm>
      </p:grpSpPr>
      <p:sp>
        <p:nvSpPr>
          <p:cNvPr id="2" name="Textplatzhalter 1">
            <a:extLst>
              <a:ext uri="{FF2B5EF4-FFF2-40B4-BE49-F238E27FC236}">
                <a16:creationId xmlns:a16="http://schemas.microsoft.com/office/drawing/2014/main" id="{C37DB61B-9F04-4EA7-66FA-B3A39067B49A}"/>
              </a:ext>
            </a:extLst>
          </p:cNvPr>
          <p:cNvSpPr>
            <a:spLocks noGrp="1"/>
          </p:cNvSpPr>
          <p:nvPr>
            <p:ph type="body" sz="quarter" idx="10"/>
          </p:nvPr>
        </p:nvSpPr>
        <p:spPr>
          <a:xfrm>
            <a:off x="713497" y="461098"/>
            <a:ext cx="10080000" cy="584775"/>
          </a:xfrm>
        </p:spPr>
        <p:txBody>
          <a:bodyPr/>
          <a:lstStyle/>
          <a:p>
            <a:r>
              <a:rPr lang="en-US" dirty="0"/>
              <a:t>Validation of PGS – Quantile plots</a:t>
            </a:r>
          </a:p>
        </p:txBody>
      </p:sp>
      <p:sp>
        <p:nvSpPr>
          <p:cNvPr id="4" name="TextBox 3">
            <a:extLst>
              <a:ext uri="{FF2B5EF4-FFF2-40B4-BE49-F238E27FC236}">
                <a16:creationId xmlns:a16="http://schemas.microsoft.com/office/drawing/2014/main" id="{7C11081D-F6BB-B797-2249-9C3125A5D34C}"/>
              </a:ext>
            </a:extLst>
          </p:cNvPr>
          <p:cNvSpPr txBox="1"/>
          <p:nvPr/>
        </p:nvSpPr>
        <p:spPr>
          <a:xfrm>
            <a:off x="6971783" y="2970885"/>
            <a:ext cx="4726605" cy="707886"/>
          </a:xfrm>
          <a:prstGeom prst="rect">
            <a:avLst/>
          </a:prstGeom>
          <a:noFill/>
        </p:spPr>
        <p:txBody>
          <a:bodyPr wrap="square">
            <a:spAutoFit/>
          </a:bodyPr>
          <a:lstStyle/>
          <a:p>
            <a:r>
              <a:rPr lang="en-US" sz="2000" b="1" dirty="0"/>
              <a:t>Quantile plots</a:t>
            </a:r>
            <a:r>
              <a:rPr lang="en-US" sz="2000" dirty="0"/>
              <a:t>: changes in OR in each quantile compared to the reference.</a:t>
            </a:r>
          </a:p>
        </p:txBody>
      </p:sp>
      <p:pic>
        <p:nvPicPr>
          <p:cNvPr id="3" name="Picture 2" descr="PRSice - PRSice-2">
            <a:extLst>
              <a:ext uri="{FF2B5EF4-FFF2-40B4-BE49-F238E27FC236}">
                <a16:creationId xmlns:a16="http://schemas.microsoft.com/office/drawing/2014/main" id="{2A4A2B8A-544F-6B09-24FC-2C6851D87E24}"/>
              </a:ext>
            </a:extLst>
          </p:cNvPr>
          <p:cNvPicPr>
            <a:picLocks noChangeAspect="1"/>
          </p:cNvPicPr>
          <p:nvPr/>
        </p:nvPicPr>
        <p:blipFill>
          <a:blip r:embed="rId3"/>
          <a:stretch>
            <a:fillRect/>
          </a:stretch>
        </p:blipFill>
        <p:spPr>
          <a:xfrm>
            <a:off x="995044" y="1232465"/>
            <a:ext cx="5100956" cy="5100956"/>
          </a:xfrm>
          <a:prstGeom prst="rect">
            <a:avLst/>
          </a:prstGeom>
        </p:spPr>
      </p:pic>
    </p:spTree>
    <p:extLst>
      <p:ext uri="{BB962C8B-B14F-4D97-AF65-F5344CB8AC3E}">
        <p14:creationId xmlns:p14="http://schemas.microsoft.com/office/powerpoint/2010/main" val="46150446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6F3C4CE4-4199-41B5-F0EE-A9ABCB1794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1702" y="1141263"/>
            <a:ext cx="6524625" cy="36576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2D73766-042E-3E11-77E7-4DB66140A73A}"/>
              </a:ext>
            </a:extLst>
          </p:cNvPr>
          <p:cNvSpPr txBox="1"/>
          <p:nvPr/>
        </p:nvSpPr>
        <p:spPr>
          <a:xfrm>
            <a:off x="501702" y="271433"/>
            <a:ext cx="6097218" cy="584775"/>
          </a:xfrm>
          <a:prstGeom prst="rect">
            <a:avLst/>
          </a:prstGeom>
          <a:noFill/>
        </p:spPr>
        <p:txBody>
          <a:bodyPr wrap="square">
            <a:spAutoFit/>
          </a:bodyPr>
          <a:lstStyle/>
          <a:p>
            <a:pPr algn="l">
              <a:spcBef>
                <a:spcPts val="1800"/>
              </a:spcBef>
              <a:spcAft>
                <a:spcPts val="600"/>
              </a:spcAft>
              <a:buNone/>
            </a:pPr>
            <a:r>
              <a:rPr lang="en-GB" sz="3200" i="0" dirty="0">
                <a:effectLst/>
                <a:latin typeface="Arial" panose="020B0604020202020204" pitchFamily="34" charset="0"/>
                <a:cs typeface="Arial" panose="020B0604020202020204" pitchFamily="34" charset="0"/>
              </a:rPr>
              <a:t>Clinical utility</a:t>
            </a:r>
          </a:p>
        </p:txBody>
      </p:sp>
      <p:sp>
        <p:nvSpPr>
          <p:cNvPr id="7" name="TextBox 6">
            <a:extLst>
              <a:ext uri="{FF2B5EF4-FFF2-40B4-BE49-F238E27FC236}">
                <a16:creationId xmlns:a16="http://schemas.microsoft.com/office/drawing/2014/main" id="{C451A08E-F870-A397-58BF-95C8F89AFC81}"/>
              </a:ext>
            </a:extLst>
          </p:cNvPr>
          <p:cNvSpPr txBox="1"/>
          <p:nvPr/>
        </p:nvSpPr>
        <p:spPr>
          <a:xfrm>
            <a:off x="7174382" y="2210641"/>
            <a:ext cx="4859121" cy="2970044"/>
          </a:xfrm>
          <a:prstGeom prst="rect">
            <a:avLst/>
          </a:prstGeom>
          <a:noFill/>
        </p:spPr>
        <p:txBody>
          <a:bodyPr wrap="square">
            <a:spAutoFit/>
          </a:bodyPr>
          <a:lstStyle/>
          <a:p>
            <a:pPr marL="285750" indent="-285750">
              <a:buFont typeface="Wingdings" panose="05000000000000000000" pitchFamily="2" charset="2"/>
              <a:buChar char="Ø"/>
            </a:pPr>
            <a:r>
              <a:rPr lang="en-GB" sz="1700" b="0" i="0" dirty="0">
                <a:effectLst/>
                <a:latin typeface="Arial" panose="020B0604020202020204" pitchFamily="34" charset="0"/>
                <a:cs typeface="Arial" panose="020B0604020202020204" pitchFamily="34" charset="0"/>
              </a:rPr>
              <a:t>PGS </a:t>
            </a:r>
            <a:r>
              <a:rPr lang="en-GB" sz="1700" b="0" i="0" u="sng" dirty="0">
                <a:effectLst/>
                <a:latin typeface="Arial" panose="020B0604020202020204" pitchFamily="34" charset="0"/>
                <a:cs typeface="Arial" panose="020B0604020202020204" pitchFamily="34" charset="0"/>
              </a:rPr>
              <a:t>cannot be regarded as standalone predictors</a:t>
            </a:r>
            <a:r>
              <a:rPr lang="en-GB" sz="1700" b="0" i="0" dirty="0">
                <a:effectLst/>
                <a:latin typeface="Arial" panose="020B0604020202020204" pitchFamily="34" charset="0"/>
                <a:cs typeface="Arial" panose="020B0604020202020204" pitchFamily="34" charset="0"/>
              </a:rPr>
              <a:t> of disease onset</a:t>
            </a:r>
          </a:p>
          <a:p>
            <a:pPr marL="285750" indent="-285750">
              <a:buFont typeface="Wingdings" panose="05000000000000000000" pitchFamily="2" charset="2"/>
              <a:buChar char="Ø"/>
            </a:pPr>
            <a:r>
              <a:rPr lang="en-GB" sz="1700" b="0" i="0" dirty="0">
                <a:effectLst/>
                <a:latin typeface="Arial" panose="020B0604020202020204" pitchFamily="34" charset="0"/>
                <a:cs typeface="Arial" panose="020B0604020202020204" pitchFamily="34" charset="0"/>
              </a:rPr>
              <a:t>PGS are </a:t>
            </a:r>
            <a:r>
              <a:rPr lang="en-GB" sz="1700" b="0" i="0" u="sng" dirty="0">
                <a:effectLst/>
                <a:latin typeface="Arial" panose="020B0604020202020204" pitchFamily="34" charset="0"/>
                <a:cs typeface="Arial" panose="020B0604020202020204" pitchFamily="34" charset="0"/>
              </a:rPr>
              <a:t>one component in a multifactorial framework for risk stratification </a:t>
            </a:r>
            <a:r>
              <a:rPr lang="en-GB" sz="1700" b="0" i="0" dirty="0">
                <a:effectLst/>
                <a:latin typeface="Arial" panose="020B0604020202020204" pitchFamily="34" charset="0"/>
                <a:cs typeface="Arial" panose="020B0604020202020204" pitchFamily="34" charset="0"/>
              </a:rPr>
              <a:t>that should incorporate clinical variables, family history, lifestyle and </a:t>
            </a:r>
            <a:r>
              <a:rPr lang="en-GB" sz="1700" b="0" i="0" u="sng" dirty="0">
                <a:effectLst/>
                <a:latin typeface="Arial" panose="020B0604020202020204" pitchFamily="34" charset="0"/>
                <a:cs typeface="Arial" panose="020B0604020202020204" pitchFamily="34" charset="0"/>
              </a:rPr>
              <a:t>environmental exposures </a:t>
            </a:r>
            <a:r>
              <a:rPr lang="en-GB" sz="1700" b="0" i="0" dirty="0">
                <a:effectLst/>
                <a:latin typeface="Arial" panose="020B0604020202020204" pitchFamily="34" charset="0"/>
                <a:cs typeface="Arial" panose="020B0604020202020204" pitchFamily="34" charset="0"/>
              </a:rPr>
              <a:t>and other omics data </a:t>
            </a:r>
          </a:p>
          <a:p>
            <a:pPr marL="285750" indent="-285750">
              <a:buFont typeface="Wingdings" panose="05000000000000000000" pitchFamily="2" charset="2"/>
              <a:buChar char="Ø"/>
            </a:pPr>
            <a:r>
              <a:rPr lang="en-GB" sz="1700" b="0" i="0" dirty="0">
                <a:effectLst/>
                <a:latin typeface="Arial" panose="020B0604020202020204" pitchFamily="34" charset="0"/>
                <a:cs typeface="Arial" panose="020B0604020202020204" pitchFamily="34" charset="0"/>
              </a:rPr>
              <a:t>The complex aetiology of complex traits requires integrative risk </a:t>
            </a:r>
            <a:r>
              <a:rPr lang="en-GB" sz="1700" b="0" i="0" u="sng" dirty="0">
                <a:effectLst/>
                <a:latin typeface="Arial" panose="020B0604020202020204" pitchFamily="34" charset="0"/>
                <a:cs typeface="Arial" panose="020B0604020202020204" pitchFamily="34" charset="0"/>
              </a:rPr>
              <a:t>models that reflect both genetic predisposition and environmental context</a:t>
            </a:r>
            <a:endParaRPr lang="en-DE" sz="1700" u="sng" dirty="0">
              <a:latin typeface="Arial" panose="020B0604020202020204" pitchFamily="34" charset="0"/>
              <a:cs typeface="Arial" panose="020B0604020202020204" pitchFamily="34" charset="0"/>
            </a:endParaRPr>
          </a:p>
        </p:txBody>
      </p:sp>
      <p:sp>
        <p:nvSpPr>
          <p:cNvPr id="8" name="TextBox 7">
            <a:extLst>
              <a:ext uri="{FF2B5EF4-FFF2-40B4-BE49-F238E27FC236}">
                <a16:creationId xmlns:a16="http://schemas.microsoft.com/office/drawing/2014/main" id="{047A5874-3235-CDD7-2548-D8595E775B04}"/>
              </a:ext>
            </a:extLst>
          </p:cNvPr>
          <p:cNvSpPr txBox="1"/>
          <p:nvPr/>
        </p:nvSpPr>
        <p:spPr>
          <a:xfrm>
            <a:off x="501702" y="6161137"/>
            <a:ext cx="4552225" cy="461665"/>
          </a:xfrm>
          <a:prstGeom prst="rect">
            <a:avLst/>
          </a:prstGeom>
          <a:noFill/>
        </p:spPr>
        <p:txBody>
          <a:bodyPr wrap="square">
            <a:spAutoFit/>
          </a:bodyPr>
          <a:lstStyle/>
          <a:p>
            <a:r>
              <a:rPr lang="en-GB" sz="800" dirty="0"/>
              <a:t>Tremblay, J., </a:t>
            </a:r>
            <a:r>
              <a:rPr lang="en-GB" sz="800" dirty="0" err="1"/>
              <a:t>Haloui</a:t>
            </a:r>
            <a:r>
              <a:rPr lang="en-GB" sz="800" dirty="0"/>
              <a:t>, M., </a:t>
            </a:r>
            <a:r>
              <a:rPr lang="en-GB" sz="800" dirty="0" err="1"/>
              <a:t>Attaoua</a:t>
            </a:r>
            <a:r>
              <a:rPr lang="en-GB" sz="800" dirty="0"/>
              <a:t>, R. </a:t>
            </a:r>
            <a:r>
              <a:rPr lang="en-GB" sz="800" i="1" dirty="0"/>
              <a:t>et al.</a:t>
            </a:r>
            <a:r>
              <a:rPr lang="en-GB" sz="800" dirty="0"/>
              <a:t> Polygenic risk scores predict diabetes complications and their response to intensive blood pressure and glucose control. </a:t>
            </a:r>
            <a:r>
              <a:rPr lang="en-GB" sz="800" i="1" dirty="0" err="1"/>
              <a:t>Diabetologia</a:t>
            </a:r>
            <a:r>
              <a:rPr lang="en-GB" sz="800" dirty="0"/>
              <a:t> </a:t>
            </a:r>
            <a:r>
              <a:rPr lang="en-GB" sz="800" b="1" dirty="0"/>
              <a:t>64</a:t>
            </a:r>
            <a:r>
              <a:rPr lang="en-GB" sz="800" dirty="0"/>
              <a:t>, 2012–2025 (2021). https://doi.org/10.1007/s00125-021-05491-7</a:t>
            </a:r>
            <a:endParaRPr lang="en-DE" sz="800" dirty="0"/>
          </a:p>
        </p:txBody>
      </p:sp>
      <p:sp>
        <p:nvSpPr>
          <p:cNvPr id="10" name="TextBox 9">
            <a:extLst>
              <a:ext uri="{FF2B5EF4-FFF2-40B4-BE49-F238E27FC236}">
                <a16:creationId xmlns:a16="http://schemas.microsoft.com/office/drawing/2014/main" id="{3D413ABA-00F4-37A1-1702-944E0AA6CCA1}"/>
              </a:ext>
            </a:extLst>
          </p:cNvPr>
          <p:cNvSpPr txBox="1"/>
          <p:nvPr/>
        </p:nvSpPr>
        <p:spPr>
          <a:xfrm>
            <a:off x="501701" y="4941391"/>
            <a:ext cx="6672681" cy="1200329"/>
          </a:xfrm>
          <a:prstGeom prst="rect">
            <a:avLst/>
          </a:prstGeom>
          <a:noFill/>
        </p:spPr>
        <p:txBody>
          <a:bodyPr wrap="square">
            <a:spAutoFit/>
          </a:bodyPr>
          <a:lstStyle/>
          <a:p>
            <a:r>
              <a:rPr lang="en-GB" i="1" dirty="0" err="1">
                <a:latin typeface="Arial" panose="020B0604020202020204" pitchFamily="34" charset="0"/>
                <a:cs typeface="Arial" panose="020B0604020202020204" pitchFamily="34" charset="0"/>
              </a:rPr>
              <a:t>M</a:t>
            </a:r>
            <a:r>
              <a:rPr lang="en-GB" b="0" i="1" dirty="0" err="1">
                <a:effectLst/>
                <a:latin typeface="Arial" panose="020B0604020202020204" pitchFamily="34" charset="0"/>
                <a:cs typeface="Arial" panose="020B0604020202020204" pitchFamily="34" charset="0"/>
              </a:rPr>
              <a:t>ultiPRS</a:t>
            </a:r>
            <a:r>
              <a:rPr lang="en-GB" b="0" i="0" dirty="0">
                <a:effectLst/>
                <a:latin typeface="Arial" panose="020B0604020202020204" pitchFamily="34" charset="0"/>
                <a:cs typeface="Arial" panose="020B0604020202020204" pitchFamily="34" charset="0"/>
              </a:rPr>
              <a:t> model </a:t>
            </a:r>
            <a:r>
              <a:rPr lang="en-GB" dirty="0">
                <a:latin typeface="Arial" panose="020B0604020202020204" pitchFamily="34" charset="0"/>
                <a:cs typeface="Arial" panose="020B0604020202020204" pitchFamily="34" charset="0"/>
              </a:rPr>
              <a:t>for type 2 diabetes (T2D)</a:t>
            </a:r>
          </a:p>
          <a:p>
            <a:r>
              <a:rPr lang="en-GB" dirty="0">
                <a:latin typeface="Arial" panose="020B0604020202020204" pitchFamily="34" charset="0"/>
                <a:cs typeface="Arial" panose="020B0604020202020204" pitchFamily="34" charset="0"/>
                <a:sym typeface="Wingdings" pitchFamily="2" charset="2"/>
              </a:rPr>
              <a:t> S</a:t>
            </a:r>
            <a:r>
              <a:rPr lang="en-GB" b="0" i="0" dirty="0">
                <a:effectLst/>
                <a:latin typeface="Arial" panose="020B0604020202020204" pitchFamily="34" charset="0"/>
                <a:cs typeface="Arial" panose="020B0604020202020204" pitchFamily="34" charset="0"/>
              </a:rPr>
              <a:t>tratify T2D patients according to risk of complications </a:t>
            </a:r>
          </a:p>
          <a:p>
            <a:r>
              <a:rPr lang="en-GB" b="0" i="0" dirty="0">
                <a:effectLst/>
                <a:latin typeface="Arial" panose="020B0604020202020204" pitchFamily="34" charset="0"/>
                <a:cs typeface="Arial" panose="020B0604020202020204" pitchFamily="34" charset="0"/>
                <a:sym typeface="Wingdings" pitchFamily="2" charset="2"/>
              </a:rPr>
              <a:t> </a:t>
            </a:r>
            <a:r>
              <a:rPr lang="en-GB" b="0" i="0" dirty="0">
                <a:effectLst/>
                <a:latin typeface="Arial" panose="020B0604020202020204" pitchFamily="34" charset="0"/>
                <a:cs typeface="Arial" panose="020B0604020202020204" pitchFamily="34" charset="0"/>
              </a:rPr>
              <a:t>Identify early on T2D patients who would benefit </a:t>
            </a:r>
            <a:r>
              <a:rPr lang="en-GB" dirty="0">
                <a:latin typeface="Arial" panose="020B0604020202020204" pitchFamily="34" charset="0"/>
                <a:cs typeface="Arial" panose="020B0604020202020204" pitchFamily="34" charset="0"/>
              </a:rPr>
              <a:t>the most </a:t>
            </a:r>
            <a:r>
              <a:rPr lang="en-GB" b="0" i="0" dirty="0">
                <a:effectLst/>
                <a:latin typeface="Arial" panose="020B0604020202020204" pitchFamily="34" charset="0"/>
                <a:cs typeface="Arial" panose="020B0604020202020204" pitchFamily="34" charset="0"/>
              </a:rPr>
              <a:t>from intensive therapy</a:t>
            </a:r>
            <a:endParaRPr lang="en-DE"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643B636A-5C90-CB56-79A2-0D69214FDAAB}"/>
              </a:ext>
            </a:extLst>
          </p:cNvPr>
          <p:cNvSpPr txBox="1"/>
          <p:nvPr/>
        </p:nvSpPr>
        <p:spPr>
          <a:xfrm>
            <a:off x="9271322" y="6018609"/>
            <a:ext cx="2762182" cy="461665"/>
          </a:xfrm>
          <a:prstGeom prst="rect">
            <a:avLst/>
          </a:prstGeom>
          <a:noFill/>
        </p:spPr>
        <p:txBody>
          <a:bodyPr wrap="square">
            <a:spAutoFit/>
          </a:bodyPr>
          <a:lstStyle/>
          <a:p>
            <a:r>
              <a:rPr lang="en-GB" sz="800" b="0" i="0" dirty="0" err="1">
                <a:solidFill>
                  <a:srgbClr val="222222"/>
                </a:solidFill>
                <a:effectLst/>
                <a:latin typeface="-apple-system"/>
              </a:rPr>
              <a:t>Kullo</a:t>
            </a:r>
            <a:r>
              <a:rPr lang="en-GB" sz="800" b="0" i="0" dirty="0">
                <a:solidFill>
                  <a:srgbClr val="222222"/>
                </a:solidFill>
                <a:effectLst/>
                <a:latin typeface="-apple-system"/>
              </a:rPr>
              <a:t>, I.J. Clinical use of polygenic risk scores: current status, barriers and future directions. </a:t>
            </a:r>
            <a:r>
              <a:rPr lang="en-GB" sz="800" b="0" i="1" dirty="0">
                <a:solidFill>
                  <a:srgbClr val="222222"/>
                </a:solidFill>
                <a:effectLst/>
                <a:latin typeface="-apple-system"/>
              </a:rPr>
              <a:t>Nat Rev Genet</a:t>
            </a:r>
            <a:r>
              <a:rPr lang="en-GB" sz="800" b="0" i="0" dirty="0">
                <a:solidFill>
                  <a:srgbClr val="222222"/>
                </a:solidFill>
                <a:effectLst/>
                <a:latin typeface="-apple-system"/>
              </a:rPr>
              <a:t> (2025). https://doi.org/10.1038/s41576-025-00900-8</a:t>
            </a:r>
            <a:endParaRPr lang="en-DE" sz="800" dirty="0"/>
          </a:p>
        </p:txBody>
      </p:sp>
      <p:sp>
        <p:nvSpPr>
          <p:cNvPr id="12" name="TextBox 11">
            <a:extLst>
              <a:ext uri="{FF2B5EF4-FFF2-40B4-BE49-F238E27FC236}">
                <a16:creationId xmlns:a16="http://schemas.microsoft.com/office/drawing/2014/main" id="{7510AC79-5F03-E216-65C7-69CD6A323B83}"/>
              </a:ext>
            </a:extLst>
          </p:cNvPr>
          <p:cNvSpPr txBox="1"/>
          <p:nvPr/>
        </p:nvSpPr>
        <p:spPr>
          <a:xfrm>
            <a:off x="8427111" y="1625866"/>
            <a:ext cx="2018995" cy="584775"/>
          </a:xfrm>
          <a:prstGeom prst="rect">
            <a:avLst/>
          </a:prstGeom>
          <a:noFill/>
        </p:spPr>
        <p:txBody>
          <a:bodyPr wrap="square" rtlCol="0">
            <a:spAutoFit/>
          </a:bodyPr>
          <a:lstStyle/>
          <a:p>
            <a:r>
              <a:rPr lang="en-GB" sz="3200" dirty="0">
                <a:solidFill>
                  <a:srgbClr val="FF0000"/>
                </a:solidFill>
                <a:latin typeface="Arial" panose="020B0604020202020204" pitchFamily="34" charset="0"/>
                <a:cs typeface="Arial" panose="020B0604020202020204" pitchFamily="34" charset="0"/>
              </a:rPr>
              <a:t>However!</a:t>
            </a:r>
            <a:endParaRPr lang="en-DE" sz="3200" dirty="0">
              <a:solidFill>
                <a:srgbClr val="FF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1675947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864451-5B6C-0BF0-25F6-8EBB257FB2A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92C5C0A-5DA4-6094-B326-4C1812B98C2A}"/>
              </a:ext>
            </a:extLst>
          </p:cNvPr>
          <p:cNvSpPr txBox="1"/>
          <p:nvPr/>
        </p:nvSpPr>
        <p:spPr>
          <a:xfrm>
            <a:off x="173737" y="111643"/>
            <a:ext cx="6097218" cy="584775"/>
          </a:xfrm>
          <a:prstGeom prst="rect">
            <a:avLst/>
          </a:prstGeom>
          <a:noFill/>
        </p:spPr>
        <p:txBody>
          <a:bodyPr wrap="square">
            <a:spAutoFit/>
          </a:bodyPr>
          <a:lstStyle/>
          <a:p>
            <a:pPr algn="l">
              <a:spcBef>
                <a:spcPts val="1800"/>
              </a:spcBef>
              <a:spcAft>
                <a:spcPts val="600"/>
              </a:spcAft>
              <a:buNone/>
            </a:pPr>
            <a:r>
              <a:rPr lang="en-GB" sz="3200" i="0" dirty="0">
                <a:solidFill>
                  <a:srgbClr val="222222"/>
                </a:solidFill>
                <a:effectLst/>
                <a:latin typeface="Arial" panose="020B0604020202020204" pitchFamily="34" charset="0"/>
                <a:cs typeface="Arial" panose="020B0604020202020204" pitchFamily="34" charset="0"/>
              </a:rPr>
              <a:t>Clinical utility</a:t>
            </a:r>
          </a:p>
        </p:txBody>
      </p:sp>
      <p:sp>
        <p:nvSpPr>
          <p:cNvPr id="8" name="TextBox 7">
            <a:extLst>
              <a:ext uri="{FF2B5EF4-FFF2-40B4-BE49-F238E27FC236}">
                <a16:creationId xmlns:a16="http://schemas.microsoft.com/office/drawing/2014/main" id="{829BC323-9CCB-C2E8-666B-FD2F963C0AA4}"/>
              </a:ext>
            </a:extLst>
          </p:cNvPr>
          <p:cNvSpPr txBox="1"/>
          <p:nvPr/>
        </p:nvSpPr>
        <p:spPr>
          <a:xfrm>
            <a:off x="9213448" y="6206660"/>
            <a:ext cx="2790610" cy="461665"/>
          </a:xfrm>
          <a:prstGeom prst="rect">
            <a:avLst/>
          </a:prstGeom>
          <a:noFill/>
        </p:spPr>
        <p:txBody>
          <a:bodyPr wrap="square">
            <a:spAutoFit/>
          </a:bodyPr>
          <a:lstStyle/>
          <a:p>
            <a:r>
              <a:rPr lang="en-GB" sz="800" b="0" i="0" dirty="0" err="1">
                <a:solidFill>
                  <a:srgbClr val="222222"/>
                </a:solidFill>
                <a:effectLst/>
                <a:latin typeface="-apple-system"/>
              </a:rPr>
              <a:t>Kullo</a:t>
            </a:r>
            <a:r>
              <a:rPr lang="en-GB" sz="800" b="0" i="0" dirty="0">
                <a:solidFill>
                  <a:srgbClr val="222222"/>
                </a:solidFill>
                <a:effectLst/>
                <a:latin typeface="-apple-system"/>
              </a:rPr>
              <a:t>, I.J. Clinical use of polygenic risk scores: current status, barriers and future directions. </a:t>
            </a:r>
            <a:r>
              <a:rPr lang="en-GB" sz="800" b="0" i="1" dirty="0">
                <a:solidFill>
                  <a:srgbClr val="222222"/>
                </a:solidFill>
                <a:effectLst/>
                <a:latin typeface="-apple-system"/>
              </a:rPr>
              <a:t>Nat Rev Genet</a:t>
            </a:r>
            <a:r>
              <a:rPr lang="en-GB" sz="800" b="0" i="0" dirty="0">
                <a:solidFill>
                  <a:srgbClr val="222222"/>
                </a:solidFill>
                <a:effectLst/>
                <a:latin typeface="-apple-system"/>
              </a:rPr>
              <a:t> (2025). https://doi.org/10.1038/s41576-025-00900-8</a:t>
            </a:r>
            <a:endParaRPr lang="en-DE" sz="800" dirty="0"/>
          </a:p>
        </p:txBody>
      </p:sp>
      <p:pic>
        <p:nvPicPr>
          <p:cNvPr id="3074" name="Picture 2" descr="Fig. 3">
            <a:extLst>
              <a:ext uri="{FF2B5EF4-FFF2-40B4-BE49-F238E27FC236}">
                <a16:creationId xmlns:a16="http://schemas.microsoft.com/office/drawing/2014/main" id="{06111535-B5E7-8879-DC15-83B767D34D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23375" y="0"/>
            <a:ext cx="6003925"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146110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platzhalter 14">
            <a:extLst>
              <a:ext uri="{FF2B5EF4-FFF2-40B4-BE49-F238E27FC236}">
                <a16:creationId xmlns:a16="http://schemas.microsoft.com/office/drawing/2014/main" id="{C71C2824-B117-0D45-9D5A-80F61C83CEDE}"/>
              </a:ext>
            </a:extLst>
          </p:cNvPr>
          <p:cNvSpPr>
            <a:spLocks noGrp="1"/>
          </p:cNvSpPr>
          <p:nvPr>
            <p:ph type="body" sz="quarter" idx="10"/>
          </p:nvPr>
        </p:nvSpPr>
        <p:spPr>
          <a:xfrm>
            <a:off x="1141200" y="1598400"/>
            <a:ext cx="7200000" cy="707886"/>
          </a:xfrm>
        </p:spPr>
        <p:txBody>
          <a:bodyPr/>
          <a:lstStyle/>
          <a:p>
            <a:r>
              <a:rPr lang="en-US" dirty="0"/>
              <a:t>3</a:t>
            </a:r>
          </a:p>
        </p:txBody>
      </p:sp>
      <p:sp>
        <p:nvSpPr>
          <p:cNvPr id="17" name="Textplatzhalter 16">
            <a:extLst>
              <a:ext uri="{FF2B5EF4-FFF2-40B4-BE49-F238E27FC236}">
                <a16:creationId xmlns:a16="http://schemas.microsoft.com/office/drawing/2014/main" id="{6636A809-B452-D846-9163-71D92F1C39EE}"/>
              </a:ext>
            </a:extLst>
          </p:cNvPr>
          <p:cNvSpPr>
            <a:spLocks noGrp="1"/>
          </p:cNvSpPr>
          <p:nvPr>
            <p:ph type="body" sz="quarter" idx="11"/>
          </p:nvPr>
        </p:nvSpPr>
        <p:spPr>
          <a:xfrm>
            <a:off x="1141200" y="2538000"/>
            <a:ext cx="7200000" cy="707886"/>
          </a:xfrm>
        </p:spPr>
        <p:txBody>
          <a:bodyPr/>
          <a:lstStyle/>
          <a:p>
            <a:r>
              <a:rPr lang="en-US" dirty="0"/>
              <a:t>Polygenic scores</a:t>
            </a:r>
          </a:p>
        </p:txBody>
      </p:sp>
      <p:sp>
        <p:nvSpPr>
          <p:cNvPr id="4" name="Textplatzhalter 14">
            <a:extLst>
              <a:ext uri="{FF2B5EF4-FFF2-40B4-BE49-F238E27FC236}">
                <a16:creationId xmlns:a16="http://schemas.microsoft.com/office/drawing/2014/main" id="{0E876D97-6609-481A-A5EE-CC2D60129921}"/>
              </a:ext>
            </a:extLst>
          </p:cNvPr>
          <p:cNvSpPr txBox="1">
            <a:spLocks/>
          </p:cNvSpPr>
          <p:nvPr/>
        </p:nvSpPr>
        <p:spPr>
          <a:xfrm>
            <a:off x="1141200" y="3514855"/>
            <a:ext cx="7200000" cy="584775"/>
          </a:xfrm>
          <a:prstGeom prst="rect">
            <a:avLst/>
          </a:prstGeom>
        </p:spPr>
        <p:txBody>
          <a:bodyPr lIns="90000" rIns="90000">
            <a:spAutoFit/>
          </a:bodyPr>
          <a:lstStyle>
            <a:lvl1pPr marL="0" indent="0" algn="l" defTabSz="914400" rtl="0" eaLnBrk="1" latinLnBrk="0" hangingPunct="1">
              <a:lnSpc>
                <a:spcPct val="100000"/>
              </a:lnSpc>
              <a:spcBef>
                <a:spcPts val="0"/>
              </a:spcBef>
              <a:spcAft>
                <a:spcPts val="2200"/>
              </a:spcAft>
              <a:buFont typeface="Arial" panose="020B0604020202020204" pitchFamily="34" charset="0"/>
              <a:buNone/>
              <a:tabLst/>
              <a:defRPr sz="4000" b="0" i="0" kern="1200" baseline="0">
                <a:solidFill>
                  <a:schemeClr val="bg1"/>
                </a:solidFill>
                <a:latin typeface="Arial" panose="020B0604020202020204" pitchFamily="34" charset="0"/>
                <a:ea typeface="+mn-ea"/>
                <a:cs typeface="Arial" panose="020B0604020202020204" pitchFamily="34" charset="0"/>
              </a:defRPr>
            </a:lvl1pPr>
            <a:lvl2pPr marL="358775" indent="-206375" algn="l" defTabSz="914400" rtl="0" eaLnBrk="1" latinLnBrk="0" hangingPunct="1">
              <a:lnSpc>
                <a:spcPct val="100000"/>
              </a:lnSpc>
              <a:spcBef>
                <a:spcPts val="600"/>
              </a:spcBef>
              <a:spcAft>
                <a:spcPts val="1000"/>
              </a:spcAft>
              <a:buFont typeface="Arial" panose="020B0604020202020204" pitchFamily="34" charset="0"/>
              <a:buChar char="•"/>
              <a:tabLst/>
              <a:defRPr sz="1400" b="0" i="0" kern="1200" baseline="0">
                <a:solidFill>
                  <a:schemeClr val="tx1"/>
                </a:solidFill>
                <a:latin typeface="Arial" panose="020B0604020202020204" pitchFamily="34" charset="0"/>
                <a:ea typeface="+mn-ea"/>
                <a:cs typeface="Arial" panose="020B0604020202020204" pitchFamily="34" charset="0"/>
              </a:defRPr>
            </a:lvl2pPr>
            <a:lvl3pPr marL="0" indent="0" algn="l" defTabSz="914400" rtl="0" eaLnBrk="1" latinLnBrk="0" hangingPunct="1">
              <a:lnSpc>
                <a:spcPct val="100000"/>
              </a:lnSpc>
              <a:spcBef>
                <a:spcPts val="0"/>
              </a:spcBef>
              <a:spcAft>
                <a:spcPts val="1000"/>
              </a:spcAft>
              <a:buFont typeface="Arial" panose="020B0604020202020204" pitchFamily="34" charset="0"/>
              <a:buChar char="•"/>
              <a:tabLst/>
              <a:defRPr sz="1400" b="0" i="0" kern="1200" baseline="0">
                <a:solidFill>
                  <a:schemeClr val="tx1"/>
                </a:solidFill>
                <a:latin typeface="Arial" panose="020B0604020202020204" pitchFamily="34" charset="0"/>
                <a:ea typeface="+mn-ea"/>
                <a:cs typeface="Arial" panose="020B0604020202020204" pitchFamily="34" charset="0"/>
              </a:defRPr>
            </a:lvl3pPr>
            <a:lvl4pPr marL="7938" indent="0" algn="l" defTabSz="914400" rtl="0" eaLnBrk="1" latinLnBrk="0" hangingPunct="1">
              <a:lnSpc>
                <a:spcPct val="90000"/>
              </a:lnSpc>
              <a:spcBef>
                <a:spcPts val="500"/>
              </a:spcBef>
              <a:buFont typeface="Arial" panose="020B0604020202020204" pitchFamily="34" charset="0"/>
              <a:buChar char="•"/>
              <a:tabLst/>
              <a:defRPr sz="1400" kern="1200" baseline="0">
                <a:solidFill>
                  <a:schemeClr val="tx1"/>
                </a:solidFill>
                <a:latin typeface="Arial" panose="020B0604020202020204" pitchFamily="34" charset="0"/>
                <a:ea typeface="+mn-ea"/>
                <a:cs typeface="+mn-cs"/>
              </a:defRPr>
            </a:lvl4pPr>
            <a:lvl5pPr marL="223838" indent="-215900" algn="l" defTabSz="914400" rtl="0" eaLnBrk="1" latinLnBrk="0" hangingPunct="1">
              <a:lnSpc>
                <a:spcPct val="100000"/>
              </a:lnSpc>
              <a:spcBef>
                <a:spcPts val="0"/>
              </a:spcBef>
              <a:spcAft>
                <a:spcPts val="1000"/>
              </a:spcAft>
              <a:buClr>
                <a:schemeClr val="accent2"/>
              </a:buClr>
              <a:buFont typeface="+mj-lt"/>
              <a:buAutoNum type="arabicPeriod"/>
              <a:tabLst/>
              <a:defRPr sz="1400" b="0" i="0" kern="1200" baseline="0">
                <a:solidFill>
                  <a:schemeClr val="tx1"/>
                </a:solidFill>
                <a:latin typeface="Arial" panose="020B0604020202020204" pitchFamily="34" charset="0"/>
                <a:ea typeface="+mn-ea"/>
                <a:cs typeface="Arial" panose="020B0604020202020204" pitchFamily="34" charset="0"/>
              </a:defRPr>
            </a:lvl5pPr>
            <a:lvl6pPr marL="223838" indent="-215900" algn="l" defTabSz="914400" rtl="0" eaLnBrk="1" latinLnBrk="0" hangingPunct="1">
              <a:lnSpc>
                <a:spcPct val="100000"/>
              </a:lnSpc>
              <a:spcBef>
                <a:spcPts val="600"/>
              </a:spcBef>
              <a:spcAft>
                <a:spcPts val="1000"/>
              </a:spcAft>
              <a:buClr>
                <a:schemeClr val="accent2"/>
              </a:buClr>
              <a:buFont typeface="+mj-lt"/>
              <a:buAutoNum type="alphaLcPeriod"/>
              <a:tabLst/>
              <a:defRPr sz="1400" b="0" i="0" kern="1200">
                <a:solidFill>
                  <a:schemeClr val="tx1"/>
                </a:solidFill>
                <a:latin typeface="Arial" panose="020B0604020202020204" pitchFamily="34" charset="0"/>
                <a:ea typeface="+mn-ea"/>
                <a:cs typeface="Arial" panose="020B0604020202020204" pitchFamily="34" charset="0"/>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2200"/>
              </a:spcAft>
              <a:buClrTx/>
              <a:buSzTx/>
              <a:buFont typeface="Arial" panose="020B0604020202020204" pitchFamily="34" charset="0"/>
              <a:buNone/>
              <a:tabLst/>
              <a:defRPr/>
            </a:pPr>
            <a:r>
              <a:rPr kumimoji="0" lang="en-US" sz="32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3.5</a:t>
            </a:r>
          </a:p>
        </p:txBody>
      </p:sp>
      <p:sp>
        <p:nvSpPr>
          <p:cNvPr id="5" name="Textplatzhalter 16">
            <a:extLst>
              <a:ext uri="{FF2B5EF4-FFF2-40B4-BE49-F238E27FC236}">
                <a16:creationId xmlns:a16="http://schemas.microsoft.com/office/drawing/2014/main" id="{E22DF69C-3F94-4F1A-9617-500A1D26D897}"/>
              </a:ext>
            </a:extLst>
          </p:cNvPr>
          <p:cNvSpPr txBox="1">
            <a:spLocks/>
          </p:cNvSpPr>
          <p:nvPr/>
        </p:nvSpPr>
        <p:spPr>
          <a:xfrm>
            <a:off x="1141200" y="4099630"/>
            <a:ext cx="7200000" cy="584775"/>
          </a:xfrm>
          <a:prstGeom prst="rect">
            <a:avLst/>
          </a:prstGeom>
        </p:spPr>
        <p:txBody>
          <a:bodyPr lIns="90000" rIns="90000">
            <a:spAutoFit/>
          </a:bodyPr>
          <a:lstStyle>
            <a:lvl1pPr marL="0" indent="0" algn="l" defTabSz="914400" rtl="0" eaLnBrk="1" latinLnBrk="0" hangingPunct="1">
              <a:lnSpc>
                <a:spcPct val="100000"/>
              </a:lnSpc>
              <a:spcBef>
                <a:spcPts val="0"/>
              </a:spcBef>
              <a:spcAft>
                <a:spcPts val="2200"/>
              </a:spcAft>
              <a:buFont typeface="Arial" panose="020B0604020202020204" pitchFamily="34" charset="0"/>
              <a:buNone/>
              <a:tabLst/>
              <a:defRPr sz="4000" b="0" i="0" kern="1200" baseline="0">
                <a:solidFill>
                  <a:schemeClr val="bg1"/>
                </a:solidFill>
                <a:latin typeface="Arial" panose="020B0604020202020204" pitchFamily="34" charset="0"/>
                <a:ea typeface="+mn-ea"/>
                <a:cs typeface="Arial" panose="020B0604020202020204" pitchFamily="34" charset="0"/>
              </a:defRPr>
            </a:lvl1pPr>
            <a:lvl2pPr marL="358775" indent="-206375" algn="l" defTabSz="914400" rtl="0" eaLnBrk="1" latinLnBrk="0" hangingPunct="1">
              <a:lnSpc>
                <a:spcPct val="100000"/>
              </a:lnSpc>
              <a:spcBef>
                <a:spcPts val="600"/>
              </a:spcBef>
              <a:spcAft>
                <a:spcPts val="1000"/>
              </a:spcAft>
              <a:buFont typeface="Arial" panose="020B0604020202020204" pitchFamily="34" charset="0"/>
              <a:buChar char="•"/>
              <a:tabLst/>
              <a:defRPr sz="1400" b="0" i="0" kern="1200" baseline="0">
                <a:solidFill>
                  <a:schemeClr val="tx1"/>
                </a:solidFill>
                <a:latin typeface="Arial" panose="020B0604020202020204" pitchFamily="34" charset="0"/>
                <a:ea typeface="+mn-ea"/>
                <a:cs typeface="Arial" panose="020B0604020202020204" pitchFamily="34" charset="0"/>
              </a:defRPr>
            </a:lvl2pPr>
            <a:lvl3pPr marL="0" indent="0" algn="l" defTabSz="914400" rtl="0" eaLnBrk="1" latinLnBrk="0" hangingPunct="1">
              <a:lnSpc>
                <a:spcPct val="100000"/>
              </a:lnSpc>
              <a:spcBef>
                <a:spcPts val="0"/>
              </a:spcBef>
              <a:spcAft>
                <a:spcPts val="1000"/>
              </a:spcAft>
              <a:buFont typeface="Arial" panose="020B0604020202020204" pitchFamily="34" charset="0"/>
              <a:buChar char="•"/>
              <a:tabLst/>
              <a:defRPr sz="1400" b="0" i="0" kern="1200" baseline="0">
                <a:solidFill>
                  <a:schemeClr val="tx1"/>
                </a:solidFill>
                <a:latin typeface="Arial" panose="020B0604020202020204" pitchFamily="34" charset="0"/>
                <a:ea typeface="+mn-ea"/>
                <a:cs typeface="Arial" panose="020B0604020202020204" pitchFamily="34" charset="0"/>
              </a:defRPr>
            </a:lvl3pPr>
            <a:lvl4pPr marL="7938" indent="0" algn="l" defTabSz="914400" rtl="0" eaLnBrk="1" latinLnBrk="0" hangingPunct="1">
              <a:lnSpc>
                <a:spcPct val="90000"/>
              </a:lnSpc>
              <a:spcBef>
                <a:spcPts val="500"/>
              </a:spcBef>
              <a:buFont typeface="Arial" panose="020B0604020202020204" pitchFamily="34" charset="0"/>
              <a:buChar char="•"/>
              <a:tabLst/>
              <a:defRPr sz="1400" kern="1200" baseline="0">
                <a:solidFill>
                  <a:schemeClr val="tx1"/>
                </a:solidFill>
                <a:latin typeface="Arial" panose="020B0604020202020204" pitchFamily="34" charset="0"/>
                <a:ea typeface="+mn-ea"/>
                <a:cs typeface="+mn-cs"/>
              </a:defRPr>
            </a:lvl4pPr>
            <a:lvl5pPr marL="223838" indent="-215900" algn="l" defTabSz="914400" rtl="0" eaLnBrk="1" latinLnBrk="0" hangingPunct="1">
              <a:lnSpc>
                <a:spcPct val="100000"/>
              </a:lnSpc>
              <a:spcBef>
                <a:spcPts val="0"/>
              </a:spcBef>
              <a:spcAft>
                <a:spcPts val="1000"/>
              </a:spcAft>
              <a:buClr>
                <a:schemeClr val="accent2"/>
              </a:buClr>
              <a:buFont typeface="+mj-lt"/>
              <a:buAutoNum type="arabicPeriod"/>
              <a:tabLst/>
              <a:defRPr sz="1400" b="0" i="0" kern="1200" baseline="0">
                <a:solidFill>
                  <a:schemeClr val="tx1"/>
                </a:solidFill>
                <a:latin typeface="Arial" panose="020B0604020202020204" pitchFamily="34" charset="0"/>
                <a:ea typeface="+mn-ea"/>
                <a:cs typeface="Arial" panose="020B0604020202020204" pitchFamily="34" charset="0"/>
              </a:defRPr>
            </a:lvl5pPr>
            <a:lvl6pPr marL="223838" indent="-215900" algn="l" defTabSz="914400" rtl="0" eaLnBrk="1" latinLnBrk="0" hangingPunct="1">
              <a:lnSpc>
                <a:spcPct val="100000"/>
              </a:lnSpc>
              <a:spcBef>
                <a:spcPts val="600"/>
              </a:spcBef>
              <a:spcAft>
                <a:spcPts val="1000"/>
              </a:spcAft>
              <a:buClr>
                <a:schemeClr val="accent2"/>
              </a:buClr>
              <a:buFont typeface="+mj-lt"/>
              <a:buAutoNum type="alphaLcPeriod"/>
              <a:tabLst/>
              <a:defRPr sz="1400" b="0" i="0" kern="1200">
                <a:solidFill>
                  <a:schemeClr val="tx1"/>
                </a:solidFill>
                <a:latin typeface="Arial" panose="020B0604020202020204" pitchFamily="34" charset="0"/>
                <a:ea typeface="+mn-ea"/>
                <a:cs typeface="Arial" panose="020B0604020202020204" pitchFamily="34" charset="0"/>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2200"/>
              </a:spcAft>
              <a:buClrTx/>
              <a:buSzTx/>
              <a:buFont typeface="Arial" panose="020B0604020202020204" pitchFamily="34" charset="0"/>
              <a:buNone/>
              <a:tabLst/>
              <a:defRPr/>
            </a:pPr>
            <a:r>
              <a:rPr kumimoji="0" lang="en-US" sz="32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Limitations</a:t>
            </a:r>
          </a:p>
        </p:txBody>
      </p:sp>
    </p:spTree>
    <p:extLst>
      <p:ext uri="{BB962C8B-B14F-4D97-AF65-F5344CB8AC3E}">
        <p14:creationId xmlns:p14="http://schemas.microsoft.com/office/powerpoint/2010/main" val="259741842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243696B2-FC7B-1446-B3A5-F473E930953E}"/>
              </a:ext>
            </a:extLst>
          </p:cNvPr>
          <p:cNvSpPr>
            <a:spLocks noGrp="1"/>
          </p:cNvSpPr>
          <p:nvPr>
            <p:ph type="body" sz="quarter" idx="10"/>
          </p:nvPr>
        </p:nvSpPr>
        <p:spPr>
          <a:xfrm>
            <a:off x="713497" y="461098"/>
            <a:ext cx="10080000" cy="584775"/>
          </a:xfrm>
        </p:spPr>
        <p:txBody>
          <a:bodyPr/>
          <a:lstStyle/>
          <a:p>
            <a:r>
              <a:rPr lang="en-US" dirty="0"/>
              <a:t>Limitations of PGS</a:t>
            </a:r>
          </a:p>
        </p:txBody>
      </p:sp>
      <p:sp>
        <p:nvSpPr>
          <p:cNvPr id="5" name="TextBox 4">
            <a:extLst>
              <a:ext uri="{FF2B5EF4-FFF2-40B4-BE49-F238E27FC236}">
                <a16:creationId xmlns:a16="http://schemas.microsoft.com/office/drawing/2014/main" id="{FE8908F7-8313-4A29-97B5-16B12BDBE8A2}"/>
              </a:ext>
            </a:extLst>
          </p:cNvPr>
          <p:cNvSpPr txBox="1"/>
          <p:nvPr/>
        </p:nvSpPr>
        <p:spPr>
          <a:xfrm>
            <a:off x="713496" y="3478869"/>
            <a:ext cx="11309171" cy="1200329"/>
          </a:xfrm>
          <a:prstGeom prst="rect">
            <a:avLst/>
          </a:prstGeom>
          <a:noFill/>
        </p:spPr>
        <p:txBody>
          <a:bodyPr wrap="square" rtlCol="0">
            <a:spAutoFit/>
          </a:bodyPr>
          <a:lstStyle/>
          <a:p>
            <a:pPr marL="285750" indent="-285750">
              <a:buFont typeface="Arial" panose="020B0604020202020204" pitchFamily="34" charset="0"/>
              <a:buChar char="•"/>
              <a:defRPr/>
            </a:pPr>
            <a:r>
              <a:rPr kumimoji="0" lang="en-US" sz="2400" b="0" i="0" u="none" strike="noStrike" kern="1200" cap="none" spc="0" normalizeH="0" baseline="0" noProof="0" dirty="0">
                <a:ln>
                  <a:noFill/>
                </a:ln>
                <a:solidFill>
                  <a:srgbClr val="000000"/>
                </a:solidFill>
                <a:effectLst/>
                <a:uLnTx/>
                <a:uFillTx/>
                <a:latin typeface="Arial" panose="020B0604020202020204"/>
                <a:sym typeface="Wingdings" panose="05000000000000000000" pitchFamily="2" charset="2"/>
              </a:rPr>
              <a:t>Low predictive power  limited clinical use</a:t>
            </a:r>
          </a:p>
          <a:p>
            <a:pPr marL="285750" indent="-285750">
              <a:buFont typeface="Arial" panose="020B0604020202020204" pitchFamily="34" charset="0"/>
              <a:buChar char="•"/>
              <a:defRPr/>
            </a:pPr>
            <a:r>
              <a:rPr kumimoji="0" lang="en-US" sz="2400" b="0" i="0" u="none" strike="noStrike" kern="1200" cap="none" spc="0" normalizeH="0" baseline="0" noProof="0" dirty="0">
                <a:ln>
                  <a:noFill/>
                </a:ln>
                <a:solidFill>
                  <a:srgbClr val="000000"/>
                </a:solidFill>
                <a:effectLst/>
                <a:uLnTx/>
                <a:uFillTx/>
                <a:latin typeface="Arial" panose="020B0604020202020204"/>
                <a:sym typeface="Wingdings" panose="05000000000000000000" pitchFamily="2" charset="2"/>
              </a:rPr>
              <a:t>Low transferability when target data deviates from original GWAS cohort</a:t>
            </a:r>
            <a:r>
              <a:rPr lang="en-US" sz="2400" dirty="0">
                <a:solidFill>
                  <a:srgbClr val="000000"/>
                </a:solidFill>
                <a:latin typeface="Arial" panose="020B0604020202020204"/>
                <a:sym typeface="Wingdings" panose="05000000000000000000" pitchFamily="2" charset="2"/>
              </a:rPr>
              <a:t> (e.g. different genetic</a:t>
            </a:r>
            <a:r>
              <a:rPr kumimoji="0" lang="en-US" sz="2400" b="0" i="0" u="none" strike="noStrike" kern="1200" cap="none" spc="0" normalizeH="0" baseline="0" noProof="0" dirty="0">
                <a:ln>
                  <a:noFill/>
                </a:ln>
                <a:solidFill>
                  <a:srgbClr val="000000"/>
                </a:solidFill>
                <a:effectLst/>
                <a:uLnTx/>
                <a:uFillTx/>
                <a:latin typeface="Arial" panose="020B0604020202020204"/>
                <a:sym typeface="Wingdings" panose="05000000000000000000" pitchFamily="2" charset="2"/>
              </a:rPr>
              <a:t> ancestry)</a:t>
            </a:r>
          </a:p>
        </p:txBody>
      </p:sp>
      <p:sp>
        <p:nvSpPr>
          <p:cNvPr id="4" name="TextBox 3">
            <a:extLst>
              <a:ext uri="{FF2B5EF4-FFF2-40B4-BE49-F238E27FC236}">
                <a16:creationId xmlns:a16="http://schemas.microsoft.com/office/drawing/2014/main" id="{6A9A5280-76DA-47A9-903A-CFFE0F87FEFE}"/>
              </a:ext>
            </a:extLst>
          </p:cNvPr>
          <p:cNvSpPr txBox="1"/>
          <p:nvPr/>
        </p:nvSpPr>
        <p:spPr>
          <a:xfrm>
            <a:off x="713496" y="1516013"/>
            <a:ext cx="5422995" cy="4616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en-US" sz="2400" dirty="0">
                <a:solidFill>
                  <a:schemeClr val="bg1"/>
                </a:solidFill>
                <a:sym typeface="Wingdings" panose="05000000000000000000" pitchFamily="2" charset="2"/>
              </a:rPr>
              <a:t>No environmental factors considered</a:t>
            </a:r>
          </a:p>
        </p:txBody>
      </p:sp>
      <p:sp>
        <p:nvSpPr>
          <p:cNvPr id="6" name="TextBox 5">
            <a:extLst>
              <a:ext uri="{FF2B5EF4-FFF2-40B4-BE49-F238E27FC236}">
                <a16:creationId xmlns:a16="http://schemas.microsoft.com/office/drawing/2014/main" id="{0CAF388A-E206-4660-8437-A6A89BFBDBC4}"/>
              </a:ext>
            </a:extLst>
          </p:cNvPr>
          <p:cNvSpPr txBox="1"/>
          <p:nvPr/>
        </p:nvSpPr>
        <p:spPr>
          <a:xfrm>
            <a:off x="713496" y="2239288"/>
            <a:ext cx="10606545" cy="4616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defRPr/>
            </a:pPr>
            <a:r>
              <a:rPr lang="en-US" sz="2400" dirty="0">
                <a:solidFill>
                  <a:schemeClr val="bg1"/>
                </a:solidFill>
                <a:sym typeface="Wingdings" panose="05000000000000000000" pitchFamily="2" charset="2"/>
              </a:rPr>
              <a:t>Dependent on homogeneity in base (discovery) and testing (target) samples </a:t>
            </a:r>
          </a:p>
        </p:txBody>
      </p:sp>
      <p:sp>
        <p:nvSpPr>
          <p:cNvPr id="7" name="TextBox 6">
            <a:extLst>
              <a:ext uri="{FF2B5EF4-FFF2-40B4-BE49-F238E27FC236}">
                <a16:creationId xmlns:a16="http://schemas.microsoft.com/office/drawing/2014/main" id="{30161A5E-EE21-4D36-B9D8-E986FF508244}"/>
              </a:ext>
            </a:extLst>
          </p:cNvPr>
          <p:cNvSpPr txBox="1"/>
          <p:nvPr/>
        </p:nvSpPr>
        <p:spPr>
          <a:xfrm>
            <a:off x="713496" y="2962563"/>
            <a:ext cx="8164286" cy="4616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en-US" sz="2400" dirty="0"/>
              <a:t>Predictive power depends on sample size of base dataset</a:t>
            </a:r>
            <a:endParaRPr lang="de-DE" sz="2400" dirty="0"/>
          </a:p>
        </p:txBody>
      </p:sp>
    </p:spTree>
    <p:extLst>
      <p:ext uri="{BB962C8B-B14F-4D97-AF65-F5344CB8AC3E}">
        <p14:creationId xmlns:p14="http://schemas.microsoft.com/office/powerpoint/2010/main" val="2911237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14300-4CC6-C19F-407A-4C65CF46070C}"/>
            </a:ext>
          </a:extLst>
        </p:cNvPr>
        <p:cNvGrpSpPr/>
        <p:nvPr/>
      </p:nvGrpSpPr>
      <p:grpSpPr>
        <a:xfrm>
          <a:off x="0" y="0"/>
          <a:ext cx="0" cy="0"/>
          <a:chOff x="0" y="0"/>
          <a:chExt cx="0" cy="0"/>
        </a:xfrm>
      </p:grpSpPr>
      <p:sp>
        <p:nvSpPr>
          <p:cNvPr id="2" name="Textplatzhalter 1">
            <a:extLst>
              <a:ext uri="{FF2B5EF4-FFF2-40B4-BE49-F238E27FC236}">
                <a16:creationId xmlns:a16="http://schemas.microsoft.com/office/drawing/2014/main" id="{FF9F3123-5F64-FA38-0881-4DD4047B073C}"/>
              </a:ext>
            </a:extLst>
          </p:cNvPr>
          <p:cNvSpPr>
            <a:spLocks noGrp="1"/>
          </p:cNvSpPr>
          <p:nvPr>
            <p:ph type="body" sz="quarter" idx="10"/>
          </p:nvPr>
        </p:nvSpPr>
        <p:spPr>
          <a:xfrm>
            <a:off x="91704" y="270528"/>
            <a:ext cx="11963745" cy="584775"/>
          </a:xfrm>
        </p:spPr>
        <p:txBody>
          <a:bodyPr/>
          <a:lstStyle/>
          <a:p>
            <a:pPr algn="ctr"/>
            <a:r>
              <a:rPr lang="en-GB" dirty="0"/>
              <a:t> Genetic factors that can influence PGS performance</a:t>
            </a:r>
            <a:endParaRPr lang="en-US" dirty="0"/>
          </a:p>
        </p:txBody>
      </p:sp>
      <p:pic>
        <p:nvPicPr>
          <p:cNvPr id="3074" name="Picture 2" descr="Fig. 2">
            <a:extLst>
              <a:ext uri="{FF2B5EF4-FFF2-40B4-BE49-F238E27FC236}">
                <a16:creationId xmlns:a16="http://schemas.microsoft.com/office/drawing/2014/main" id="{C1B3617B-0CAC-D4DB-D83D-01FC9162D9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1105" y="1127827"/>
            <a:ext cx="5496154" cy="5597214"/>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BF558D2E-55F1-3577-F99D-999CC0445A19}"/>
              </a:ext>
            </a:extLst>
          </p:cNvPr>
          <p:cNvSpPr txBox="1"/>
          <p:nvPr/>
        </p:nvSpPr>
        <p:spPr>
          <a:xfrm>
            <a:off x="6598310" y="1690062"/>
            <a:ext cx="5369913" cy="3477875"/>
          </a:xfrm>
          <a:prstGeom prst="rect">
            <a:avLst/>
          </a:prstGeom>
          <a:noFill/>
        </p:spPr>
        <p:txBody>
          <a:bodyPr wrap="square" rtlCol="0">
            <a:spAutoFit/>
          </a:bodyPr>
          <a:lstStyle/>
          <a:p>
            <a:r>
              <a:rPr lang="en-GB" sz="2000" dirty="0"/>
              <a:t>The accuracy of genomic prediction decreases as the genetic distance between the training and target populations increases</a:t>
            </a:r>
          </a:p>
          <a:p>
            <a:endParaRPr lang="en-GB" sz="2000" dirty="0"/>
          </a:p>
          <a:p>
            <a:r>
              <a:rPr lang="en-GB" sz="2000" dirty="0"/>
              <a:t>Genetic factors influencing PGS transferability  across populations:</a:t>
            </a:r>
          </a:p>
          <a:p>
            <a:pPr marL="285750" indent="-285750">
              <a:buFont typeface="Wingdings" panose="05000000000000000000" pitchFamily="2" charset="2"/>
              <a:buChar char="Ø"/>
            </a:pPr>
            <a:r>
              <a:rPr lang="en-GB" sz="2000" dirty="0"/>
              <a:t>differences in genetic heritability</a:t>
            </a:r>
          </a:p>
          <a:p>
            <a:pPr marL="285750" indent="-285750">
              <a:buFont typeface="Wingdings" panose="05000000000000000000" pitchFamily="2" charset="2"/>
              <a:buChar char="Ø"/>
            </a:pPr>
            <a:r>
              <a:rPr lang="en-GB" sz="2000" dirty="0"/>
              <a:t>differences in causal allele(s)</a:t>
            </a:r>
          </a:p>
          <a:p>
            <a:pPr marL="742950" lvl="1" indent="-285750">
              <a:buFont typeface="Wingdings" panose="05000000000000000000" pitchFamily="2" charset="2"/>
              <a:buChar char="Ø"/>
            </a:pPr>
            <a:r>
              <a:rPr lang="en-GB" sz="2000" dirty="0"/>
              <a:t>allelic frequencies</a:t>
            </a:r>
          </a:p>
          <a:p>
            <a:pPr marL="742950" lvl="1" indent="-285750">
              <a:buFont typeface="Wingdings" panose="05000000000000000000" pitchFamily="2" charset="2"/>
              <a:buChar char="Ø"/>
            </a:pPr>
            <a:r>
              <a:rPr lang="en-GB" sz="2000" dirty="0"/>
              <a:t>allelic effect sizes</a:t>
            </a:r>
          </a:p>
          <a:p>
            <a:pPr marL="285750" indent="-285750">
              <a:buFont typeface="Wingdings" panose="05000000000000000000" pitchFamily="2" charset="2"/>
              <a:buChar char="Ø"/>
            </a:pPr>
            <a:r>
              <a:rPr lang="en-GB" sz="2000" dirty="0"/>
              <a:t>differences in LD patterns </a:t>
            </a:r>
            <a:endParaRPr lang="en-DE" sz="2000" dirty="0"/>
          </a:p>
        </p:txBody>
      </p:sp>
      <p:sp>
        <p:nvSpPr>
          <p:cNvPr id="6" name="TextBox 5">
            <a:extLst>
              <a:ext uri="{FF2B5EF4-FFF2-40B4-BE49-F238E27FC236}">
                <a16:creationId xmlns:a16="http://schemas.microsoft.com/office/drawing/2014/main" id="{EDA81665-1214-F179-609C-EA70C02AF3DC}"/>
              </a:ext>
            </a:extLst>
          </p:cNvPr>
          <p:cNvSpPr txBox="1"/>
          <p:nvPr/>
        </p:nvSpPr>
        <p:spPr>
          <a:xfrm>
            <a:off x="7071969" y="6386487"/>
            <a:ext cx="4983480" cy="338554"/>
          </a:xfrm>
          <a:prstGeom prst="rect">
            <a:avLst/>
          </a:prstGeom>
          <a:noFill/>
        </p:spPr>
        <p:txBody>
          <a:bodyPr wrap="square">
            <a:spAutoFit/>
          </a:bodyPr>
          <a:lstStyle/>
          <a:p>
            <a:r>
              <a:rPr lang="en-GB" sz="800" b="0" i="0" dirty="0" err="1">
                <a:solidFill>
                  <a:srgbClr val="222222"/>
                </a:solidFill>
                <a:effectLst/>
                <a:latin typeface="-apple-system"/>
              </a:rPr>
              <a:t>Kachuri</a:t>
            </a:r>
            <a:r>
              <a:rPr lang="en-GB" sz="800" b="0" i="0" dirty="0">
                <a:solidFill>
                  <a:srgbClr val="222222"/>
                </a:solidFill>
                <a:effectLst/>
                <a:latin typeface="-apple-system"/>
              </a:rPr>
              <a:t>, L., Chatterjee, N., </a:t>
            </a:r>
            <a:r>
              <a:rPr lang="en-GB" sz="800" b="0" i="0" dirty="0" err="1">
                <a:solidFill>
                  <a:srgbClr val="222222"/>
                </a:solidFill>
                <a:effectLst/>
                <a:latin typeface="-apple-system"/>
              </a:rPr>
              <a:t>Hirbo</a:t>
            </a:r>
            <a:r>
              <a:rPr lang="en-GB" sz="800" b="0" i="0" dirty="0">
                <a:solidFill>
                  <a:srgbClr val="222222"/>
                </a:solidFill>
                <a:effectLst/>
                <a:latin typeface="-apple-system"/>
              </a:rPr>
              <a:t>, J. </a:t>
            </a:r>
            <a:r>
              <a:rPr lang="en-GB" sz="800" b="0" i="1" dirty="0">
                <a:solidFill>
                  <a:srgbClr val="222222"/>
                </a:solidFill>
                <a:effectLst/>
                <a:latin typeface="-apple-system"/>
              </a:rPr>
              <a:t>et al.</a:t>
            </a:r>
            <a:r>
              <a:rPr lang="en-GB" sz="800" b="0" i="0" dirty="0">
                <a:solidFill>
                  <a:srgbClr val="222222"/>
                </a:solidFill>
                <a:effectLst/>
                <a:latin typeface="-apple-system"/>
              </a:rPr>
              <a:t> Principles and methods for transferring polygenic risk scores across global populations. </a:t>
            </a:r>
            <a:r>
              <a:rPr lang="en-GB" sz="800" b="0" i="1" dirty="0">
                <a:solidFill>
                  <a:srgbClr val="222222"/>
                </a:solidFill>
                <a:effectLst/>
                <a:latin typeface="-apple-system"/>
              </a:rPr>
              <a:t>Nat Rev Genet</a:t>
            </a:r>
            <a:r>
              <a:rPr lang="en-GB" sz="800" b="0" i="0" dirty="0">
                <a:solidFill>
                  <a:srgbClr val="222222"/>
                </a:solidFill>
                <a:effectLst/>
                <a:latin typeface="-apple-system"/>
              </a:rPr>
              <a:t> </a:t>
            </a:r>
            <a:r>
              <a:rPr lang="en-GB" sz="800" b="1" i="0" dirty="0">
                <a:solidFill>
                  <a:srgbClr val="222222"/>
                </a:solidFill>
                <a:effectLst/>
                <a:latin typeface="-apple-system"/>
              </a:rPr>
              <a:t>25</a:t>
            </a:r>
            <a:r>
              <a:rPr lang="en-GB" sz="800" b="0" i="0" dirty="0">
                <a:solidFill>
                  <a:srgbClr val="222222"/>
                </a:solidFill>
                <a:effectLst/>
                <a:latin typeface="-apple-system"/>
              </a:rPr>
              <a:t>, 8–25 (2024). https://doi.org/10.1038/s41576-023-00637-2</a:t>
            </a:r>
            <a:endParaRPr lang="en-DE" sz="800" dirty="0"/>
          </a:p>
        </p:txBody>
      </p:sp>
    </p:spTree>
    <p:extLst>
      <p:ext uri="{BB962C8B-B14F-4D97-AF65-F5344CB8AC3E}">
        <p14:creationId xmlns:p14="http://schemas.microsoft.com/office/powerpoint/2010/main" val="60116653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243696B2-FC7B-1446-B3A5-F473E930953E}"/>
              </a:ext>
            </a:extLst>
          </p:cNvPr>
          <p:cNvSpPr>
            <a:spLocks noGrp="1"/>
          </p:cNvSpPr>
          <p:nvPr>
            <p:ph type="body" sz="quarter" idx="10"/>
          </p:nvPr>
        </p:nvSpPr>
        <p:spPr>
          <a:xfrm>
            <a:off x="713497" y="461098"/>
            <a:ext cx="10080000" cy="584775"/>
          </a:xfrm>
        </p:spPr>
        <p:txBody>
          <a:bodyPr/>
          <a:lstStyle/>
          <a:p>
            <a:r>
              <a:rPr lang="en-US" dirty="0"/>
              <a:t>Trans-ancestry PGS: the European GWAS data bias</a:t>
            </a:r>
          </a:p>
        </p:txBody>
      </p:sp>
      <p:sp>
        <p:nvSpPr>
          <p:cNvPr id="5" name="TextBox 4">
            <a:extLst>
              <a:ext uri="{FF2B5EF4-FFF2-40B4-BE49-F238E27FC236}">
                <a16:creationId xmlns:a16="http://schemas.microsoft.com/office/drawing/2014/main" id="{FE8908F7-8313-4A29-97B5-16B12BDBE8A2}"/>
              </a:ext>
            </a:extLst>
          </p:cNvPr>
          <p:cNvSpPr txBox="1"/>
          <p:nvPr/>
        </p:nvSpPr>
        <p:spPr>
          <a:xfrm>
            <a:off x="713497" y="1516013"/>
            <a:ext cx="10299940" cy="1477328"/>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PGS mainly derived from European populations due to GWAS data availability</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Poor transferability to non-European populations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Non-European PGS are limited due to small sample sizes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Trans-ancestry PGS = active area of research</a:t>
            </a:r>
          </a:p>
          <a:p>
            <a:pPr marR="0" lvl="1" algn="l" defTabSz="914400" rtl="0" eaLnBrk="1" fontAlgn="auto" latinLnBrk="0" hangingPunct="1">
              <a:lnSpc>
                <a:spcPct val="100000"/>
              </a:lnSpc>
              <a:spcBef>
                <a:spcPts val="0"/>
              </a:spcBef>
              <a:spcAft>
                <a:spcPts val="0"/>
              </a:spcAft>
              <a:buClrTx/>
              <a:buSzTx/>
              <a:tabLst/>
              <a:defRPr/>
            </a:pP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sym typeface="Wingdings" panose="05000000000000000000" pitchFamily="2" charset="2"/>
              </a:rPr>
              <a:t> </a:t>
            </a:r>
            <a:r>
              <a:rPr kumimoji="0" lang="en-US" sz="1800" b="0" i="0" u="none" strike="noStrike" kern="1200" cap="none" spc="0" normalizeH="0" baseline="0" noProof="0" dirty="0">
                <a:ln>
                  <a:noFill/>
                </a:ln>
                <a:solidFill>
                  <a:srgbClr val="000000"/>
                </a:solidFill>
                <a:effectLst/>
                <a:uLnTx/>
                <a:uFillTx/>
                <a:latin typeface="Arial" panose="020B0604020202020204"/>
                <a:ea typeface="+mn-ea"/>
                <a:cs typeface="+mn-cs"/>
              </a:rPr>
              <a:t>Decrease health disparities </a:t>
            </a:r>
          </a:p>
        </p:txBody>
      </p:sp>
      <p:pic>
        <p:nvPicPr>
          <p:cNvPr id="8" name="Picture 7">
            <a:extLst>
              <a:ext uri="{FF2B5EF4-FFF2-40B4-BE49-F238E27FC236}">
                <a16:creationId xmlns:a16="http://schemas.microsoft.com/office/drawing/2014/main" id="{559D736C-B042-4A3E-A843-0F78AA3D7DC2}"/>
              </a:ext>
            </a:extLst>
          </p:cNvPr>
          <p:cNvPicPr>
            <a:picLocks noChangeAspect="1"/>
          </p:cNvPicPr>
          <p:nvPr/>
        </p:nvPicPr>
        <p:blipFill rotWithShape="1">
          <a:blip r:embed="rId3"/>
          <a:srcRect l="39649" t="52579" r="37159" b="16855"/>
          <a:stretch/>
        </p:blipFill>
        <p:spPr>
          <a:xfrm>
            <a:off x="7031210" y="2062394"/>
            <a:ext cx="4812033" cy="3963809"/>
          </a:xfrm>
          <a:prstGeom prst="rect">
            <a:avLst/>
          </a:prstGeom>
        </p:spPr>
      </p:pic>
      <p:sp>
        <p:nvSpPr>
          <p:cNvPr id="9" name="TextBox 8">
            <a:extLst>
              <a:ext uri="{FF2B5EF4-FFF2-40B4-BE49-F238E27FC236}">
                <a16:creationId xmlns:a16="http://schemas.microsoft.com/office/drawing/2014/main" id="{2C56DD3D-E6E8-4BD0-BDF4-9D19EA406E23}"/>
              </a:ext>
            </a:extLst>
          </p:cNvPr>
          <p:cNvSpPr txBox="1"/>
          <p:nvPr/>
        </p:nvSpPr>
        <p:spPr>
          <a:xfrm>
            <a:off x="8558528" y="6382954"/>
            <a:ext cx="3284715"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srgbClr val="FFFFFF">
                    <a:lumMod val="65000"/>
                  </a:srgbClr>
                </a:solidFill>
                <a:effectLst/>
                <a:uLnTx/>
                <a:uFillTx/>
                <a:latin typeface="Arial" panose="020B0604020202020204"/>
                <a:ea typeface="+mn-ea"/>
                <a:cs typeface="+mn-cs"/>
              </a:rPr>
              <a:t>Duncan et al. Nat. Comm. 2019</a:t>
            </a:r>
            <a:endParaRPr kumimoji="0" lang="en-DE" sz="1600" b="0" i="1" u="none" strike="noStrike" kern="1200" cap="none" spc="0" normalizeH="0" baseline="0" noProof="0" dirty="0">
              <a:ln>
                <a:noFill/>
              </a:ln>
              <a:solidFill>
                <a:srgbClr val="FFFFFF">
                  <a:lumMod val="65000"/>
                </a:srgbClr>
              </a:solidFill>
              <a:effectLst/>
              <a:uLnTx/>
              <a:uFillTx/>
              <a:latin typeface="Arial" panose="020B0604020202020204"/>
              <a:ea typeface="+mn-ea"/>
              <a:cs typeface="+mn-cs"/>
            </a:endParaRPr>
          </a:p>
        </p:txBody>
      </p:sp>
      <p:pic>
        <p:nvPicPr>
          <p:cNvPr id="4098" name="Picture 2" descr="Fig. 1">
            <a:extLst>
              <a:ext uri="{FF2B5EF4-FFF2-40B4-BE49-F238E27FC236}">
                <a16:creationId xmlns:a16="http://schemas.microsoft.com/office/drawing/2014/main" id="{164B4ECA-ABD1-E215-468E-8D3E1CFF62F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2601" y="3474033"/>
            <a:ext cx="4466948" cy="30781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9849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918ED2-9C62-D428-AA50-15C605ACACDC}"/>
            </a:ext>
          </a:extLst>
        </p:cNvPr>
        <p:cNvGrpSpPr/>
        <p:nvPr/>
      </p:nvGrpSpPr>
      <p:grpSpPr>
        <a:xfrm>
          <a:off x="0" y="0"/>
          <a:ext cx="0" cy="0"/>
          <a:chOff x="0" y="0"/>
          <a:chExt cx="0" cy="0"/>
        </a:xfrm>
      </p:grpSpPr>
      <p:sp>
        <p:nvSpPr>
          <p:cNvPr id="2" name="Textplatzhalter 1">
            <a:extLst>
              <a:ext uri="{FF2B5EF4-FFF2-40B4-BE49-F238E27FC236}">
                <a16:creationId xmlns:a16="http://schemas.microsoft.com/office/drawing/2014/main" id="{C7CB4D66-47F4-7658-EFF8-030ADCDA03A5}"/>
              </a:ext>
            </a:extLst>
          </p:cNvPr>
          <p:cNvSpPr>
            <a:spLocks noGrp="1"/>
          </p:cNvSpPr>
          <p:nvPr>
            <p:ph type="body" sz="quarter" idx="10"/>
          </p:nvPr>
        </p:nvSpPr>
        <p:spPr>
          <a:xfrm>
            <a:off x="91704" y="298450"/>
            <a:ext cx="11963745" cy="584775"/>
          </a:xfrm>
        </p:spPr>
        <p:txBody>
          <a:bodyPr/>
          <a:lstStyle/>
          <a:p>
            <a:pPr algn="ctr"/>
            <a:r>
              <a:rPr lang="en-GB" dirty="0"/>
              <a:t> Methods to improve PRS transferability across populations</a:t>
            </a:r>
            <a:endParaRPr lang="en-US" dirty="0"/>
          </a:p>
        </p:txBody>
      </p:sp>
      <p:sp>
        <p:nvSpPr>
          <p:cNvPr id="4" name="TextBox 3">
            <a:extLst>
              <a:ext uri="{FF2B5EF4-FFF2-40B4-BE49-F238E27FC236}">
                <a16:creationId xmlns:a16="http://schemas.microsoft.com/office/drawing/2014/main" id="{BC0CB2CA-35F4-3AC0-7273-DD9F423C42F4}"/>
              </a:ext>
            </a:extLst>
          </p:cNvPr>
          <p:cNvSpPr txBox="1"/>
          <p:nvPr/>
        </p:nvSpPr>
        <p:spPr>
          <a:xfrm>
            <a:off x="7071969" y="6364542"/>
            <a:ext cx="4983480" cy="461665"/>
          </a:xfrm>
          <a:prstGeom prst="rect">
            <a:avLst/>
          </a:prstGeom>
          <a:noFill/>
        </p:spPr>
        <p:txBody>
          <a:bodyPr wrap="square">
            <a:spAutoFit/>
          </a:bodyPr>
          <a:lstStyle/>
          <a:p>
            <a:r>
              <a:rPr lang="en-GB" sz="800" dirty="0"/>
              <a:t>Yang, S., Ye, X., Ji, X. </a:t>
            </a:r>
            <a:r>
              <a:rPr lang="en-GB" sz="800" i="1" dirty="0"/>
              <a:t>et al.</a:t>
            </a:r>
            <a:r>
              <a:rPr lang="en-GB" sz="800" dirty="0"/>
              <a:t> </a:t>
            </a:r>
            <a:r>
              <a:rPr lang="en-GB" sz="800" dirty="0" err="1"/>
              <a:t>PGSFusion</a:t>
            </a:r>
            <a:r>
              <a:rPr lang="en-GB" sz="800" dirty="0"/>
              <a:t> streamlines polygenic score construction and epidemiological applications in biobank-scale cohorts. </a:t>
            </a:r>
            <a:r>
              <a:rPr lang="en-GB" sz="800" i="1" dirty="0"/>
              <a:t>Genome Med</a:t>
            </a:r>
            <a:r>
              <a:rPr lang="en-GB" sz="800" dirty="0"/>
              <a:t> </a:t>
            </a:r>
            <a:r>
              <a:rPr lang="en-GB" sz="800" b="1" dirty="0"/>
              <a:t>17</a:t>
            </a:r>
            <a:r>
              <a:rPr lang="en-GB" sz="800" dirty="0"/>
              <a:t>, 77 (2025). https://doi.org/10.1186/s13073-025-01505-w</a:t>
            </a:r>
            <a:endParaRPr lang="en-DE" sz="800" dirty="0"/>
          </a:p>
        </p:txBody>
      </p:sp>
      <p:pic>
        <p:nvPicPr>
          <p:cNvPr id="5" name="Picture 4">
            <a:extLst>
              <a:ext uri="{FF2B5EF4-FFF2-40B4-BE49-F238E27FC236}">
                <a16:creationId xmlns:a16="http://schemas.microsoft.com/office/drawing/2014/main" id="{EC1E345C-F879-2426-3248-283FE9971F30}"/>
              </a:ext>
            </a:extLst>
          </p:cNvPr>
          <p:cNvPicPr>
            <a:picLocks noChangeAspect="1"/>
          </p:cNvPicPr>
          <p:nvPr/>
        </p:nvPicPr>
        <p:blipFill>
          <a:blip r:embed="rId3"/>
          <a:stretch>
            <a:fillRect/>
          </a:stretch>
        </p:blipFill>
        <p:spPr>
          <a:xfrm>
            <a:off x="1844581" y="919774"/>
            <a:ext cx="3162741" cy="5182323"/>
          </a:xfrm>
          <a:prstGeom prst="rect">
            <a:avLst/>
          </a:prstGeom>
        </p:spPr>
      </p:pic>
      <p:pic>
        <p:nvPicPr>
          <p:cNvPr id="7" name="Picture 6">
            <a:extLst>
              <a:ext uri="{FF2B5EF4-FFF2-40B4-BE49-F238E27FC236}">
                <a16:creationId xmlns:a16="http://schemas.microsoft.com/office/drawing/2014/main" id="{67A48863-64CE-F615-A220-2E6A6A9706FD}"/>
              </a:ext>
            </a:extLst>
          </p:cNvPr>
          <p:cNvPicPr>
            <a:picLocks noChangeAspect="1"/>
          </p:cNvPicPr>
          <p:nvPr/>
        </p:nvPicPr>
        <p:blipFill>
          <a:blip r:embed="rId4"/>
          <a:stretch>
            <a:fillRect/>
          </a:stretch>
        </p:blipFill>
        <p:spPr>
          <a:xfrm>
            <a:off x="5411506" y="1934327"/>
            <a:ext cx="3124636" cy="3153215"/>
          </a:xfrm>
          <a:prstGeom prst="rect">
            <a:avLst/>
          </a:prstGeom>
        </p:spPr>
      </p:pic>
    </p:spTree>
    <p:extLst>
      <p:ext uri="{BB962C8B-B14F-4D97-AF65-F5344CB8AC3E}">
        <p14:creationId xmlns:p14="http://schemas.microsoft.com/office/powerpoint/2010/main" val="93813381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37F143-97B1-7184-225C-64DE95BAD1FB}"/>
            </a:ext>
          </a:extLst>
        </p:cNvPr>
        <p:cNvGrpSpPr/>
        <p:nvPr/>
      </p:nvGrpSpPr>
      <p:grpSpPr>
        <a:xfrm>
          <a:off x="0" y="0"/>
          <a:ext cx="0" cy="0"/>
          <a:chOff x="0" y="0"/>
          <a:chExt cx="0" cy="0"/>
        </a:xfrm>
      </p:grpSpPr>
      <p:sp>
        <p:nvSpPr>
          <p:cNvPr id="2" name="Textplatzhalter 1">
            <a:extLst>
              <a:ext uri="{FF2B5EF4-FFF2-40B4-BE49-F238E27FC236}">
                <a16:creationId xmlns:a16="http://schemas.microsoft.com/office/drawing/2014/main" id="{506CEF15-5E81-9936-33AE-926A443DA682}"/>
              </a:ext>
            </a:extLst>
          </p:cNvPr>
          <p:cNvSpPr>
            <a:spLocks noGrp="1"/>
          </p:cNvSpPr>
          <p:nvPr>
            <p:ph type="body" sz="quarter" idx="10"/>
          </p:nvPr>
        </p:nvSpPr>
        <p:spPr>
          <a:xfrm>
            <a:off x="91704" y="50609"/>
            <a:ext cx="11963745" cy="1077218"/>
          </a:xfrm>
        </p:spPr>
        <p:txBody>
          <a:bodyPr/>
          <a:lstStyle/>
          <a:p>
            <a:pPr algn="ctr"/>
            <a:r>
              <a:rPr lang="en-GB" dirty="0"/>
              <a:t> Interplay between social, environmental and genetic determinants of health</a:t>
            </a:r>
            <a:endParaRPr lang="en-US" dirty="0"/>
          </a:p>
        </p:txBody>
      </p:sp>
      <p:sp>
        <p:nvSpPr>
          <p:cNvPr id="3" name="TextBox 2">
            <a:extLst>
              <a:ext uri="{FF2B5EF4-FFF2-40B4-BE49-F238E27FC236}">
                <a16:creationId xmlns:a16="http://schemas.microsoft.com/office/drawing/2014/main" id="{B7005463-FDCB-C7AA-FFF7-7AB1037A9F01}"/>
              </a:ext>
            </a:extLst>
          </p:cNvPr>
          <p:cNvSpPr txBox="1"/>
          <p:nvPr/>
        </p:nvSpPr>
        <p:spPr>
          <a:xfrm>
            <a:off x="5807997" y="1494999"/>
            <a:ext cx="6022825" cy="4524315"/>
          </a:xfrm>
          <a:prstGeom prst="rect">
            <a:avLst/>
          </a:prstGeom>
          <a:noFill/>
        </p:spPr>
        <p:txBody>
          <a:bodyPr wrap="square" rtlCol="0">
            <a:spAutoFit/>
          </a:bodyPr>
          <a:lstStyle/>
          <a:p>
            <a:r>
              <a:rPr lang="en-GB" dirty="0"/>
              <a:t>PGS associations can be biased when </a:t>
            </a:r>
            <a:r>
              <a:rPr lang="en-GB" b="1" dirty="0"/>
              <a:t>genetic ancestry, environment and social determinants are correlated</a:t>
            </a:r>
            <a:endParaRPr lang="en-GB" dirty="0"/>
          </a:p>
          <a:p>
            <a:endParaRPr lang="en-GB" dirty="0"/>
          </a:p>
          <a:p>
            <a:r>
              <a:rPr lang="en-GB" dirty="0"/>
              <a:t>This can happen because populations share both:</a:t>
            </a:r>
          </a:p>
          <a:p>
            <a:pPr marL="285750" indent="-285750">
              <a:buFont typeface="Arial" panose="020B0604020202020204" pitchFamily="34" charset="0"/>
              <a:buChar char="•"/>
            </a:pPr>
            <a:r>
              <a:rPr lang="en-GB" dirty="0"/>
              <a:t>demographic history, which shapes allele frequencies and LD patterns</a:t>
            </a:r>
          </a:p>
          <a:p>
            <a:pPr marL="285750" indent="-285750">
              <a:buFont typeface="Arial" panose="020B0604020202020204" pitchFamily="34" charset="0"/>
              <a:buChar char="•"/>
            </a:pPr>
            <a:r>
              <a:rPr lang="en-GB" dirty="0"/>
              <a:t>social history, which shapes exposures such as income, healthcare access and pollution</a:t>
            </a:r>
          </a:p>
          <a:p>
            <a:endParaRPr lang="en-GB" dirty="0"/>
          </a:p>
          <a:p>
            <a:r>
              <a:rPr lang="en-GB" dirty="0"/>
              <a:t>For instance, a PGS may seem associated with asthma, but part of the signal may reflect differences in:</a:t>
            </a:r>
          </a:p>
          <a:p>
            <a:pPr marL="285750" indent="-285750">
              <a:buFont typeface="Arial" panose="020B0604020202020204" pitchFamily="34" charset="0"/>
              <a:buChar char="•"/>
            </a:pPr>
            <a:r>
              <a:rPr lang="en-GB" dirty="0"/>
              <a:t>air pollution exposure</a:t>
            </a:r>
          </a:p>
          <a:p>
            <a:pPr marL="285750" indent="-285750">
              <a:buFont typeface="Arial" panose="020B0604020202020204" pitchFamily="34" charset="0"/>
              <a:buChar char="•"/>
            </a:pPr>
            <a:r>
              <a:rPr lang="en-GB" dirty="0"/>
              <a:t>housing conditions</a:t>
            </a:r>
          </a:p>
          <a:p>
            <a:pPr marL="285750" indent="-285750">
              <a:buFont typeface="Arial" panose="020B0604020202020204" pitchFamily="34" charset="0"/>
              <a:buChar char="•"/>
            </a:pPr>
            <a:r>
              <a:rPr lang="en-GB" dirty="0"/>
              <a:t>smoking exposure</a:t>
            </a:r>
          </a:p>
          <a:p>
            <a:pPr marL="285750" indent="-285750">
              <a:buFont typeface="Arial" panose="020B0604020202020204" pitchFamily="34" charset="0"/>
              <a:buChar char="•"/>
            </a:pPr>
            <a:r>
              <a:rPr lang="en-GB" dirty="0"/>
              <a:t>access to healthcare</a:t>
            </a:r>
          </a:p>
          <a:p>
            <a:pPr marL="285750" indent="-285750">
              <a:buFont typeface="Arial" panose="020B0604020202020204" pitchFamily="34" charset="0"/>
              <a:buChar char="•"/>
            </a:pPr>
            <a:r>
              <a:rPr lang="en-GB" dirty="0"/>
              <a:t>neighbourhood or socioeconomic status</a:t>
            </a:r>
            <a:endParaRPr lang="en-DE" dirty="0"/>
          </a:p>
        </p:txBody>
      </p:sp>
      <p:pic>
        <p:nvPicPr>
          <p:cNvPr id="4098" name="Picture 2" descr="Fig. 3">
            <a:extLst>
              <a:ext uri="{FF2B5EF4-FFF2-40B4-BE49-F238E27FC236}">
                <a16:creationId xmlns:a16="http://schemas.microsoft.com/office/drawing/2014/main" id="{23A0082C-9526-8EE9-AEAA-BDB58AE015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1178" y="1047360"/>
            <a:ext cx="5177345" cy="567956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7C5E1C87-1353-F296-D5F0-D8C62193D4C8}"/>
              </a:ext>
            </a:extLst>
          </p:cNvPr>
          <p:cNvSpPr txBox="1"/>
          <p:nvPr/>
        </p:nvSpPr>
        <p:spPr>
          <a:xfrm>
            <a:off x="7071969" y="6386487"/>
            <a:ext cx="4983480" cy="338554"/>
          </a:xfrm>
          <a:prstGeom prst="rect">
            <a:avLst/>
          </a:prstGeom>
          <a:noFill/>
        </p:spPr>
        <p:txBody>
          <a:bodyPr wrap="square">
            <a:spAutoFit/>
          </a:bodyPr>
          <a:lstStyle/>
          <a:p>
            <a:r>
              <a:rPr lang="en-GB" sz="800" b="0" i="0" dirty="0" err="1">
                <a:solidFill>
                  <a:srgbClr val="222222"/>
                </a:solidFill>
                <a:effectLst/>
                <a:latin typeface="-apple-system"/>
              </a:rPr>
              <a:t>Kachuri</a:t>
            </a:r>
            <a:r>
              <a:rPr lang="en-GB" sz="800" b="0" i="0" dirty="0">
                <a:solidFill>
                  <a:srgbClr val="222222"/>
                </a:solidFill>
                <a:effectLst/>
                <a:latin typeface="-apple-system"/>
              </a:rPr>
              <a:t>, L., Chatterjee, N., </a:t>
            </a:r>
            <a:r>
              <a:rPr lang="en-GB" sz="800" b="0" i="0" dirty="0" err="1">
                <a:solidFill>
                  <a:srgbClr val="222222"/>
                </a:solidFill>
                <a:effectLst/>
                <a:latin typeface="-apple-system"/>
              </a:rPr>
              <a:t>Hirbo</a:t>
            </a:r>
            <a:r>
              <a:rPr lang="en-GB" sz="800" b="0" i="0" dirty="0">
                <a:solidFill>
                  <a:srgbClr val="222222"/>
                </a:solidFill>
                <a:effectLst/>
                <a:latin typeface="-apple-system"/>
              </a:rPr>
              <a:t>, J. </a:t>
            </a:r>
            <a:r>
              <a:rPr lang="en-GB" sz="800" b="0" i="1" dirty="0">
                <a:solidFill>
                  <a:srgbClr val="222222"/>
                </a:solidFill>
                <a:effectLst/>
                <a:latin typeface="-apple-system"/>
              </a:rPr>
              <a:t>et al.</a:t>
            </a:r>
            <a:r>
              <a:rPr lang="en-GB" sz="800" b="0" i="0" dirty="0">
                <a:solidFill>
                  <a:srgbClr val="222222"/>
                </a:solidFill>
                <a:effectLst/>
                <a:latin typeface="-apple-system"/>
              </a:rPr>
              <a:t> Principles and methods for transferring polygenic risk scores across global populations. </a:t>
            </a:r>
            <a:r>
              <a:rPr lang="en-GB" sz="800" b="0" i="1" dirty="0">
                <a:solidFill>
                  <a:srgbClr val="222222"/>
                </a:solidFill>
                <a:effectLst/>
                <a:latin typeface="-apple-system"/>
              </a:rPr>
              <a:t>Nat Rev Genet</a:t>
            </a:r>
            <a:r>
              <a:rPr lang="en-GB" sz="800" b="0" i="0" dirty="0">
                <a:solidFill>
                  <a:srgbClr val="222222"/>
                </a:solidFill>
                <a:effectLst/>
                <a:latin typeface="-apple-system"/>
              </a:rPr>
              <a:t> </a:t>
            </a:r>
            <a:r>
              <a:rPr lang="en-GB" sz="800" b="1" i="0" dirty="0">
                <a:solidFill>
                  <a:srgbClr val="222222"/>
                </a:solidFill>
                <a:effectLst/>
                <a:latin typeface="-apple-system"/>
              </a:rPr>
              <a:t>25</a:t>
            </a:r>
            <a:r>
              <a:rPr lang="en-GB" sz="800" b="0" i="0" dirty="0">
                <a:solidFill>
                  <a:srgbClr val="222222"/>
                </a:solidFill>
                <a:effectLst/>
                <a:latin typeface="-apple-system"/>
              </a:rPr>
              <a:t>, 8–25 (2024). https://doi.org/10.1038/s41576-023-00637-2</a:t>
            </a:r>
            <a:endParaRPr lang="en-DE" sz="800" dirty="0"/>
          </a:p>
        </p:txBody>
      </p:sp>
    </p:spTree>
    <p:extLst>
      <p:ext uri="{BB962C8B-B14F-4D97-AF65-F5344CB8AC3E}">
        <p14:creationId xmlns:p14="http://schemas.microsoft.com/office/powerpoint/2010/main" val="142295918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3C2C17-9E2F-5840-D7BF-8900E63AB2F0}"/>
            </a:ext>
          </a:extLst>
        </p:cNvPr>
        <p:cNvGrpSpPr/>
        <p:nvPr/>
      </p:nvGrpSpPr>
      <p:grpSpPr>
        <a:xfrm>
          <a:off x="0" y="0"/>
          <a:ext cx="0" cy="0"/>
          <a:chOff x="0" y="0"/>
          <a:chExt cx="0" cy="0"/>
        </a:xfrm>
      </p:grpSpPr>
      <p:sp>
        <p:nvSpPr>
          <p:cNvPr id="2" name="Textplatzhalter 1">
            <a:extLst>
              <a:ext uri="{FF2B5EF4-FFF2-40B4-BE49-F238E27FC236}">
                <a16:creationId xmlns:a16="http://schemas.microsoft.com/office/drawing/2014/main" id="{F107B1FD-7432-15CF-D446-8A7F9F409C56}"/>
              </a:ext>
            </a:extLst>
          </p:cNvPr>
          <p:cNvSpPr>
            <a:spLocks noGrp="1"/>
          </p:cNvSpPr>
          <p:nvPr>
            <p:ph type="body" sz="quarter" idx="10"/>
          </p:nvPr>
        </p:nvSpPr>
        <p:spPr>
          <a:xfrm>
            <a:off x="91704" y="50609"/>
            <a:ext cx="11963745" cy="584775"/>
          </a:xfrm>
        </p:spPr>
        <p:txBody>
          <a:bodyPr/>
          <a:lstStyle/>
          <a:p>
            <a:pPr algn="ctr"/>
            <a:r>
              <a:rPr lang="en-GB" dirty="0"/>
              <a:t> Considerations for the assessment of PRS clinical utility</a:t>
            </a:r>
            <a:endParaRPr lang="en-US" dirty="0"/>
          </a:p>
        </p:txBody>
      </p:sp>
      <p:pic>
        <p:nvPicPr>
          <p:cNvPr id="5122" name="Picture 2" descr="figure 4">
            <a:extLst>
              <a:ext uri="{FF2B5EF4-FFF2-40B4-BE49-F238E27FC236}">
                <a16:creationId xmlns:a16="http://schemas.microsoft.com/office/drawing/2014/main" id="{97AE07FA-86F4-22BC-A53A-DDBC0F69DD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9790" y="857478"/>
            <a:ext cx="6524625" cy="577215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1EF1548A-E515-D347-360F-5EC50D74C41F}"/>
              </a:ext>
            </a:extLst>
          </p:cNvPr>
          <p:cNvSpPr txBox="1"/>
          <p:nvPr/>
        </p:nvSpPr>
        <p:spPr>
          <a:xfrm>
            <a:off x="7556602" y="1636824"/>
            <a:ext cx="4498847" cy="3970318"/>
          </a:xfrm>
          <a:prstGeom prst="rect">
            <a:avLst/>
          </a:prstGeom>
          <a:noFill/>
        </p:spPr>
        <p:txBody>
          <a:bodyPr wrap="square" rtlCol="0">
            <a:spAutoFit/>
          </a:bodyPr>
          <a:lstStyle/>
          <a:p>
            <a:pPr marL="342900" indent="-342900">
              <a:buAutoNum type="alphaLcParenR"/>
            </a:pPr>
            <a:r>
              <a:rPr lang="en-GB" dirty="0"/>
              <a:t>Visual representation of the difference between risk prediction and risk stratification. </a:t>
            </a:r>
          </a:p>
          <a:p>
            <a:pPr marL="342900" indent="-342900">
              <a:buAutoNum type="alphaLcParenR"/>
            </a:pPr>
            <a:r>
              <a:rPr lang="en-GB" dirty="0"/>
              <a:t>Model calibration = optimized to maximize the agreement between observed and estimated disease risk in one population (here Population A). The risks for Population B are systematically overestimated.</a:t>
            </a:r>
          </a:p>
          <a:p>
            <a:pPr marL="342900" indent="-342900">
              <a:buAutoNum type="alphaLcParenR"/>
            </a:pPr>
            <a:r>
              <a:rPr lang="en-GB" dirty="0"/>
              <a:t>Cross-population calibration of the PGS distributions: important when selecting a single cut-off to identify individuals as high risk across samples with diverse ancestral backgrounds</a:t>
            </a:r>
            <a:endParaRPr lang="en-DE" dirty="0"/>
          </a:p>
        </p:txBody>
      </p:sp>
      <p:sp>
        <p:nvSpPr>
          <p:cNvPr id="3" name="TextBox 2">
            <a:extLst>
              <a:ext uri="{FF2B5EF4-FFF2-40B4-BE49-F238E27FC236}">
                <a16:creationId xmlns:a16="http://schemas.microsoft.com/office/drawing/2014/main" id="{33E0EB37-A2C4-BBA7-186E-53328128A29F}"/>
              </a:ext>
            </a:extLst>
          </p:cNvPr>
          <p:cNvSpPr txBox="1"/>
          <p:nvPr/>
        </p:nvSpPr>
        <p:spPr>
          <a:xfrm>
            <a:off x="7071969" y="6386487"/>
            <a:ext cx="4983480" cy="338554"/>
          </a:xfrm>
          <a:prstGeom prst="rect">
            <a:avLst/>
          </a:prstGeom>
          <a:noFill/>
        </p:spPr>
        <p:txBody>
          <a:bodyPr wrap="square">
            <a:spAutoFit/>
          </a:bodyPr>
          <a:lstStyle/>
          <a:p>
            <a:r>
              <a:rPr lang="en-GB" sz="800" b="0" i="0" dirty="0" err="1">
                <a:solidFill>
                  <a:srgbClr val="222222"/>
                </a:solidFill>
                <a:effectLst/>
                <a:latin typeface="-apple-system"/>
              </a:rPr>
              <a:t>Kachuri</a:t>
            </a:r>
            <a:r>
              <a:rPr lang="en-GB" sz="800" b="0" i="0" dirty="0">
                <a:solidFill>
                  <a:srgbClr val="222222"/>
                </a:solidFill>
                <a:effectLst/>
                <a:latin typeface="-apple-system"/>
              </a:rPr>
              <a:t>, L., Chatterjee, N., </a:t>
            </a:r>
            <a:r>
              <a:rPr lang="en-GB" sz="800" b="0" i="0" dirty="0" err="1">
                <a:solidFill>
                  <a:srgbClr val="222222"/>
                </a:solidFill>
                <a:effectLst/>
                <a:latin typeface="-apple-system"/>
              </a:rPr>
              <a:t>Hirbo</a:t>
            </a:r>
            <a:r>
              <a:rPr lang="en-GB" sz="800" b="0" i="0" dirty="0">
                <a:solidFill>
                  <a:srgbClr val="222222"/>
                </a:solidFill>
                <a:effectLst/>
                <a:latin typeface="-apple-system"/>
              </a:rPr>
              <a:t>, J. </a:t>
            </a:r>
            <a:r>
              <a:rPr lang="en-GB" sz="800" b="0" i="1" dirty="0">
                <a:solidFill>
                  <a:srgbClr val="222222"/>
                </a:solidFill>
                <a:effectLst/>
                <a:latin typeface="-apple-system"/>
              </a:rPr>
              <a:t>et al.</a:t>
            </a:r>
            <a:r>
              <a:rPr lang="en-GB" sz="800" b="0" i="0" dirty="0">
                <a:solidFill>
                  <a:srgbClr val="222222"/>
                </a:solidFill>
                <a:effectLst/>
                <a:latin typeface="-apple-system"/>
              </a:rPr>
              <a:t> Principles and methods for transferring polygenic risk scores across global populations. </a:t>
            </a:r>
            <a:r>
              <a:rPr lang="en-GB" sz="800" b="0" i="1" dirty="0">
                <a:solidFill>
                  <a:srgbClr val="222222"/>
                </a:solidFill>
                <a:effectLst/>
                <a:latin typeface="-apple-system"/>
              </a:rPr>
              <a:t>Nat Rev Genet</a:t>
            </a:r>
            <a:r>
              <a:rPr lang="en-GB" sz="800" b="0" i="0" dirty="0">
                <a:solidFill>
                  <a:srgbClr val="222222"/>
                </a:solidFill>
                <a:effectLst/>
                <a:latin typeface="-apple-system"/>
              </a:rPr>
              <a:t> </a:t>
            </a:r>
            <a:r>
              <a:rPr lang="en-GB" sz="800" b="1" i="0" dirty="0">
                <a:solidFill>
                  <a:srgbClr val="222222"/>
                </a:solidFill>
                <a:effectLst/>
                <a:latin typeface="-apple-system"/>
              </a:rPr>
              <a:t>25</a:t>
            </a:r>
            <a:r>
              <a:rPr lang="en-GB" sz="800" b="0" i="0" dirty="0">
                <a:solidFill>
                  <a:srgbClr val="222222"/>
                </a:solidFill>
                <a:effectLst/>
                <a:latin typeface="-apple-system"/>
              </a:rPr>
              <a:t>, 8–25 (2024). https://doi.org/10.1038/s41576-023-00637-2</a:t>
            </a:r>
            <a:endParaRPr lang="en-DE" sz="800" dirty="0"/>
          </a:p>
        </p:txBody>
      </p:sp>
    </p:spTree>
    <p:extLst>
      <p:ext uri="{BB962C8B-B14F-4D97-AF65-F5344CB8AC3E}">
        <p14:creationId xmlns:p14="http://schemas.microsoft.com/office/powerpoint/2010/main" val="380307074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E97916-E880-D35F-F29F-3EB818970B8D}"/>
            </a:ext>
          </a:extLst>
        </p:cNvPr>
        <p:cNvGrpSpPr/>
        <p:nvPr/>
      </p:nvGrpSpPr>
      <p:grpSpPr>
        <a:xfrm>
          <a:off x="0" y="0"/>
          <a:ext cx="0" cy="0"/>
          <a:chOff x="0" y="0"/>
          <a:chExt cx="0" cy="0"/>
        </a:xfrm>
      </p:grpSpPr>
      <p:sp>
        <p:nvSpPr>
          <p:cNvPr id="2" name="Textplatzhalter 1">
            <a:extLst>
              <a:ext uri="{FF2B5EF4-FFF2-40B4-BE49-F238E27FC236}">
                <a16:creationId xmlns:a16="http://schemas.microsoft.com/office/drawing/2014/main" id="{7C63903F-F9D7-DA65-CFB4-0CB6B3198B3F}"/>
              </a:ext>
            </a:extLst>
          </p:cNvPr>
          <p:cNvSpPr>
            <a:spLocks noGrp="1"/>
          </p:cNvSpPr>
          <p:nvPr>
            <p:ph type="body" sz="quarter" idx="10"/>
          </p:nvPr>
        </p:nvSpPr>
        <p:spPr>
          <a:xfrm>
            <a:off x="114127" y="356805"/>
            <a:ext cx="11963745" cy="584775"/>
          </a:xfrm>
        </p:spPr>
        <p:txBody>
          <a:bodyPr/>
          <a:lstStyle/>
          <a:p>
            <a:pPr algn="ctr"/>
            <a:r>
              <a:rPr lang="en-GB" dirty="0"/>
              <a:t>Current state-of-the-art of PGS</a:t>
            </a:r>
            <a:endParaRPr lang="en-US" dirty="0"/>
          </a:p>
        </p:txBody>
      </p:sp>
      <p:sp>
        <p:nvSpPr>
          <p:cNvPr id="6" name="TextBox 5">
            <a:extLst>
              <a:ext uri="{FF2B5EF4-FFF2-40B4-BE49-F238E27FC236}">
                <a16:creationId xmlns:a16="http://schemas.microsoft.com/office/drawing/2014/main" id="{BD30834D-D4C8-4D11-6A81-43115731C182}"/>
              </a:ext>
            </a:extLst>
          </p:cNvPr>
          <p:cNvSpPr txBox="1"/>
          <p:nvPr/>
        </p:nvSpPr>
        <p:spPr>
          <a:xfrm>
            <a:off x="583996" y="1545596"/>
            <a:ext cx="11024006" cy="4708981"/>
          </a:xfrm>
          <a:prstGeom prst="rect">
            <a:avLst/>
          </a:prstGeom>
          <a:noFill/>
        </p:spPr>
        <p:txBody>
          <a:bodyPr wrap="square">
            <a:spAutoFit/>
          </a:bodyPr>
          <a:lstStyle/>
          <a:p>
            <a:pPr marL="342900" indent="-342900">
              <a:buAutoNum type="arabicParenR"/>
            </a:pPr>
            <a:r>
              <a:rPr lang="en-GB" sz="2000" dirty="0">
                <a:latin typeface="Arial" panose="020B0604020202020204" pitchFamily="34" charset="0"/>
                <a:cs typeface="Arial" panose="020B0604020202020204" pitchFamily="34" charset="0"/>
              </a:rPr>
              <a:t>Equity across global populations</a:t>
            </a:r>
          </a:p>
          <a:p>
            <a:pPr marL="285750" indent="-285750">
              <a:buFont typeface="Arial" panose="020B0604020202020204" pitchFamily="34" charset="0"/>
              <a:buChar char="•"/>
            </a:pPr>
            <a:r>
              <a:rPr lang="en-GB" sz="2000" b="0" i="0" dirty="0">
                <a:effectLst/>
                <a:latin typeface="Arial" panose="020B0604020202020204" pitchFamily="34" charset="0"/>
                <a:cs typeface="Arial" panose="020B0604020202020204" pitchFamily="34" charset="0"/>
              </a:rPr>
              <a:t>GWAS data generation from global populations needed</a:t>
            </a:r>
          </a:p>
          <a:p>
            <a:pPr marL="285750" indent="-285750">
              <a:buFont typeface="Arial" panose="020B0604020202020204" pitchFamily="34" charset="0"/>
              <a:buChar char="•"/>
            </a:pPr>
            <a:r>
              <a:rPr lang="en-GB" sz="2000" dirty="0">
                <a:latin typeface="Arial" panose="020B0604020202020204" pitchFamily="34" charset="0"/>
                <a:cs typeface="Arial" panose="020B0604020202020204" pitchFamily="34" charset="0"/>
              </a:rPr>
              <a:t>Novel statistical and computational methods needed to improve PGS transferability across populations</a:t>
            </a:r>
          </a:p>
          <a:p>
            <a:pPr marL="285750" indent="-285750">
              <a:buFont typeface="Arial" panose="020B0604020202020204" pitchFamily="34" charset="0"/>
              <a:buChar char="•"/>
            </a:pPr>
            <a:endParaRPr lang="en-GB" sz="2000" b="0" i="0" dirty="0">
              <a:effectLst/>
              <a:latin typeface="Arial" panose="020B0604020202020204" pitchFamily="34" charset="0"/>
              <a:cs typeface="Arial" panose="020B0604020202020204" pitchFamily="34" charset="0"/>
            </a:endParaRPr>
          </a:p>
          <a:p>
            <a:r>
              <a:rPr lang="en-GB" sz="2000" dirty="0">
                <a:latin typeface="Arial" panose="020B0604020202020204" pitchFamily="34" charset="0"/>
                <a:cs typeface="Arial" panose="020B0604020202020204" pitchFamily="34" charset="0"/>
              </a:rPr>
              <a:t>2) Integration of PGS in routine health care</a:t>
            </a:r>
          </a:p>
          <a:p>
            <a:pPr marL="285750" indent="-285750">
              <a:buFont typeface="Arial" panose="020B0604020202020204" pitchFamily="34" charset="0"/>
              <a:buChar char="•"/>
            </a:pPr>
            <a:r>
              <a:rPr lang="en-GB" sz="2000" dirty="0">
                <a:latin typeface="Arial" panose="020B0604020202020204" pitchFamily="34" charset="0"/>
                <a:cs typeface="Arial" panose="020B0604020202020204" pitchFamily="34" charset="0"/>
              </a:rPr>
              <a:t>Combine PGS with environmental established risk factors</a:t>
            </a:r>
          </a:p>
          <a:p>
            <a:pPr marL="285750" indent="-285750">
              <a:buFont typeface="Arial" panose="020B0604020202020204" pitchFamily="34" charset="0"/>
              <a:buChar char="•"/>
            </a:pPr>
            <a:r>
              <a:rPr lang="en-GB" sz="2000" dirty="0">
                <a:latin typeface="Arial" panose="020B0604020202020204" pitchFamily="34" charset="0"/>
                <a:cs typeface="Arial" panose="020B0604020202020204" pitchFamily="34" charset="0"/>
              </a:rPr>
              <a:t>Combine PGS with other data modalities, such as proteomics, metabolomics, imaging and longitudinal EHR data </a:t>
            </a:r>
          </a:p>
          <a:p>
            <a:endParaRPr lang="en-GB" sz="2000" dirty="0">
              <a:latin typeface="Arial" panose="020B0604020202020204" pitchFamily="34" charset="0"/>
              <a:cs typeface="Arial" panose="020B0604020202020204" pitchFamily="34" charset="0"/>
            </a:endParaRPr>
          </a:p>
          <a:p>
            <a:pPr marL="342900" indent="-342900">
              <a:buFont typeface="Wingdings" pitchFamily="2" charset="2"/>
              <a:buChar char="à"/>
            </a:pPr>
            <a:r>
              <a:rPr lang="en-GB" sz="2000" dirty="0">
                <a:latin typeface="Arial" panose="020B0604020202020204" pitchFamily="34" charset="0"/>
                <a:cs typeface="Arial" panose="020B0604020202020204" pitchFamily="34" charset="0"/>
                <a:sym typeface="Wingdings" pitchFamily="2" charset="2"/>
              </a:rPr>
              <a:t>T</a:t>
            </a:r>
            <a:r>
              <a:rPr lang="en-GB" sz="2000" dirty="0">
                <a:latin typeface="Arial" panose="020B0604020202020204" pitchFamily="34" charset="0"/>
                <a:cs typeface="Arial" panose="020B0604020202020204" pitchFamily="34" charset="0"/>
              </a:rPr>
              <a:t>he Polygenic Risk Methods in Diverse Populations (PRIMED) Consortium is developing methods and combining genomic and phenotypic information to improve the use of PGS in diverse populations for:</a:t>
            </a:r>
          </a:p>
          <a:p>
            <a:pPr marL="342900" indent="-342900">
              <a:buFont typeface="Arial" panose="020B0604020202020204" pitchFamily="34" charset="0"/>
              <a:buChar char="•"/>
            </a:pPr>
            <a:r>
              <a:rPr lang="en-GB" sz="2000" dirty="0">
                <a:latin typeface="Arial" panose="020B0604020202020204" pitchFamily="34" charset="0"/>
                <a:cs typeface="Arial" panose="020B0604020202020204" pitchFamily="34" charset="0"/>
              </a:rPr>
              <a:t>Disease risk prediction</a:t>
            </a:r>
          </a:p>
          <a:p>
            <a:pPr marL="342900" indent="-342900">
              <a:buFont typeface="Arial" panose="020B0604020202020204" pitchFamily="34" charset="0"/>
              <a:buChar char="•"/>
            </a:pPr>
            <a:r>
              <a:rPr lang="en-GB" sz="2000" dirty="0">
                <a:latin typeface="Arial" panose="020B0604020202020204" pitchFamily="34" charset="0"/>
                <a:cs typeface="Arial" panose="020B0604020202020204" pitchFamily="34" charset="0"/>
              </a:rPr>
              <a:t>Screening strategies for early interventions</a:t>
            </a:r>
          </a:p>
        </p:txBody>
      </p:sp>
    </p:spTree>
    <p:extLst>
      <p:ext uri="{BB962C8B-B14F-4D97-AF65-F5344CB8AC3E}">
        <p14:creationId xmlns:p14="http://schemas.microsoft.com/office/powerpoint/2010/main" val="15564726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0936820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itle slides">
  <a:themeElements>
    <a:clrScheme name="Helmholtz">
      <a:dk1>
        <a:srgbClr val="000000"/>
      </a:dk1>
      <a:lt1>
        <a:srgbClr val="FFFFFF"/>
      </a:lt1>
      <a:dk2>
        <a:srgbClr val="44546A"/>
      </a:dk2>
      <a:lt2>
        <a:srgbClr val="E7E6E6"/>
      </a:lt2>
      <a:accent1>
        <a:srgbClr val="69005F"/>
      </a:accent1>
      <a:accent2>
        <a:srgbClr val="FF506E"/>
      </a:accent2>
      <a:accent3>
        <a:srgbClr val="002864"/>
      </a:accent3>
      <a:accent4>
        <a:srgbClr val="0059A0"/>
      </a:accent4>
      <a:accent5>
        <a:srgbClr val="000000"/>
      </a:accent5>
      <a:accent6>
        <a:srgbClr val="000000"/>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Agenda slides">
  <a:themeElements>
    <a:clrScheme name="Helmholtz">
      <a:dk1>
        <a:srgbClr val="000000"/>
      </a:dk1>
      <a:lt1>
        <a:srgbClr val="FFFFFF"/>
      </a:lt1>
      <a:dk2>
        <a:srgbClr val="44546A"/>
      </a:dk2>
      <a:lt2>
        <a:srgbClr val="E7E6E6"/>
      </a:lt2>
      <a:accent1>
        <a:srgbClr val="69005F"/>
      </a:accent1>
      <a:accent2>
        <a:srgbClr val="FF506E"/>
      </a:accent2>
      <a:accent3>
        <a:srgbClr val="002864"/>
      </a:accent3>
      <a:accent4>
        <a:srgbClr val="0059A0"/>
      </a:accent4>
      <a:accent5>
        <a:srgbClr val="000000"/>
      </a:accent5>
      <a:accent6>
        <a:srgbClr val="000000"/>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Chapter divider slides">
  <a:themeElements>
    <a:clrScheme name="Helmholtz">
      <a:dk1>
        <a:srgbClr val="000000"/>
      </a:dk1>
      <a:lt1>
        <a:srgbClr val="FFFFFF"/>
      </a:lt1>
      <a:dk2>
        <a:srgbClr val="44546A"/>
      </a:dk2>
      <a:lt2>
        <a:srgbClr val="E7E6E6"/>
      </a:lt2>
      <a:accent1>
        <a:srgbClr val="69005F"/>
      </a:accent1>
      <a:accent2>
        <a:srgbClr val="FF506E"/>
      </a:accent2>
      <a:accent3>
        <a:srgbClr val="002864"/>
      </a:accent3>
      <a:accent4>
        <a:srgbClr val="0059A0"/>
      </a:accent4>
      <a:accent5>
        <a:srgbClr val="000000"/>
      </a:accent5>
      <a:accent6>
        <a:srgbClr val="000000"/>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Content slides">
  <a:themeElements>
    <a:clrScheme name="Helmholtz">
      <a:dk1>
        <a:srgbClr val="000000"/>
      </a:dk1>
      <a:lt1>
        <a:srgbClr val="FFFFFF"/>
      </a:lt1>
      <a:dk2>
        <a:srgbClr val="44546A"/>
      </a:dk2>
      <a:lt2>
        <a:srgbClr val="E7E6E6"/>
      </a:lt2>
      <a:accent1>
        <a:srgbClr val="69005F"/>
      </a:accent1>
      <a:accent2>
        <a:srgbClr val="FF506E"/>
      </a:accent2>
      <a:accent3>
        <a:srgbClr val="002864"/>
      </a:accent3>
      <a:accent4>
        <a:srgbClr val="0059A0"/>
      </a:accent4>
      <a:accent5>
        <a:srgbClr val="000000"/>
      </a:accent5>
      <a:accent6>
        <a:srgbClr val="000000"/>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Thank you slides">
  <a:themeElements>
    <a:clrScheme name="Helmholtz">
      <a:dk1>
        <a:srgbClr val="000000"/>
      </a:dk1>
      <a:lt1>
        <a:srgbClr val="FFFFFF"/>
      </a:lt1>
      <a:dk2>
        <a:srgbClr val="44546A"/>
      </a:dk2>
      <a:lt2>
        <a:srgbClr val="E7E6E6"/>
      </a:lt2>
      <a:accent1>
        <a:srgbClr val="69005F"/>
      </a:accent1>
      <a:accent2>
        <a:srgbClr val="FF506E"/>
      </a:accent2>
      <a:accent3>
        <a:srgbClr val="002864"/>
      </a:accent3>
      <a:accent4>
        <a:srgbClr val="0059A0"/>
      </a:accent4>
      <a:accent5>
        <a:srgbClr val="000000"/>
      </a:accent5>
      <a:accent6>
        <a:srgbClr val="000000"/>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74CA1364034A3145995011023404E6DA" ma:contentTypeVersion="10" ma:contentTypeDescription="Ein neues Dokument erstellen." ma:contentTypeScope="" ma:versionID="dfd0833ba5811404437f9487a617ba27">
  <xsd:schema xmlns:xsd="http://www.w3.org/2001/XMLSchema" xmlns:xs="http://www.w3.org/2001/XMLSchema" xmlns:p="http://schemas.microsoft.com/office/2006/metadata/properties" xmlns:ns3="b1ff1984-d8ec-4eb9-8674-9c4143f79cff" targetNamespace="http://schemas.microsoft.com/office/2006/metadata/properties" ma:root="true" ma:fieldsID="7a8b0246425634c2b59a7b168af3a217" ns3:_="">
    <xsd:import namespace="b1ff1984-d8ec-4eb9-8674-9c4143f79cff"/>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1ff1984-d8ec-4eb9-8674-9c4143f79cf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B4A9C4D-D592-4C45-A88D-D5C8A384E416}">
  <ds:schemaRefs>
    <ds:schemaRef ds:uri="http://schemas.microsoft.com/office/2006/documentManagement/types"/>
    <ds:schemaRef ds:uri="http://schemas.openxmlformats.org/package/2006/metadata/core-properties"/>
    <ds:schemaRef ds:uri="http://schemas.microsoft.com/office/2006/metadata/properties"/>
    <ds:schemaRef ds:uri="http://purl.org/dc/dcmitype/"/>
    <ds:schemaRef ds:uri="http://purl.org/dc/terms/"/>
    <ds:schemaRef ds:uri="http://schemas.microsoft.com/office/infopath/2007/PartnerControls"/>
    <ds:schemaRef ds:uri="b1ff1984-d8ec-4eb9-8674-9c4143f79cff"/>
    <ds:schemaRef ds:uri="http://www.w3.org/XML/1998/namespace"/>
    <ds:schemaRef ds:uri="http://purl.org/dc/elements/1.1/"/>
  </ds:schemaRefs>
</ds:datastoreItem>
</file>

<file path=customXml/itemProps2.xml><?xml version="1.0" encoding="utf-8"?>
<ds:datastoreItem xmlns:ds="http://schemas.openxmlformats.org/officeDocument/2006/customXml" ds:itemID="{2B59E4D8-4AD4-435A-820D-15C1155FF00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1ff1984-d8ec-4eb9-8674-9c4143f79cf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2A8F244-ED53-45D5-83FA-01F90F117FB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16874</TotalTime>
  <Words>4976</Words>
  <Application>Microsoft Macintosh PowerPoint</Application>
  <PresentationFormat>Widescreen</PresentationFormat>
  <Paragraphs>558</Paragraphs>
  <Slides>63</Slides>
  <Notes>45</Notes>
  <HiddenSlides>0</HiddenSlides>
  <MMClips>0</MMClips>
  <ScaleCrop>false</ScaleCrop>
  <HeadingPairs>
    <vt:vector size="6" baseType="variant">
      <vt:variant>
        <vt:lpstr>Fonts Used</vt:lpstr>
      </vt:variant>
      <vt:variant>
        <vt:i4>6</vt:i4>
      </vt:variant>
      <vt:variant>
        <vt:lpstr>Theme</vt:lpstr>
      </vt:variant>
      <vt:variant>
        <vt:i4>6</vt:i4>
      </vt:variant>
      <vt:variant>
        <vt:lpstr>Slide Titles</vt:lpstr>
      </vt:variant>
      <vt:variant>
        <vt:i4>63</vt:i4>
      </vt:variant>
    </vt:vector>
  </HeadingPairs>
  <TitlesOfParts>
    <vt:vector size="75" baseType="lpstr">
      <vt:lpstr>-apple-system</vt:lpstr>
      <vt:lpstr>Arial</vt:lpstr>
      <vt:lpstr>Calibri</vt:lpstr>
      <vt:lpstr>Calibri Light</vt:lpstr>
      <vt:lpstr>Cambria Math</vt:lpstr>
      <vt:lpstr>Wingdings</vt:lpstr>
      <vt:lpstr>Office Theme</vt:lpstr>
      <vt:lpstr>Title slides</vt:lpstr>
      <vt:lpstr>Agenda slides</vt:lpstr>
      <vt:lpstr>Chapter divider slides</vt:lpstr>
      <vt:lpstr>Content slides</vt:lpstr>
      <vt:lpstr>Thank you slides</vt:lpstr>
      <vt:lpstr>Polygenic scores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Deviation from Mendel’s Findings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How to obtain GWAS results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Polygenic scores (PGS)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Polygenic risk scores</dc:title>
  <dc:creator>Arruda,  Ana</dc:creator>
  <cp:lastModifiedBy>Ana Luiza Arruda</cp:lastModifiedBy>
  <cp:revision>287</cp:revision>
  <dcterms:created xsi:type="dcterms:W3CDTF">2022-10-10T11:16:19Z</dcterms:created>
  <dcterms:modified xsi:type="dcterms:W3CDTF">2026-05-24T13:54:17Z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0x01010074CA1364034A3145995011023404E6DA</vt:lpwstr>
  </property>
</Properties>
</file>