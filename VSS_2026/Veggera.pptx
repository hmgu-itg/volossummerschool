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9620-A63D-5037-21FA-DB8B46A7C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B244A-6CAA-81C9-E5F4-DE8CA3C3F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9DCE1-1E8C-FE9A-DAF4-0093B716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D8BB6-68EF-8D60-8471-3560F5CE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382A3-7749-8C80-B7FF-DBCE5106E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79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AF5C8-0B9E-1E2B-FC5B-E1D61857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6C188-7530-90D5-24DF-0D9E7EA24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1168E-66F0-AC34-D652-01C4BBC76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57F3D-714A-6867-2280-810C712DD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5728C-0C36-48D4-0E92-AC6BB7C4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24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23791-0547-F100-DAE2-ADCF1627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0A336-FBD6-81A7-1915-6BAADCA88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73122-C296-6BBB-9125-C272207C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1B990-44AA-7D61-93A8-B06EA6E5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8AF71-3951-078E-A72A-D61570A4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79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160EC-C03D-1768-EFEF-63B709B53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7D7BA-255A-4920-6150-2387FA76B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FD0DD-55E9-90EA-DCF3-2A07A4BA0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49B7-B512-27F0-4B76-6DB8A578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A1CB2-B534-6746-FB6B-50926484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9BC5E-B018-237A-F99A-FD62873B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650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9E43B-3764-34FB-9A6B-531E9D00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03D33-8A3C-F1EF-4AA3-57F00A621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A1A34-B954-01AB-BEB1-774E98613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D87E4C-2754-A0B5-FCBC-E6DBFD660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0F207-9C53-E283-FDA2-5DD3D3CA0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61587-8C60-12F4-6BBA-0BC0B388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07E1C1-6F4A-5DAB-51AD-30E8E7970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DCE649-0734-7757-A5F2-7CC87A71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009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FC017-2A4A-D834-4163-3690F5F2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CAB23-453D-37A3-B094-B514B89E4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E6A38-4D0F-894F-2645-9F37C9D6C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AE28C-18B9-0EDE-8F5F-5057E51F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58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D9DBAE-055A-C5BC-EB33-98FD82DA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3899C-5574-05EB-2E26-01A7847A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15247-6A03-058F-21EF-FA410715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777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96CB-1161-9DF1-BA6D-6D5E37655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9DD8E-0FB2-3BD6-A6F4-6F0BF7E5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A83D8-935B-B6DF-D98B-3C1B4D63F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27B1-A96D-F4D1-B3B7-16F6173A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DC9ED-5215-32EA-B84B-AE726F255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50166-A982-3F1A-CEF0-9074F5C7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81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6E19-AB00-F046-40C2-E47159CE5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044575-3B66-748B-BF19-4343B03F1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41F60-1086-0132-3779-3982EC71B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1E19D-7DA2-62B0-B337-78B83F72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2C575-796E-3667-3EF0-0F6CDFEE4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DDD92-0C00-53DA-2D07-7A327A4F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7333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5698-C1FE-FFC5-487F-1F3C9AD8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1B16E-62C8-AF38-564C-FF7718351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6EBD6-8A47-1914-63A6-608FF6531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E8214-F300-0736-E103-9EBE99BDB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E0340-6B27-D099-A8DD-E9FE8EE0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658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85B054-E2D4-EE91-80A8-E9641436D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72C43-6C3C-4CC0-1020-DD3D701D1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DC00D-0715-2020-284F-8336BE5E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392A9-24A0-D158-818C-79FDC03E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5B1D7-77DB-0DFB-8DFE-9C300AA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64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F7C856-80F8-61C9-BE15-1BA172CF9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71341-EB7C-A832-E07A-5A402AF88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48EF5-D2FF-98F7-B982-3D9E29D6C1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F468B-E0F7-48E5-A196-23F203278214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9BBD6-EAF1-7E08-FD55-2A252AE0D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E9D75-D70C-781D-AA7A-229AA190C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41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5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ΒΕΓΓΕΡΑ">
            <a:extLst>
              <a:ext uri="{FF2B5EF4-FFF2-40B4-BE49-F238E27FC236}">
                <a16:creationId xmlns:a16="http://schemas.microsoft.com/office/drawing/2014/main" id="{E2F585E6-ED6C-188A-ABBE-04ED16751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8" r="23562"/>
          <a:stretch>
            <a:fillRect/>
          </a:stretch>
        </p:blipFill>
        <p:spPr bwMode="auto"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7BFDB5-3FA0-8C64-28FC-A2C3C2882BA1}"/>
              </a:ext>
            </a:extLst>
          </p:cNvPr>
          <p:cNvSpPr txBox="1"/>
          <p:nvPr/>
        </p:nvSpPr>
        <p:spPr>
          <a:xfrm>
            <a:off x="6343650" y="3962400"/>
            <a:ext cx="5505814" cy="1690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ΒΕΓΓΕΡΑ RESTAURANT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ΣΑΡΑΝΤΑΠΟΡΟΥ 39-41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ΒΟΛΟΣ 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ΤΗΛ 2421023123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D3A6CE-612A-1AF0-3AFF-F06C2A343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71" b="-4"/>
          <a:stretch>
            <a:fillRect/>
          </a:stretch>
        </p:blipFill>
        <p:spPr>
          <a:xfrm>
            <a:off x="7653541" y="6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48F368-7640-9BFD-B5FE-A9BF2F45AD3F}"/>
              </a:ext>
            </a:extLst>
          </p:cNvPr>
          <p:cNvSpPr txBox="1"/>
          <p:nvPr/>
        </p:nvSpPr>
        <p:spPr>
          <a:xfrm>
            <a:off x="555171" y="489857"/>
            <a:ext cx="565424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26th of May at 20:00</a:t>
            </a:r>
          </a:p>
        </p:txBody>
      </p:sp>
    </p:spTree>
    <p:extLst>
      <p:ext uri="{BB962C8B-B14F-4D97-AF65-F5344CB8AC3E}">
        <p14:creationId xmlns:p14="http://schemas.microsoft.com/office/powerpoint/2010/main" val="3142940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50B5A-C396-331B-5A7C-DF0153A7A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ΒΕΓΓΕΡΑ">
            <a:extLst>
              <a:ext uri="{FF2B5EF4-FFF2-40B4-BE49-F238E27FC236}">
                <a16:creationId xmlns:a16="http://schemas.microsoft.com/office/drawing/2014/main" id="{65D0B1A6-2537-0BCA-9761-A3455187C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8" r="23562"/>
          <a:stretch>
            <a:fillRect/>
          </a:stretch>
        </p:blipFill>
        <p:spPr bwMode="auto"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DADEDE-6952-602F-24F2-B7862B6D2A37}"/>
              </a:ext>
            </a:extLst>
          </p:cNvPr>
          <p:cNvSpPr txBox="1"/>
          <p:nvPr/>
        </p:nvSpPr>
        <p:spPr>
          <a:xfrm>
            <a:off x="6343650" y="3962400"/>
            <a:ext cx="5505814" cy="1690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VEGGERA RESTAURANT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 err="1">
                <a:latin typeface="+mj-lt"/>
                <a:ea typeface="+mj-ea"/>
                <a:cs typeface="+mj-cs"/>
              </a:rPr>
              <a:t>Sarantaporou</a:t>
            </a:r>
            <a:r>
              <a:rPr lang="en-US" sz="2400" b="1" dirty="0">
                <a:latin typeface="+mj-lt"/>
                <a:ea typeface="+mj-ea"/>
                <a:cs typeface="+mj-cs"/>
              </a:rPr>
              <a:t> 39.-41,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latin typeface="+mj-lt"/>
                <a:ea typeface="+mj-ea"/>
                <a:cs typeface="+mj-cs"/>
              </a:rPr>
              <a:t>Volos</a:t>
            </a:r>
            <a:endParaRPr lang="en-US" sz="2400" b="1" i="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29A984-8929-20C2-FFA0-CC881081CB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71" b="-4"/>
          <a:stretch>
            <a:fillRect/>
          </a:stretch>
        </p:blipFill>
        <p:spPr>
          <a:xfrm>
            <a:off x="7653541" y="6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7F35C3-0F7D-3B89-5921-0165009D92F5}"/>
              </a:ext>
            </a:extLst>
          </p:cNvPr>
          <p:cNvSpPr txBox="1"/>
          <p:nvPr/>
        </p:nvSpPr>
        <p:spPr>
          <a:xfrm>
            <a:off x="555171" y="489857"/>
            <a:ext cx="565424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26th of May at 20:00</a:t>
            </a:r>
          </a:p>
        </p:txBody>
      </p:sp>
    </p:spTree>
    <p:extLst>
      <p:ext uri="{BB962C8B-B14F-4D97-AF65-F5344CB8AC3E}">
        <p14:creationId xmlns:p14="http://schemas.microsoft.com/office/powerpoint/2010/main" val="324492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Konstantinos Hatzikotoulas</dc:creator>
  <cp:lastModifiedBy>Ana Luiza Arruda</cp:lastModifiedBy>
  <cp:revision>4</cp:revision>
  <dcterms:created xsi:type="dcterms:W3CDTF">2025-05-29T07:25:13Z</dcterms:created>
  <dcterms:modified xsi:type="dcterms:W3CDTF">2026-05-26T11:44:54Z</dcterms:modified>
</cp:coreProperties>
</file>