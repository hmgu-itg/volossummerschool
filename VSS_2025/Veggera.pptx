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9620-A63D-5037-21FA-DB8B46A7C9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8B244A-6CAA-81C9-E5F4-DE8CA3C3F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9DCE1-1E8C-FE9A-DAF4-0093B716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D8BB6-68EF-8D60-8471-3560F5CE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382A3-7749-8C80-B7FF-DBCE5106E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790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AF5C8-0B9E-1E2B-FC5B-E1D61857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6C188-7530-90D5-24DF-0D9E7EA24E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1168E-66F0-AC34-D652-01C4BBC76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57F3D-714A-6867-2280-810C712DD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5728C-0C36-48D4-0E92-AC6BB7C4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6246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23791-0547-F100-DAE2-ADCF1627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B0A336-FBD6-81A7-1915-6BAADCA88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73122-C296-6BBB-9125-C272207C2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1B990-44AA-7D61-93A8-B06EA6E51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8AF71-3951-078E-A72A-D61570A4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1791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160EC-C03D-1768-EFEF-63B709B53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7D7BA-255A-4920-6150-2387FA76B3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8FD0DD-55E9-90EA-DCF3-2A07A4BA0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F49B7-B512-27F0-4B76-6DB8A578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5A1CB2-B534-6746-FB6B-509264847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9BC5E-B018-237A-F99A-FD62873B6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0650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9E43B-3764-34FB-9A6B-531E9D00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903D33-8A3C-F1EF-4AA3-57F00A621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2A1A34-B954-01AB-BEB1-774E986130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D87E4C-2754-A0B5-FCBC-E6DBFD660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40F207-9C53-E283-FDA2-5DD3D3CA0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661587-8C60-12F4-6BBA-0BC0B3886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07E1C1-6F4A-5DAB-51AD-30E8E7970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DCE649-0734-7757-A5F2-7CC87A717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2009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FC017-2A4A-D834-4163-3690F5F25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1CAB23-453D-37A3-B094-B514B89E4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E6A38-4D0F-894F-2645-9F37C9D6C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3AE28C-18B9-0EDE-8F5F-5057E51F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589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D9DBAE-055A-C5BC-EB33-98FD82DAD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D3899C-5574-05EB-2E26-01A7847AF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15247-6A03-058F-21EF-FA4107154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77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796CB-1161-9DF1-BA6D-6D5E37655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9DD8E-0FB2-3BD6-A6F4-6F0BF7E5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A83D8-935B-B6DF-D98B-3C1B4D63F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B1-A96D-F4D1-B3B7-16F6173A5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DC9ED-5215-32EA-B84B-AE726F255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50166-A982-3F1A-CEF0-9074F5C7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68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6E19-AB00-F046-40C2-E47159CE5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044575-3B66-748B-BF19-4343B03F15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B41F60-1086-0132-3779-3982EC71B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41E19D-7DA2-62B0-B337-78B83F72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92C575-796E-3667-3EF0-0F6CDFEE4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DDD92-0C00-53DA-2D07-7A327A4F7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7333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E5698-C1FE-FFC5-487F-1F3C9AD8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1B16E-62C8-AF38-564C-FF7718351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6EBD6-8A47-1914-63A6-608FF6531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E8214-F300-0736-E103-9EBE99BDB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AE0340-6B27-D099-A8DD-E9FE8EE0E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658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85B054-E2D4-EE91-80A8-E9641436DC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72C43-6C3C-4CC0-1020-DD3D701D1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1DC00D-0715-2020-284F-8336BE5E7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7392A9-24A0-D158-818C-79FDC03E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F5B1D7-77DB-0DFB-8DFE-9C300AA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645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7C856-80F8-61C9-BE15-1BA172CF9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71341-EB7C-A832-E07A-5A402AF88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48EF5-D2FF-98F7-B982-3D9E29D6C1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6F468B-E0F7-48E5-A196-23F203278214}" type="datetimeFigureOut">
              <a:rPr lang="en-GB" smtClean="0"/>
              <a:t>29/05/2025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9BBD6-EAF1-7E08-FD55-2A252AE0DE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E9D75-D70C-781D-AA7A-229AA190C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80E1B-48C0-4623-9850-991A227F30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0411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FA69AAE0-49D5-4C8B-8BA2-55898C00E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ΒΕΓΓΕΡΑ">
            <a:extLst>
              <a:ext uri="{FF2B5EF4-FFF2-40B4-BE49-F238E27FC236}">
                <a16:creationId xmlns:a16="http://schemas.microsoft.com/office/drawing/2014/main" id="{E2F585E6-ED6C-188A-ABBE-04ED16751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38" r="23562"/>
          <a:stretch>
            <a:fillRect/>
          </a:stretch>
        </p:blipFill>
        <p:spPr bwMode="auto">
          <a:xfrm>
            <a:off x="-4" y="-4"/>
            <a:ext cx="7534640" cy="6857984"/>
          </a:xfrm>
          <a:custGeom>
            <a:avLst/>
            <a:gdLst/>
            <a:ahLst/>
            <a:cxnLst/>
            <a:rect l="l" t="t" r="r" b="b"/>
            <a:pathLst>
              <a:path w="7534640" h="6857984">
                <a:moveTo>
                  <a:pt x="0" y="0"/>
                </a:moveTo>
                <a:lnTo>
                  <a:pt x="7534640" y="0"/>
                </a:lnTo>
                <a:lnTo>
                  <a:pt x="7534640" y="3832811"/>
                </a:lnTo>
                <a:lnTo>
                  <a:pt x="7344853" y="3826712"/>
                </a:lnTo>
                <a:cubicBezTo>
                  <a:pt x="7344853" y="3826712"/>
                  <a:pt x="7341511" y="3826712"/>
                  <a:pt x="7341511" y="3826712"/>
                </a:cubicBezTo>
                <a:cubicBezTo>
                  <a:pt x="7274667" y="3823370"/>
                  <a:pt x="7211169" y="3823370"/>
                  <a:pt x="7144324" y="3820027"/>
                </a:cubicBezTo>
                <a:cubicBezTo>
                  <a:pt x="6913719" y="3820027"/>
                  <a:pt x="6683113" y="3820027"/>
                  <a:pt x="6455848" y="3820027"/>
                </a:cubicBezTo>
                <a:cubicBezTo>
                  <a:pt x="6231926" y="3910265"/>
                  <a:pt x="5987951" y="3833396"/>
                  <a:pt x="5767372" y="3903581"/>
                </a:cubicBezTo>
                <a:cubicBezTo>
                  <a:pt x="5533423" y="3900239"/>
                  <a:pt x="5312845" y="3970423"/>
                  <a:pt x="5082238" y="4000503"/>
                </a:cubicBezTo>
                <a:cubicBezTo>
                  <a:pt x="4908446" y="4013871"/>
                  <a:pt x="4731314" y="3997160"/>
                  <a:pt x="4570892" y="4067345"/>
                </a:cubicBezTo>
                <a:cubicBezTo>
                  <a:pt x="4447233" y="4124161"/>
                  <a:pt x="4350312" y="4197688"/>
                  <a:pt x="4483996" y="4348083"/>
                </a:cubicBezTo>
                <a:cubicBezTo>
                  <a:pt x="4644419" y="4344742"/>
                  <a:pt x="4627708" y="4598742"/>
                  <a:pt x="4788129" y="4561979"/>
                </a:cubicBezTo>
                <a:cubicBezTo>
                  <a:pt x="4754709" y="4678954"/>
                  <a:pt x="4641076" y="4618795"/>
                  <a:pt x="4600971" y="4705690"/>
                </a:cubicBezTo>
                <a:cubicBezTo>
                  <a:pt x="4684524" y="4779217"/>
                  <a:pt x="4844945" y="4725744"/>
                  <a:pt x="4871683" y="4879480"/>
                </a:cubicBezTo>
                <a:cubicBezTo>
                  <a:pt x="4838262" y="5039902"/>
                  <a:pt x="4945210" y="5019849"/>
                  <a:pt x="5032105" y="5029876"/>
                </a:cubicBezTo>
                <a:cubicBezTo>
                  <a:pt x="5239317" y="5049930"/>
                  <a:pt x="5439843" y="5063297"/>
                  <a:pt x="5643713" y="5096719"/>
                </a:cubicBezTo>
                <a:cubicBezTo>
                  <a:pt x="5693844" y="5106745"/>
                  <a:pt x="5810819" y="5083350"/>
                  <a:pt x="5800794" y="5186956"/>
                </a:cubicBezTo>
                <a:cubicBezTo>
                  <a:pt x="5790767" y="5270508"/>
                  <a:pt x="5700529" y="5240431"/>
                  <a:pt x="5643713" y="5243772"/>
                </a:cubicBezTo>
                <a:cubicBezTo>
                  <a:pt x="5329553" y="5283879"/>
                  <a:pt x="5012052" y="5220378"/>
                  <a:pt x="4701235" y="5223719"/>
                </a:cubicBezTo>
                <a:cubicBezTo>
                  <a:pt x="4664472" y="5223719"/>
                  <a:pt x="4657787" y="5334009"/>
                  <a:pt x="4577576" y="5297246"/>
                </a:cubicBezTo>
                <a:cubicBezTo>
                  <a:pt x="4788129" y="5397510"/>
                  <a:pt x="5767372" y="5424248"/>
                  <a:pt x="6094900" y="5477721"/>
                </a:cubicBezTo>
                <a:cubicBezTo>
                  <a:pt x="5754004" y="5858724"/>
                  <a:pt x="5429817" y="5628117"/>
                  <a:pt x="5159105" y="5842012"/>
                </a:cubicBezTo>
                <a:cubicBezTo>
                  <a:pt x="5159105" y="5842012"/>
                  <a:pt x="5212580" y="5842012"/>
                  <a:pt x="5443187" y="5912197"/>
                </a:cubicBezTo>
                <a:cubicBezTo>
                  <a:pt x="5627002" y="5969012"/>
                  <a:pt x="5536765" y="6049223"/>
                  <a:pt x="6001321" y="6202962"/>
                </a:cubicBezTo>
                <a:cubicBezTo>
                  <a:pt x="5824188" y="6253093"/>
                  <a:pt x="5593581" y="6156172"/>
                  <a:pt x="5506685" y="6416857"/>
                </a:cubicBezTo>
                <a:cubicBezTo>
                  <a:pt x="5643713" y="6463648"/>
                  <a:pt x="5807477" y="6420200"/>
                  <a:pt x="5904398" y="6543858"/>
                </a:cubicBezTo>
                <a:cubicBezTo>
                  <a:pt x="5934478" y="6580622"/>
                  <a:pt x="5964557" y="6604017"/>
                  <a:pt x="6001321" y="6624068"/>
                </a:cubicBezTo>
                <a:cubicBezTo>
                  <a:pt x="5984612" y="6630754"/>
                  <a:pt x="5964557" y="6637437"/>
                  <a:pt x="5951188" y="6644121"/>
                </a:cubicBezTo>
                <a:cubicBezTo>
                  <a:pt x="5977925" y="6667518"/>
                  <a:pt x="6663060" y="6794517"/>
                  <a:pt x="6836850" y="6797860"/>
                </a:cubicBezTo>
                <a:cubicBezTo>
                  <a:pt x="6761652" y="6822926"/>
                  <a:pt x="6636845" y="6844075"/>
                  <a:pt x="6553814" y="6856412"/>
                </a:cubicBezTo>
                <a:lnTo>
                  <a:pt x="6542822" y="6857984"/>
                </a:lnTo>
                <a:lnTo>
                  <a:pt x="0" y="68579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BFDB5-3FA0-8C64-28FC-A2C3C2882BA1}"/>
              </a:ext>
            </a:extLst>
          </p:cNvPr>
          <p:cNvSpPr txBox="1"/>
          <p:nvPr/>
        </p:nvSpPr>
        <p:spPr>
          <a:xfrm>
            <a:off x="6343650" y="3962400"/>
            <a:ext cx="5505814" cy="16904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ΒΕΓΓΕΡΑ RESTAURANT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ΣΑΡΑΝΤΑΠΟΡΟΥ 39-41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ΒΟΛΟΣ </a:t>
            </a:r>
          </a:p>
          <a:p>
            <a:pPr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ΤΗΛ 2421023123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3A6CE-612A-1AF0-3AFF-F06C2A343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671" b="-4"/>
          <a:stretch>
            <a:fillRect/>
          </a:stretch>
        </p:blipFill>
        <p:spPr>
          <a:xfrm>
            <a:off x="7653541" y="6"/>
            <a:ext cx="4538463" cy="3877247"/>
          </a:xfrm>
          <a:custGeom>
            <a:avLst/>
            <a:gdLst/>
            <a:ahLst/>
            <a:cxnLst/>
            <a:rect l="l" t="t" r="r" b="b"/>
            <a:pathLst>
              <a:path w="4538463" h="3877247">
                <a:moveTo>
                  <a:pt x="0" y="0"/>
                </a:moveTo>
                <a:lnTo>
                  <a:pt x="4538463" y="0"/>
                </a:lnTo>
                <a:lnTo>
                  <a:pt x="4538463" y="3437173"/>
                </a:lnTo>
                <a:lnTo>
                  <a:pt x="4530710" y="3429000"/>
                </a:lnTo>
                <a:cubicBezTo>
                  <a:pt x="4370289" y="3495842"/>
                  <a:pt x="4239946" y="3686344"/>
                  <a:pt x="4056129" y="3636211"/>
                </a:cubicBezTo>
                <a:cubicBezTo>
                  <a:pt x="3872313" y="3589422"/>
                  <a:pt x="3788760" y="3830055"/>
                  <a:pt x="3618310" y="3756528"/>
                </a:cubicBezTo>
                <a:cubicBezTo>
                  <a:pt x="3394389" y="3823371"/>
                  <a:pt x="3163783" y="3823371"/>
                  <a:pt x="2933176" y="3810002"/>
                </a:cubicBezTo>
                <a:cubicBezTo>
                  <a:pt x="2702570" y="3840081"/>
                  <a:pt x="2471962" y="3873503"/>
                  <a:pt x="2238015" y="3850107"/>
                </a:cubicBezTo>
                <a:cubicBezTo>
                  <a:pt x="2007408" y="3870161"/>
                  <a:pt x="1783486" y="3883529"/>
                  <a:pt x="1552880" y="3863476"/>
                </a:cubicBezTo>
                <a:cubicBezTo>
                  <a:pt x="1322274" y="3886870"/>
                  <a:pt x="1091667" y="3876844"/>
                  <a:pt x="864402" y="3860134"/>
                </a:cubicBezTo>
                <a:cubicBezTo>
                  <a:pt x="757455" y="3860134"/>
                  <a:pt x="653849" y="3856792"/>
                  <a:pt x="546902" y="3856792"/>
                </a:cubicBezTo>
                <a:cubicBezTo>
                  <a:pt x="404861" y="3850108"/>
                  <a:pt x="262821" y="3845095"/>
                  <a:pt x="120363" y="3840499"/>
                </a:cubicBezTo>
                <a:lnTo>
                  <a:pt x="0" y="3836632"/>
                </a:lnTo>
                <a:close/>
              </a:path>
            </a:pathLst>
          </a:cu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AC5733-DCB4-31B0-A657-28C6A0BD5FD0}"/>
              </a:ext>
            </a:extLst>
          </p:cNvPr>
          <p:cNvSpPr txBox="1"/>
          <p:nvPr/>
        </p:nvSpPr>
        <p:spPr>
          <a:xfrm>
            <a:off x="555171" y="489857"/>
            <a:ext cx="5018315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TODAY AT 20:30</a:t>
            </a:r>
          </a:p>
        </p:txBody>
      </p:sp>
    </p:spTree>
    <p:extLst>
      <p:ext uri="{BB962C8B-B14F-4D97-AF65-F5344CB8AC3E}">
        <p14:creationId xmlns:p14="http://schemas.microsoft.com/office/powerpoint/2010/main" val="3142940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Konstantinos Hatzikotoulas</dc:creator>
  <cp:lastModifiedBy>Konstantinos Hatzikotoulas</cp:lastModifiedBy>
  <cp:revision>2</cp:revision>
  <dcterms:created xsi:type="dcterms:W3CDTF">2025-05-29T07:25:13Z</dcterms:created>
  <dcterms:modified xsi:type="dcterms:W3CDTF">2025-05-29T07:31:28Z</dcterms:modified>
</cp:coreProperties>
</file>